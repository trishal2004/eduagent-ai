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emf" ContentType="image/x-emf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71" r:id="rId4"/>
    <p:sldId id="300" r:id="rId6"/>
    <p:sldId id="460" r:id="rId7"/>
    <p:sldId id="470" r:id="rId8"/>
    <p:sldId id="324" r:id="rId9"/>
    <p:sldId id="323" r:id="rId10"/>
    <p:sldId id="399" r:id="rId11"/>
    <p:sldId id="420" r:id="rId12"/>
    <p:sldId id="307" r:id="rId13"/>
    <p:sldId id="468" r:id="rId14"/>
    <p:sldId id="469" r:id="rId15"/>
    <p:sldId id="336" r:id="rId16"/>
    <p:sldId id="426" r:id="rId17"/>
    <p:sldId id="337" r:id="rId18"/>
    <p:sldId id="427" r:id="rId19"/>
    <p:sldId id="471" r:id="rId20"/>
    <p:sldId id="429" r:id="rId21"/>
    <p:sldId id="472" r:id="rId22"/>
    <p:sldId id="473" r:id="rId23"/>
    <p:sldId id="475" r:id="rId24"/>
    <p:sldId id="474" r:id="rId25"/>
    <p:sldId id="340" r:id="rId26"/>
    <p:sldId id="433" r:id="rId27"/>
    <p:sldId id="431" r:id="rId28"/>
    <p:sldId id="488" r:id="rId29"/>
    <p:sldId id="436" r:id="rId30"/>
    <p:sldId id="437" r:id="rId31"/>
    <p:sldId id="438" r:id="rId32"/>
    <p:sldId id="349" r:id="rId33"/>
    <p:sldId id="571" r:id="rId34"/>
    <p:sldId id="566" r:id="rId35"/>
    <p:sldId id="476" r:id="rId36"/>
    <p:sldId id="477" r:id="rId37"/>
    <p:sldId id="478" r:id="rId38"/>
    <p:sldId id="441" r:id="rId39"/>
    <p:sldId id="568" r:id="rId40"/>
    <p:sldId id="404" r:id="rId41"/>
    <p:sldId id="405" r:id="rId42"/>
    <p:sldId id="344" r:id="rId43"/>
    <p:sldId id="524" r:id="rId44"/>
    <p:sldId id="410" r:id="rId45"/>
    <p:sldId id="411" r:id="rId46"/>
    <p:sldId id="525" r:id="rId47"/>
    <p:sldId id="413" r:id="rId48"/>
    <p:sldId id="414" r:id="rId49"/>
    <p:sldId id="402" r:id="rId50"/>
    <p:sldId id="400" r:id="rId51"/>
    <p:sldId id="496" r:id="rId52"/>
    <p:sldId id="499" r:id="rId53"/>
    <p:sldId id="355" r:id="rId54"/>
    <p:sldId id="570" r:id="rId55"/>
    <p:sldId id="282" r:id="rId56"/>
    <p:sldId id="503" r:id="rId57"/>
    <p:sldId id="500" r:id="rId58"/>
    <p:sldId id="358" r:id="rId59"/>
    <p:sldId id="495" r:id="rId60"/>
    <p:sldId id="505" r:id="rId61"/>
    <p:sldId id="506" r:id="rId62"/>
    <p:sldId id="386" r:id="rId63"/>
    <p:sldId id="507" r:id="rId64"/>
    <p:sldId id="508" r:id="rId65"/>
    <p:sldId id="509" r:id="rId66"/>
    <p:sldId id="256" r:id="rId67"/>
    <p:sldId id="257" r:id="rId68"/>
    <p:sldId id="526" r:id="rId69"/>
    <p:sldId id="510" r:id="rId70"/>
    <p:sldId id="511" r:id="rId71"/>
    <p:sldId id="512" r:id="rId72"/>
    <p:sldId id="553" r:id="rId73"/>
    <p:sldId id="527" r:id="rId74"/>
    <p:sldId id="528" r:id="rId75"/>
    <p:sldId id="514" r:id="rId76"/>
    <p:sldId id="515" r:id="rId77"/>
    <p:sldId id="409" r:id="rId78"/>
    <p:sldId id="516" r:id="rId79"/>
    <p:sldId id="412" r:id="rId80"/>
    <p:sldId id="519" r:id="rId81"/>
    <p:sldId id="518" r:id="rId82"/>
    <p:sldId id="517" r:id="rId83"/>
    <p:sldId id="523" r:id="rId84"/>
    <p:sldId id="521" r:id="rId85"/>
    <p:sldId id="522" r:id="rId86"/>
    <p:sldId id="345" r:id="rId87"/>
    <p:sldId id="480" r:id="rId88"/>
    <p:sldId id="482" r:id="rId89"/>
    <p:sldId id="394" r:id="rId90"/>
    <p:sldId id="264" r:id="rId91"/>
    <p:sldId id="347" r:id="rId92"/>
    <p:sldId id="267" r:id="rId93"/>
    <p:sldId id="395" r:id="rId94"/>
    <p:sldId id="396" r:id="rId95"/>
    <p:sldId id="397" r:id="rId96"/>
    <p:sldId id="393" r:id="rId97"/>
    <p:sldId id="454" r:id="rId98"/>
    <p:sldId id="268" r:id="rId99"/>
    <p:sldId id="350" r:id="rId100"/>
    <p:sldId id="351" r:id="rId101"/>
    <p:sldId id="352" r:id="rId102"/>
    <p:sldId id="455" r:id="rId103"/>
    <p:sldId id="360" r:id="rId104"/>
    <p:sldId id="365" r:id="rId105"/>
    <p:sldId id="367" r:id="rId106"/>
    <p:sldId id="371" r:id="rId107"/>
    <p:sldId id="373" r:id="rId108"/>
    <p:sldId id="374" r:id="rId109"/>
    <p:sldId id="375" r:id="rId110"/>
    <p:sldId id="376" r:id="rId111"/>
    <p:sldId id="377" r:id="rId112"/>
    <p:sldId id="556" r:id="rId113"/>
    <p:sldId id="555" r:id="rId114"/>
    <p:sldId id="529" r:id="rId115"/>
    <p:sldId id="530" r:id="rId116"/>
    <p:sldId id="378" r:id="rId117"/>
    <p:sldId id="379" r:id="rId118"/>
    <p:sldId id="380" r:id="rId119"/>
    <p:sldId id="381" r:id="rId120"/>
    <p:sldId id="384" r:id="rId121"/>
    <p:sldId id="387" r:id="rId122"/>
    <p:sldId id="388" r:id="rId123"/>
    <p:sldId id="531" r:id="rId124"/>
    <p:sldId id="389" r:id="rId125"/>
    <p:sldId id="391" r:id="rId126"/>
    <p:sldId id="557" r:id="rId127"/>
    <p:sldId id="554" r:id="rId128"/>
    <p:sldId id="558" r:id="rId129"/>
    <p:sldId id="559" r:id="rId130"/>
    <p:sldId id="560" r:id="rId131"/>
    <p:sldId id="561" r:id="rId132"/>
    <p:sldId id="562" r:id="rId133"/>
    <p:sldId id="538" r:id="rId134"/>
    <p:sldId id="401" r:id="rId135"/>
    <p:sldId id="539" r:id="rId136"/>
    <p:sldId id="403" r:id="rId137"/>
    <p:sldId id="540" r:id="rId138"/>
    <p:sldId id="541" r:id="rId139"/>
    <p:sldId id="406" r:id="rId140"/>
    <p:sldId id="407" r:id="rId141"/>
    <p:sldId id="408" r:id="rId142"/>
    <p:sldId id="542" r:id="rId143"/>
    <p:sldId id="543" r:id="rId144"/>
    <p:sldId id="544" r:id="rId145"/>
    <p:sldId id="545" r:id="rId146"/>
    <p:sldId id="546" r:id="rId147"/>
    <p:sldId id="423" r:id="rId148"/>
    <p:sldId id="424" r:id="rId149"/>
    <p:sldId id="547" r:id="rId150"/>
    <p:sldId id="548" r:id="rId151"/>
    <p:sldId id="439" r:id="rId152"/>
    <p:sldId id="550" r:id="rId153"/>
    <p:sldId id="551" r:id="rId154"/>
    <p:sldId id="303" r:id="rId155"/>
    <p:sldId id="563" r:id="rId156"/>
    <p:sldId id="304" r:id="rId1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89"/>
  </p:normalViewPr>
  <p:slideViewPr>
    <p:cSldViewPr snapToGrid="0" showGuide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3" Type="http://schemas.openxmlformats.org/officeDocument/2006/relationships/customXml" Target="../customXml/item3.xml"/><Relationship Id="rId162" Type="http://schemas.openxmlformats.org/officeDocument/2006/relationships/customXml" Target="../customXml/item2.xml"/><Relationship Id="rId161" Type="http://schemas.openxmlformats.org/officeDocument/2006/relationships/customXml" Target="../customXml/item1.xml"/><Relationship Id="rId160" Type="http://schemas.openxmlformats.org/officeDocument/2006/relationships/tableStyles" Target="tableStyles.xml"/><Relationship Id="rId16" Type="http://schemas.openxmlformats.org/officeDocument/2006/relationships/slide" Target="slides/slide12.xml"/><Relationship Id="rId159" Type="http://schemas.openxmlformats.org/officeDocument/2006/relationships/viewProps" Target="viewProps.xml"/><Relationship Id="rId158" Type="http://schemas.openxmlformats.org/officeDocument/2006/relationships/presProps" Target="presProps.xml"/><Relationship Id="rId157" Type="http://schemas.openxmlformats.org/officeDocument/2006/relationships/slide" Target="slides/slide153.xml"/><Relationship Id="rId156" Type="http://schemas.openxmlformats.org/officeDocument/2006/relationships/slide" Target="slides/slide152.xml"/><Relationship Id="rId155" Type="http://schemas.openxmlformats.org/officeDocument/2006/relationships/slide" Target="slides/slide151.xml"/><Relationship Id="rId154" Type="http://schemas.openxmlformats.org/officeDocument/2006/relationships/slide" Target="slides/slide150.xml"/><Relationship Id="rId153" Type="http://schemas.openxmlformats.org/officeDocument/2006/relationships/slide" Target="slides/slide149.xml"/><Relationship Id="rId152" Type="http://schemas.openxmlformats.org/officeDocument/2006/relationships/slide" Target="slides/slide148.xml"/><Relationship Id="rId151" Type="http://schemas.openxmlformats.org/officeDocument/2006/relationships/slide" Target="slides/slide147.xml"/><Relationship Id="rId150" Type="http://schemas.openxmlformats.org/officeDocument/2006/relationships/slide" Target="slides/slide146.xml"/><Relationship Id="rId15" Type="http://schemas.openxmlformats.org/officeDocument/2006/relationships/slide" Target="slides/slide11.xml"/><Relationship Id="rId149" Type="http://schemas.openxmlformats.org/officeDocument/2006/relationships/slide" Target="slides/slide145.xml"/><Relationship Id="rId148" Type="http://schemas.openxmlformats.org/officeDocument/2006/relationships/slide" Target="slides/slide144.xml"/><Relationship Id="rId147" Type="http://schemas.openxmlformats.org/officeDocument/2006/relationships/slide" Target="slides/slide143.xml"/><Relationship Id="rId146" Type="http://schemas.openxmlformats.org/officeDocument/2006/relationships/slide" Target="slides/slide142.xml"/><Relationship Id="rId145" Type="http://schemas.openxmlformats.org/officeDocument/2006/relationships/slide" Target="slides/slide141.xml"/><Relationship Id="rId144" Type="http://schemas.openxmlformats.org/officeDocument/2006/relationships/slide" Target="slides/slide140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14" Type="http://schemas.openxmlformats.org/officeDocument/2006/relationships/slide" Target="slides/slide10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" Type="http://schemas.openxmlformats.org/officeDocument/2006/relationships/slide" Target="slides/slide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125" Type="http://schemas.openxmlformats.org/officeDocument/2006/relationships/slide" Target="slides/slide12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8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0339AE-A8F7-492D-AC84-34CD056C5BE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314286A-9BFD-422D-97DC-D0ECA4EC1B80}">
      <dgm:prSet phldrT="[Text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Optical </a:t>
          </a:r>
          <a:r>
            <a:rPr lang="en-IN" sz="2000" b="1" dirty="0" err="1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Fibers</a:t>
          </a:r>
          <a:endParaRPr lang="en-IN" sz="2000" b="1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1D3BA1-C11F-4F9E-B9E4-0B62EAFAB64C}" cxnId="{05F1E9DD-27A9-4ACD-96F1-28F3C2694AFC}" type="parTrans">
      <dgm:prSet/>
      <dgm:spPr/>
      <dgm:t>
        <a:bodyPr/>
        <a:lstStyle/>
        <a:p>
          <a:endParaRPr lang="en-IN"/>
        </a:p>
      </dgm:t>
    </dgm:pt>
    <dgm:pt modelId="{1886BE68-46AD-425A-9C37-546747F0EFAC}" cxnId="{05F1E9DD-27A9-4ACD-96F1-28F3C2694AFC}" type="sibTrans">
      <dgm:prSet/>
      <dgm:spPr/>
      <dgm:t>
        <a:bodyPr/>
        <a:lstStyle/>
        <a:p>
          <a:endParaRPr lang="en-IN"/>
        </a:p>
      </dgm:t>
    </dgm:pt>
    <dgm:pt modelId="{28A50628-E64C-44CA-9E6C-9B72DA2E41C3}">
      <dgm:prSet phldrT="[Text]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Based on materials</a:t>
          </a:r>
        </a:p>
      </dgm:t>
    </dgm:pt>
    <dgm:pt modelId="{389AAB4E-DE47-4522-9471-0AF82D4D1A16}" cxnId="{A9CDCC93-1D4D-4B07-B3D4-E766BE88BC6B}" type="parTrans">
      <dgm:prSet/>
      <dgm:spPr/>
      <dgm:t>
        <a:bodyPr/>
        <a:lstStyle/>
        <a:p>
          <a:endParaRPr lang="en-IN" sz="20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F72B31-FD35-4ADA-B98C-3A1F40CEE45B}" cxnId="{A9CDCC93-1D4D-4B07-B3D4-E766BE88BC6B}" type="sibTrans">
      <dgm:prSet/>
      <dgm:spPr/>
      <dgm:t>
        <a:bodyPr/>
        <a:lstStyle/>
        <a:p>
          <a:endParaRPr lang="en-IN"/>
        </a:p>
      </dgm:t>
    </dgm:pt>
    <dgm:pt modelId="{6F3A2255-7677-4B7C-831B-2BE1857D56D0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Glass </a:t>
          </a:r>
          <a:r>
            <a:rPr lang="en-IN" sz="20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Fibers</a:t>
          </a:r>
          <a:endParaRPr lang="en-IN" sz="20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C48E52-FA41-42F9-AC06-CFE6266F8DD4}" cxnId="{A58386B1-D1BF-4CA2-9FAF-55034ED1BDC9}" type="parTrans">
      <dgm:prSet/>
      <dgm:spPr/>
      <dgm:t>
        <a:bodyPr/>
        <a:lstStyle/>
        <a:p>
          <a:endParaRPr lang="en-IN" sz="20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FF7F3A-E930-4985-8B2D-EEAD457F19CB}" cxnId="{A58386B1-D1BF-4CA2-9FAF-55034ED1BDC9}" type="sibTrans">
      <dgm:prSet/>
      <dgm:spPr/>
      <dgm:t>
        <a:bodyPr/>
        <a:lstStyle/>
        <a:p>
          <a:endParaRPr lang="en-IN"/>
        </a:p>
      </dgm:t>
    </dgm:pt>
    <dgm:pt modelId="{ABDF298D-F3A3-4AB1-8DD3-D9822D237A67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Based on refractive index and modes of propagation</a:t>
          </a:r>
        </a:p>
      </dgm:t>
    </dgm:pt>
    <dgm:pt modelId="{CC7A1F3D-AB69-4854-BAB1-8E18FA3691AD}" cxnId="{4FD0738B-9237-4692-A858-E3040E6F4876}" type="parTrans">
      <dgm:prSet/>
      <dgm:spPr/>
      <dgm:t>
        <a:bodyPr/>
        <a:lstStyle/>
        <a:p>
          <a:endParaRPr lang="en-IN" sz="20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D1DE7D-48FF-4059-ADF7-B30388B897B2}" cxnId="{4FD0738B-9237-4692-A858-E3040E6F4876}" type="sibTrans">
      <dgm:prSet/>
      <dgm:spPr/>
      <dgm:t>
        <a:bodyPr/>
        <a:lstStyle/>
        <a:p>
          <a:endParaRPr lang="en-IN"/>
        </a:p>
      </dgm:t>
    </dgm:pt>
    <dgm:pt modelId="{2E6E6AD4-7029-4366-A836-8A452D2313E2}">
      <dgm:prSet phldrT="[Text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Single Mode</a:t>
          </a:r>
        </a:p>
      </dgm:t>
    </dgm:pt>
    <dgm:pt modelId="{0E312765-A5D2-4777-A86B-F726304974CA}" cxnId="{C88A0A94-2EFA-4A1E-9D34-E0EE5FAEB8B7}" type="parTrans">
      <dgm:prSet/>
      <dgm:spPr/>
      <dgm:t>
        <a:bodyPr/>
        <a:lstStyle/>
        <a:p>
          <a:endParaRPr lang="en-IN" sz="20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E14B55-2A7A-4D42-BD2E-0D47BB2CB5BF}" cxnId="{C88A0A94-2EFA-4A1E-9D34-E0EE5FAEB8B7}" type="sibTrans">
      <dgm:prSet/>
      <dgm:spPr/>
      <dgm:t>
        <a:bodyPr/>
        <a:lstStyle/>
        <a:p>
          <a:endParaRPr lang="en-IN"/>
        </a:p>
      </dgm:t>
    </dgm:pt>
    <dgm:pt modelId="{C68F2AA1-D0BE-4464-A3CC-6694256E99C3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Glass Core-Plastic Clad </a:t>
          </a:r>
          <a:r>
            <a:rPr lang="en-IN" sz="20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fibers</a:t>
          </a:r>
          <a:endParaRPr lang="en-IN" sz="20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B59D1C-87DB-4273-A30F-8E30D52A023F}" cxnId="{1868559D-D241-4694-A427-7A18DCFCDE85}" type="parTrans">
      <dgm:prSet/>
      <dgm:spPr/>
      <dgm:t>
        <a:bodyPr/>
        <a:lstStyle/>
        <a:p>
          <a:endParaRPr lang="en-IN" sz="20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8FD1AA-4024-4255-8AFD-53BE7879F9C7}" cxnId="{1868559D-D241-4694-A427-7A18DCFCDE85}" type="sibTrans">
      <dgm:prSet/>
      <dgm:spPr/>
      <dgm:t>
        <a:bodyPr/>
        <a:lstStyle/>
        <a:p>
          <a:endParaRPr lang="en-IN"/>
        </a:p>
      </dgm:t>
    </dgm:pt>
    <dgm:pt modelId="{18270B9C-0914-427C-B45C-C6840CC4CCF0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Plastic </a:t>
          </a:r>
          <a:r>
            <a:rPr lang="en-IN" sz="20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Fibers</a:t>
          </a:r>
          <a:endParaRPr lang="en-IN" sz="20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DEC9E9-8027-4ACC-8AA7-7E379F611532}" cxnId="{CBC3D9F6-C1E7-410D-ADA1-8AA5C797389F}" type="parTrans">
      <dgm:prSet/>
      <dgm:spPr/>
      <dgm:t>
        <a:bodyPr/>
        <a:lstStyle/>
        <a:p>
          <a:endParaRPr lang="en-IN" sz="20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CF7B3B-F86B-4B51-A466-EE610C318E4D}" cxnId="{CBC3D9F6-C1E7-410D-ADA1-8AA5C797389F}" type="sibTrans">
      <dgm:prSet/>
      <dgm:spPr/>
      <dgm:t>
        <a:bodyPr/>
        <a:lstStyle/>
        <a:p>
          <a:endParaRPr lang="en-IN"/>
        </a:p>
      </dgm:t>
    </dgm:pt>
    <dgm:pt modelId="{4D88F78D-851E-40F3-AC43-C45CB6325857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Multimode</a:t>
          </a:r>
        </a:p>
      </dgm:t>
    </dgm:pt>
    <dgm:pt modelId="{D2CC021B-CB9C-4F0C-AA2A-71BD20687D13}" cxnId="{45958058-5E6F-4768-A28D-2B00FD05DB1A}" type="parTrans">
      <dgm:prSet/>
      <dgm:spPr/>
      <dgm:t>
        <a:bodyPr/>
        <a:lstStyle/>
        <a:p>
          <a:endParaRPr lang="en-IN" sz="20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920CF2-5DBC-4205-BF9E-00ACCCC63757}" cxnId="{45958058-5E6F-4768-A28D-2B00FD05DB1A}" type="sibTrans">
      <dgm:prSet/>
      <dgm:spPr/>
      <dgm:t>
        <a:bodyPr/>
        <a:lstStyle/>
        <a:p>
          <a:endParaRPr lang="en-IN"/>
        </a:p>
      </dgm:t>
    </dgm:pt>
    <dgm:pt modelId="{A0971214-D33A-4B96-8546-01D80A7F0DC0}">
      <dgm:prSet custT="1"/>
      <dgm:spPr/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Step Index</a:t>
          </a:r>
        </a:p>
      </dgm:t>
    </dgm:pt>
    <dgm:pt modelId="{5D38C4A0-BCAA-4687-BCEF-C5F53C7979D3}" cxnId="{DD1C73F3-BC72-45F6-AE39-AACC0B9C99F1}" type="parTrans">
      <dgm:prSet/>
      <dgm:spPr/>
      <dgm:t>
        <a:bodyPr/>
        <a:lstStyle/>
        <a:p>
          <a:endParaRPr lang="en-IN" sz="20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ACF8308-E7B3-4890-A89D-757A27897ECC}" cxnId="{DD1C73F3-BC72-45F6-AE39-AACC0B9C99F1}" type="sibTrans">
      <dgm:prSet/>
      <dgm:spPr/>
      <dgm:t>
        <a:bodyPr/>
        <a:lstStyle/>
        <a:p>
          <a:endParaRPr lang="en-IN"/>
        </a:p>
      </dgm:t>
    </dgm:pt>
    <dgm:pt modelId="{8A501EA9-F00D-409B-9B8E-DDFE1672B8C2}">
      <dgm:prSet custT="1"/>
      <dgm:spPr/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Graded Index</a:t>
          </a:r>
        </a:p>
      </dgm:t>
    </dgm:pt>
    <dgm:pt modelId="{43F2FB5E-EAF9-42E2-B449-29CE705F8F96}" cxnId="{D35031E0-7BC1-4E0C-BAA5-0A6F5D736145}" type="parTrans">
      <dgm:prSet/>
      <dgm:spPr/>
      <dgm:t>
        <a:bodyPr/>
        <a:lstStyle/>
        <a:p>
          <a:endParaRPr lang="en-IN" sz="20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F0161D-FC2D-42C4-9AA7-FF3B622775D9}" cxnId="{D35031E0-7BC1-4E0C-BAA5-0A6F5D736145}" type="sibTrans">
      <dgm:prSet/>
      <dgm:spPr/>
      <dgm:t>
        <a:bodyPr/>
        <a:lstStyle/>
        <a:p>
          <a:endParaRPr lang="en-IN"/>
        </a:p>
      </dgm:t>
    </dgm:pt>
    <dgm:pt modelId="{5C336C17-8D71-414A-AF8A-24E3D936B618}" type="pres">
      <dgm:prSet presAssocID="{7B0339AE-A8F7-492D-AC84-34CD056C5BE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A0806BF-D2D0-4759-9BBC-269BAC4C6A0F}" type="pres">
      <dgm:prSet presAssocID="{2314286A-9BFD-422D-97DC-D0ECA4EC1B80}" presName="hierRoot1" presStyleCnt="0"/>
      <dgm:spPr/>
    </dgm:pt>
    <dgm:pt modelId="{AFC3553A-FDD8-4024-9498-906EADA25C9F}" type="pres">
      <dgm:prSet presAssocID="{2314286A-9BFD-422D-97DC-D0ECA4EC1B80}" presName="composite" presStyleCnt="0"/>
      <dgm:spPr/>
    </dgm:pt>
    <dgm:pt modelId="{512C2A14-F862-45F3-809C-A2D10BF8FA1B}" type="pres">
      <dgm:prSet presAssocID="{2314286A-9BFD-422D-97DC-D0ECA4EC1B80}" presName="background" presStyleLbl="node0" presStyleIdx="0" presStyleCnt="1"/>
      <dgm:spPr/>
    </dgm:pt>
    <dgm:pt modelId="{C9025130-C171-46DC-BAA8-4889D6018D83}" type="pres">
      <dgm:prSet presAssocID="{2314286A-9BFD-422D-97DC-D0ECA4EC1B80}" presName="text" presStyleLbl="fgAcc0" presStyleIdx="0" presStyleCnt="1" custScaleX="245839" custLinFactNeighborX="4093" custLinFactNeighborY="-53641">
        <dgm:presLayoutVars>
          <dgm:chPref val="3"/>
        </dgm:presLayoutVars>
      </dgm:prSet>
      <dgm:spPr/>
    </dgm:pt>
    <dgm:pt modelId="{42B7DFF9-374C-4818-A234-C9DD7E459F59}" type="pres">
      <dgm:prSet presAssocID="{2314286A-9BFD-422D-97DC-D0ECA4EC1B80}" presName="hierChild2" presStyleCnt="0"/>
      <dgm:spPr/>
    </dgm:pt>
    <dgm:pt modelId="{CB2EC1AA-4C90-4B8A-A0B9-CA8E2BC3DEB9}" type="pres">
      <dgm:prSet presAssocID="{389AAB4E-DE47-4522-9471-0AF82D4D1A16}" presName="Name10" presStyleLbl="parChTrans1D2" presStyleIdx="0" presStyleCnt="2"/>
      <dgm:spPr/>
    </dgm:pt>
    <dgm:pt modelId="{BCA2DDAE-4103-4404-B4B8-AC8E05387EF8}" type="pres">
      <dgm:prSet presAssocID="{28A50628-E64C-44CA-9E6C-9B72DA2E41C3}" presName="hierRoot2" presStyleCnt="0"/>
      <dgm:spPr/>
    </dgm:pt>
    <dgm:pt modelId="{D093A48C-DBC6-4D57-AD72-FB29967FFE78}" type="pres">
      <dgm:prSet presAssocID="{28A50628-E64C-44CA-9E6C-9B72DA2E41C3}" presName="composite2" presStyleCnt="0"/>
      <dgm:spPr/>
    </dgm:pt>
    <dgm:pt modelId="{CA5D74DD-9035-413F-B725-CAAB26BD7551}" type="pres">
      <dgm:prSet presAssocID="{28A50628-E64C-44CA-9E6C-9B72DA2E41C3}" presName="background2" presStyleLbl="node2" presStyleIdx="0" presStyleCnt="2"/>
      <dgm:spPr/>
    </dgm:pt>
    <dgm:pt modelId="{9A5ECCFE-BBFC-4396-8566-4F1BD82CF7E6}" type="pres">
      <dgm:prSet presAssocID="{28A50628-E64C-44CA-9E6C-9B72DA2E41C3}" presName="text2" presStyleLbl="fgAcc2" presStyleIdx="0" presStyleCnt="2" custScaleX="274407">
        <dgm:presLayoutVars>
          <dgm:chPref val="3"/>
        </dgm:presLayoutVars>
      </dgm:prSet>
      <dgm:spPr/>
    </dgm:pt>
    <dgm:pt modelId="{F7682496-F7D6-41DA-906B-FF1C2402BE49}" type="pres">
      <dgm:prSet presAssocID="{28A50628-E64C-44CA-9E6C-9B72DA2E41C3}" presName="hierChild3" presStyleCnt="0"/>
      <dgm:spPr/>
    </dgm:pt>
    <dgm:pt modelId="{9C40E43C-894D-47BA-8B31-EC62FD799387}" type="pres">
      <dgm:prSet presAssocID="{11C48E52-FA41-42F9-AC06-CFE6266F8DD4}" presName="Name17" presStyleLbl="parChTrans1D3" presStyleIdx="0" presStyleCnt="3"/>
      <dgm:spPr/>
    </dgm:pt>
    <dgm:pt modelId="{B226D57F-A99E-4C11-8A96-68F92B37B639}" type="pres">
      <dgm:prSet presAssocID="{6F3A2255-7677-4B7C-831B-2BE1857D56D0}" presName="hierRoot3" presStyleCnt="0"/>
      <dgm:spPr/>
    </dgm:pt>
    <dgm:pt modelId="{A3F8766D-FA5B-40F3-953B-DDEC98F580A8}" type="pres">
      <dgm:prSet presAssocID="{6F3A2255-7677-4B7C-831B-2BE1857D56D0}" presName="composite3" presStyleCnt="0"/>
      <dgm:spPr/>
    </dgm:pt>
    <dgm:pt modelId="{B8D7293C-2C2F-44A4-9D31-65699CA4542A}" type="pres">
      <dgm:prSet presAssocID="{6F3A2255-7677-4B7C-831B-2BE1857D56D0}" presName="background3" presStyleLbl="node3" presStyleIdx="0" presStyleCnt="3"/>
      <dgm:spPr/>
    </dgm:pt>
    <dgm:pt modelId="{E2E639EE-75CA-4D84-BC92-76A2B4B2778C}" type="pres">
      <dgm:prSet presAssocID="{6F3A2255-7677-4B7C-831B-2BE1857D56D0}" presName="text3" presStyleLbl="fgAcc3" presStyleIdx="0" presStyleCnt="3" custScaleX="199837">
        <dgm:presLayoutVars>
          <dgm:chPref val="3"/>
        </dgm:presLayoutVars>
      </dgm:prSet>
      <dgm:spPr/>
    </dgm:pt>
    <dgm:pt modelId="{73BF0923-32C2-4F81-840B-CDC04247064D}" type="pres">
      <dgm:prSet presAssocID="{6F3A2255-7677-4B7C-831B-2BE1857D56D0}" presName="hierChild4" presStyleCnt="0"/>
      <dgm:spPr/>
    </dgm:pt>
    <dgm:pt modelId="{08D66C4A-E8A4-4B61-8A0B-049FE9814FD8}" type="pres">
      <dgm:prSet presAssocID="{ADB59D1C-87DB-4273-A30F-8E30D52A023F}" presName="Name23" presStyleLbl="parChTrans1D4" presStyleIdx="0" presStyleCnt="4"/>
      <dgm:spPr/>
    </dgm:pt>
    <dgm:pt modelId="{59BB887B-7508-438E-B7D4-5BAFAAE98F1A}" type="pres">
      <dgm:prSet presAssocID="{C68F2AA1-D0BE-4464-A3CC-6694256E99C3}" presName="hierRoot4" presStyleCnt="0"/>
      <dgm:spPr/>
    </dgm:pt>
    <dgm:pt modelId="{14B22451-5185-4C70-AD74-899569204739}" type="pres">
      <dgm:prSet presAssocID="{C68F2AA1-D0BE-4464-A3CC-6694256E99C3}" presName="composite4" presStyleCnt="0"/>
      <dgm:spPr/>
    </dgm:pt>
    <dgm:pt modelId="{69B794B4-130E-459B-9593-33A93D16277C}" type="pres">
      <dgm:prSet presAssocID="{C68F2AA1-D0BE-4464-A3CC-6694256E99C3}" presName="background4" presStyleLbl="node4" presStyleIdx="0" presStyleCnt="4"/>
      <dgm:spPr/>
    </dgm:pt>
    <dgm:pt modelId="{170BE58C-8109-4262-BF58-00329796E7AB}" type="pres">
      <dgm:prSet presAssocID="{C68F2AA1-D0BE-4464-A3CC-6694256E99C3}" presName="text4" presStyleLbl="fgAcc4" presStyleIdx="0" presStyleCnt="4" custScaleX="298336" custLinFactNeighborX="5287" custLinFactNeighborY="-7819">
        <dgm:presLayoutVars>
          <dgm:chPref val="3"/>
        </dgm:presLayoutVars>
      </dgm:prSet>
      <dgm:spPr/>
    </dgm:pt>
    <dgm:pt modelId="{32878FFE-D99C-4273-B76E-5ADFD5E1262D}" type="pres">
      <dgm:prSet presAssocID="{C68F2AA1-D0BE-4464-A3CC-6694256E99C3}" presName="hierChild5" presStyleCnt="0"/>
      <dgm:spPr/>
    </dgm:pt>
    <dgm:pt modelId="{69CA2B6A-63AE-45C0-830B-117E9DA076F1}" type="pres">
      <dgm:prSet presAssocID="{D9DEC9E9-8027-4ACC-8AA7-7E379F611532}" presName="Name23" presStyleLbl="parChTrans1D4" presStyleIdx="1" presStyleCnt="4"/>
      <dgm:spPr/>
    </dgm:pt>
    <dgm:pt modelId="{66BA700C-C44C-4BF3-808A-251842F2CB48}" type="pres">
      <dgm:prSet presAssocID="{18270B9C-0914-427C-B45C-C6840CC4CCF0}" presName="hierRoot4" presStyleCnt="0"/>
      <dgm:spPr/>
    </dgm:pt>
    <dgm:pt modelId="{B3CFF443-7688-45EC-87FD-5146F49E1581}" type="pres">
      <dgm:prSet presAssocID="{18270B9C-0914-427C-B45C-C6840CC4CCF0}" presName="composite4" presStyleCnt="0"/>
      <dgm:spPr/>
    </dgm:pt>
    <dgm:pt modelId="{E014AE56-B609-4BE8-9451-6D8402775853}" type="pres">
      <dgm:prSet presAssocID="{18270B9C-0914-427C-B45C-C6840CC4CCF0}" presName="background4" presStyleLbl="node4" presStyleIdx="1" presStyleCnt="4"/>
      <dgm:spPr/>
    </dgm:pt>
    <dgm:pt modelId="{3DDA8E91-89D2-4148-A35A-8EFADEAF929A}" type="pres">
      <dgm:prSet presAssocID="{18270B9C-0914-427C-B45C-C6840CC4CCF0}" presName="text4" presStyleLbl="fgAcc4" presStyleIdx="1" presStyleCnt="4" custScaleX="214807">
        <dgm:presLayoutVars>
          <dgm:chPref val="3"/>
        </dgm:presLayoutVars>
      </dgm:prSet>
      <dgm:spPr/>
    </dgm:pt>
    <dgm:pt modelId="{FD0E2C54-91E1-4318-BF59-02BAEA3D3C73}" type="pres">
      <dgm:prSet presAssocID="{18270B9C-0914-427C-B45C-C6840CC4CCF0}" presName="hierChild5" presStyleCnt="0"/>
      <dgm:spPr/>
    </dgm:pt>
    <dgm:pt modelId="{70CAF646-4F34-4FFC-8837-4D702111B0B5}" type="pres">
      <dgm:prSet presAssocID="{CC7A1F3D-AB69-4854-BAB1-8E18FA3691AD}" presName="Name10" presStyleLbl="parChTrans1D2" presStyleIdx="1" presStyleCnt="2"/>
      <dgm:spPr/>
    </dgm:pt>
    <dgm:pt modelId="{A4CD08AA-6155-4E34-A015-2B02193CDD7A}" type="pres">
      <dgm:prSet presAssocID="{ABDF298D-F3A3-4AB1-8DD3-D9822D237A67}" presName="hierRoot2" presStyleCnt="0"/>
      <dgm:spPr/>
    </dgm:pt>
    <dgm:pt modelId="{3D6BE735-AA8F-4D79-8418-4D19534EF0FA}" type="pres">
      <dgm:prSet presAssocID="{ABDF298D-F3A3-4AB1-8DD3-D9822D237A67}" presName="composite2" presStyleCnt="0"/>
      <dgm:spPr/>
    </dgm:pt>
    <dgm:pt modelId="{C63351E4-C610-4CBE-A80F-8F31D88A030B}" type="pres">
      <dgm:prSet presAssocID="{ABDF298D-F3A3-4AB1-8DD3-D9822D237A67}" presName="background2" presStyleLbl="node2" presStyleIdx="1" presStyleCnt="2"/>
      <dgm:spPr/>
    </dgm:pt>
    <dgm:pt modelId="{51DEC073-9C02-427B-BA64-19C8D199E663}" type="pres">
      <dgm:prSet presAssocID="{ABDF298D-F3A3-4AB1-8DD3-D9822D237A67}" presName="text2" presStyleLbl="fgAcc2" presStyleIdx="1" presStyleCnt="2" custScaleX="493100">
        <dgm:presLayoutVars>
          <dgm:chPref val="3"/>
        </dgm:presLayoutVars>
      </dgm:prSet>
      <dgm:spPr/>
    </dgm:pt>
    <dgm:pt modelId="{881D4E30-3891-41E4-8626-6C6E60354148}" type="pres">
      <dgm:prSet presAssocID="{ABDF298D-F3A3-4AB1-8DD3-D9822D237A67}" presName="hierChild3" presStyleCnt="0"/>
      <dgm:spPr/>
    </dgm:pt>
    <dgm:pt modelId="{A6A2772F-4E9D-4054-A201-2C85EFBEB5FD}" type="pres">
      <dgm:prSet presAssocID="{0E312765-A5D2-4777-A86B-F726304974CA}" presName="Name17" presStyleLbl="parChTrans1D3" presStyleIdx="1" presStyleCnt="3"/>
      <dgm:spPr/>
    </dgm:pt>
    <dgm:pt modelId="{59D16072-2997-4908-BD8C-C5D84064BC42}" type="pres">
      <dgm:prSet presAssocID="{2E6E6AD4-7029-4366-A836-8A452D2313E2}" presName="hierRoot3" presStyleCnt="0"/>
      <dgm:spPr/>
    </dgm:pt>
    <dgm:pt modelId="{303EEC4C-4A5D-4096-ACE0-C5D42ABFC7CC}" type="pres">
      <dgm:prSet presAssocID="{2E6E6AD4-7029-4366-A836-8A452D2313E2}" presName="composite3" presStyleCnt="0"/>
      <dgm:spPr/>
    </dgm:pt>
    <dgm:pt modelId="{388D091C-8866-4BA0-9CBD-390BE01ACC0D}" type="pres">
      <dgm:prSet presAssocID="{2E6E6AD4-7029-4366-A836-8A452D2313E2}" presName="background3" presStyleLbl="node3" presStyleIdx="1" presStyleCnt="3"/>
      <dgm:spPr/>
    </dgm:pt>
    <dgm:pt modelId="{C1599ADE-C814-4832-84FE-EDFD3907398E}" type="pres">
      <dgm:prSet presAssocID="{2E6E6AD4-7029-4366-A836-8A452D2313E2}" presName="text3" presStyleLbl="fgAcc3" presStyleIdx="1" presStyleCnt="3" custScaleX="173757" custLinFactNeighborX="-6091" custLinFactNeighborY="40006">
        <dgm:presLayoutVars>
          <dgm:chPref val="3"/>
        </dgm:presLayoutVars>
      </dgm:prSet>
      <dgm:spPr/>
    </dgm:pt>
    <dgm:pt modelId="{C3F91953-5916-4FBE-A8C0-CA29D267CE65}" type="pres">
      <dgm:prSet presAssocID="{2E6E6AD4-7029-4366-A836-8A452D2313E2}" presName="hierChild4" presStyleCnt="0"/>
      <dgm:spPr/>
    </dgm:pt>
    <dgm:pt modelId="{BC69B572-2F42-4CA7-BAD3-626FB705AACF}" type="pres">
      <dgm:prSet presAssocID="{D2CC021B-CB9C-4F0C-AA2A-71BD20687D13}" presName="Name17" presStyleLbl="parChTrans1D3" presStyleIdx="2" presStyleCnt="3"/>
      <dgm:spPr/>
    </dgm:pt>
    <dgm:pt modelId="{738E88D5-3492-460D-A387-FAB7FB4F35D7}" type="pres">
      <dgm:prSet presAssocID="{4D88F78D-851E-40F3-AC43-C45CB6325857}" presName="hierRoot3" presStyleCnt="0"/>
      <dgm:spPr/>
    </dgm:pt>
    <dgm:pt modelId="{4843A2F3-6E2A-458A-93A9-1E66B61D1DEC}" type="pres">
      <dgm:prSet presAssocID="{4D88F78D-851E-40F3-AC43-C45CB6325857}" presName="composite3" presStyleCnt="0"/>
      <dgm:spPr/>
    </dgm:pt>
    <dgm:pt modelId="{A9EF0C14-4F1A-48F1-A715-87FD645AEE2E}" type="pres">
      <dgm:prSet presAssocID="{4D88F78D-851E-40F3-AC43-C45CB6325857}" presName="background3" presStyleLbl="node3" presStyleIdx="2" presStyleCnt="3"/>
      <dgm:spPr/>
    </dgm:pt>
    <dgm:pt modelId="{1843499C-7343-420D-B1CB-E14AED4153B4}" type="pres">
      <dgm:prSet presAssocID="{4D88F78D-851E-40F3-AC43-C45CB6325857}" presName="text3" presStyleLbl="fgAcc3" presStyleIdx="2" presStyleCnt="3" custScaleX="199860" custLinFactNeighborX="3106" custLinFactNeighborY="40006">
        <dgm:presLayoutVars>
          <dgm:chPref val="3"/>
        </dgm:presLayoutVars>
      </dgm:prSet>
      <dgm:spPr/>
    </dgm:pt>
    <dgm:pt modelId="{CF8CFEDA-2898-4799-8746-719995E98EF3}" type="pres">
      <dgm:prSet presAssocID="{4D88F78D-851E-40F3-AC43-C45CB6325857}" presName="hierChild4" presStyleCnt="0"/>
      <dgm:spPr/>
    </dgm:pt>
    <dgm:pt modelId="{E727D69D-7A60-42AA-A0AD-F301F7C8CD98}" type="pres">
      <dgm:prSet presAssocID="{5D38C4A0-BCAA-4687-BCEF-C5F53C7979D3}" presName="Name23" presStyleLbl="parChTrans1D4" presStyleIdx="2" presStyleCnt="4"/>
      <dgm:spPr/>
    </dgm:pt>
    <dgm:pt modelId="{72EF1892-3CA1-4C99-B49B-39BE7F2E2F2E}" type="pres">
      <dgm:prSet presAssocID="{A0971214-D33A-4B96-8546-01D80A7F0DC0}" presName="hierRoot4" presStyleCnt="0"/>
      <dgm:spPr/>
    </dgm:pt>
    <dgm:pt modelId="{2242D420-591E-4748-814E-14491BB35696}" type="pres">
      <dgm:prSet presAssocID="{A0971214-D33A-4B96-8546-01D80A7F0DC0}" presName="composite4" presStyleCnt="0"/>
      <dgm:spPr/>
    </dgm:pt>
    <dgm:pt modelId="{0A84625B-8DA6-41CE-BF9A-FC0C65C47441}" type="pres">
      <dgm:prSet presAssocID="{A0971214-D33A-4B96-8546-01D80A7F0DC0}" presName="background4" presStyleLbl="node4" presStyleIdx="2" presStyleCnt="4"/>
      <dgm:spPr/>
    </dgm:pt>
    <dgm:pt modelId="{7392188F-7079-40C5-817C-0C33610CCDDB}" type="pres">
      <dgm:prSet presAssocID="{A0971214-D33A-4B96-8546-01D80A7F0DC0}" presName="text4" presStyleLbl="fgAcc4" presStyleIdx="2" presStyleCnt="4" custScaleX="186890" custLinFactY="5470" custLinFactNeighborX="-12906" custLinFactNeighborY="100000">
        <dgm:presLayoutVars>
          <dgm:chPref val="3"/>
        </dgm:presLayoutVars>
      </dgm:prSet>
      <dgm:spPr/>
    </dgm:pt>
    <dgm:pt modelId="{7DE62E04-6262-4903-B0C4-C2D25B7A3EC4}" type="pres">
      <dgm:prSet presAssocID="{A0971214-D33A-4B96-8546-01D80A7F0DC0}" presName="hierChild5" presStyleCnt="0"/>
      <dgm:spPr/>
    </dgm:pt>
    <dgm:pt modelId="{C74AAF3D-4269-4B55-8A23-08EFE6E52874}" type="pres">
      <dgm:prSet presAssocID="{43F2FB5E-EAF9-42E2-B449-29CE705F8F96}" presName="Name23" presStyleLbl="parChTrans1D4" presStyleIdx="3" presStyleCnt="4"/>
      <dgm:spPr/>
    </dgm:pt>
    <dgm:pt modelId="{C7F42077-7834-4B26-93AF-A916DA72AF4A}" type="pres">
      <dgm:prSet presAssocID="{8A501EA9-F00D-409B-9B8E-DDFE1672B8C2}" presName="hierRoot4" presStyleCnt="0"/>
      <dgm:spPr/>
    </dgm:pt>
    <dgm:pt modelId="{5B2F0279-1789-48F0-8D6A-F6AA20FDB092}" type="pres">
      <dgm:prSet presAssocID="{8A501EA9-F00D-409B-9B8E-DDFE1672B8C2}" presName="composite4" presStyleCnt="0"/>
      <dgm:spPr/>
    </dgm:pt>
    <dgm:pt modelId="{2CEEF2F5-B322-43B1-8634-6173D1E1ADD7}" type="pres">
      <dgm:prSet presAssocID="{8A501EA9-F00D-409B-9B8E-DDFE1672B8C2}" presName="background4" presStyleLbl="node4" presStyleIdx="3" presStyleCnt="4"/>
      <dgm:spPr/>
    </dgm:pt>
    <dgm:pt modelId="{81BA2F96-A6A0-47EC-86F9-5ACCD4204139}" type="pres">
      <dgm:prSet presAssocID="{8A501EA9-F00D-409B-9B8E-DDFE1672B8C2}" presName="text4" presStyleLbl="fgAcc4" presStyleIdx="3" presStyleCnt="4" custScaleX="163900" custLinFactY="5470" custLinFactNeighborX="-1060" custLinFactNeighborY="100000">
        <dgm:presLayoutVars>
          <dgm:chPref val="3"/>
        </dgm:presLayoutVars>
      </dgm:prSet>
      <dgm:spPr/>
    </dgm:pt>
    <dgm:pt modelId="{C2D5C16E-1289-4664-BAE7-962CDABD35CB}" type="pres">
      <dgm:prSet presAssocID="{8A501EA9-F00D-409B-9B8E-DDFE1672B8C2}" presName="hierChild5" presStyleCnt="0"/>
      <dgm:spPr/>
    </dgm:pt>
  </dgm:ptLst>
  <dgm:cxnLst>
    <dgm:cxn modelId="{D5C1EE11-9368-47F9-91AE-F1BC2FA67BC9}" type="presOf" srcId="{11C48E52-FA41-42F9-AC06-CFE6266F8DD4}" destId="{9C40E43C-894D-47BA-8B31-EC62FD799387}" srcOrd="0" destOrd="0" presId="urn:microsoft.com/office/officeart/2005/8/layout/hierarchy1"/>
    <dgm:cxn modelId="{F3C64D34-9690-4CA9-898E-34AFF5B77AA5}" type="presOf" srcId="{6F3A2255-7677-4B7C-831B-2BE1857D56D0}" destId="{E2E639EE-75CA-4D84-BC92-76A2B4B2778C}" srcOrd="0" destOrd="0" presId="urn:microsoft.com/office/officeart/2005/8/layout/hierarchy1"/>
    <dgm:cxn modelId="{922D3D41-3C94-42BB-9B25-AD04E9913F47}" type="presOf" srcId="{D9DEC9E9-8027-4ACC-8AA7-7E379F611532}" destId="{69CA2B6A-63AE-45C0-830B-117E9DA076F1}" srcOrd="0" destOrd="0" presId="urn:microsoft.com/office/officeart/2005/8/layout/hierarchy1"/>
    <dgm:cxn modelId="{FA642042-6CCE-42FE-BB26-9FF0FD96C502}" type="presOf" srcId="{2E6E6AD4-7029-4366-A836-8A452D2313E2}" destId="{C1599ADE-C814-4832-84FE-EDFD3907398E}" srcOrd="0" destOrd="0" presId="urn:microsoft.com/office/officeart/2005/8/layout/hierarchy1"/>
    <dgm:cxn modelId="{C6DD2966-1ADE-4ECE-B00A-B534B832049E}" type="presOf" srcId="{CC7A1F3D-AB69-4854-BAB1-8E18FA3691AD}" destId="{70CAF646-4F34-4FFC-8837-4D702111B0B5}" srcOrd="0" destOrd="0" presId="urn:microsoft.com/office/officeart/2005/8/layout/hierarchy1"/>
    <dgm:cxn modelId="{24156667-D448-4F63-9B94-D10B20F0CCC8}" type="presOf" srcId="{5D38C4A0-BCAA-4687-BCEF-C5F53C7979D3}" destId="{E727D69D-7A60-42AA-A0AD-F301F7C8CD98}" srcOrd="0" destOrd="0" presId="urn:microsoft.com/office/officeart/2005/8/layout/hierarchy1"/>
    <dgm:cxn modelId="{3FFB4471-E30A-48BD-8653-65E95B73CE49}" type="presOf" srcId="{D2CC021B-CB9C-4F0C-AA2A-71BD20687D13}" destId="{BC69B572-2F42-4CA7-BAD3-626FB705AACF}" srcOrd="0" destOrd="0" presId="urn:microsoft.com/office/officeart/2005/8/layout/hierarchy1"/>
    <dgm:cxn modelId="{52A33255-810A-49D6-9913-13485F6E0017}" type="presOf" srcId="{8A501EA9-F00D-409B-9B8E-DDFE1672B8C2}" destId="{81BA2F96-A6A0-47EC-86F9-5ACCD4204139}" srcOrd="0" destOrd="0" presId="urn:microsoft.com/office/officeart/2005/8/layout/hierarchy1"/>
    <dgm:cxn modelId="{45958058-5E6F-4768-A28D-2B00FD05DB1A}" srcId="{ABDF298D-F3A3-4AB1-8DD3-D9822D237A67}" destId="{4D88F78D-851E-40F3-AC43-C45CB6325857}" srcOrd="1" destOrd="0" parTransId="{D2CC021B-CB9C-4F0C-AA2A-71BD20687D13}" sibTransId="{48920CF2-5DBC-4205-BF9E-00ACCCC63757}"/>
    <dgm:cxn modelId="{C85B927D-6CC7-4BA0-811E-3B4E411D1479}" type="presOf" srcId="{ABDF298D-F3A3-4AB1-8DD3-D9822D237A67}" destId="{51DEC073-9C02-427B-BA64-19C8D199E663}" srcOrd="0" destOrd="0" presId="urn:microsoft.com/office/officeart/2005/8/layout/hierarchy1"/>
    <dgm:cxn modelId="{AB958D81-F672-4B26-B9FC-C7542033571E}" type="presOf" srcId="{28A50628-E64C-44CA-9E6C-9B72DA2E41C3}" destId="{9A5ECCFE-BBFC-4396-8566-4F1BD82CF7E6}" srcOrd="0" destOrd="0" presId="urn:microsoft.com/office/officeart/2005/8/layout/hierarchy1"/>
    <dgm:cxn modelId="{3BCE4384-20AC-4EC2-91EC-467ACD88A32C}" type="presOf" srcId="{43F2FB5E-EAF9-42E2-B449-29CE705F8F96}" destId="{C74AAF3D-4269-4B55-8A23-08EFE6E52874}" srcOrd="0" destOrd="0" presId="urn:microsoft.com/office/officeart/2005/8/layout/hierarchy1"/>
    <dgm:cxn modelId="{4FD0738B-9237-4692-A858-E3040E6F4876}" srcId="{2314286A-9BFD-422D-97DC-D0ECA4EC1B80}" destId="{ABDF298D-F3A3-4AB1-8DD3-D9822D237A67}" srcOrd="1" destOrd="0" parTransId="{CC7A1F3D-AB69-4854-BAB1-8E18FA3691AD}" sibTransId="{7CD1DE7D-48FF-4059-ADF7-B30388B897B2}"/>
    <dgm:cxn modelId="{A9CDCC93-1D4D-4B07-B3D4-E766BE88BC6B}" srcId="{2314286A-9BFD-422D-97DC-D0ECA4EC1B80}" destId="{28A50628-E64C-44CA-9E6C-9B72DA2E41C3}" srcOrd="0" destOrd="0" parTransId="{389AAB4E-DE47-4522-9471-0AF82D4D1A16}" sibTransId="{89F72B31-FD35-4ADA-B98C-3A1F40CEE45B}"/>
    <dgm:cxn modelId="{C88A0A94-2EFA-4A1E-9D34-E0EE5FAEB8B7}" srcId="{ABDF298D-F3A3-4AB1-8DD3-D9822D237A67}" destId="{2E6E6AD4-7029-4366-A836-8A452D2313E2}" srcOrd="0" destOrd="0" parTransId="{0E312765-A5D2-4777-A86B-F726304974CA}" sibTransId="{53E14B55-2A7A-4D42-BD2E-0D47BB2CB5BF}"/>
    <dgm:cxn modelId="{1868559D-D241-4694-A427-7A18DCFCDE85}" srcId="{6F3A2255-7677-4B7C-831B-2BE1857D56D0}" destId="{C68F2AA1-D0BE-4464-A3CC-6694256E99C3}" srcOrd="0" destOrd="0" parTransId="{ADB59D1C-87DB-4273-A30F-8E30D52A023F}" sibTransId="{6F8FD1AA-4024-4255-8AFD-53BE7879F9C7}"/>
    <dgm:cxn modelId="{F300FCB0-91ED-4844-A8E6-CF86E6498775}" type="presOf" srcId="{C68F2AA1-D0BE-4464-A3CC-6694256E99C3}" destId="{170BE58C-8109-4262-BF58-00329796E7AB}" srcOrd="0" destOrd="0" presId="urn:microsoft.com/office/officeart/2005/8/layout/hierarchy1"/>
    <dgm:cxn modelId="{A58386B1-D1BF-4CA2-9FAF-55034ED1BDC9}" srcId="{28A50628-E64C-44CA-9E6C-9B72DA2E41C3}" destId="{6F3A2255-7677-4B7C-831B-2BE1857D56D0}" srcOrd="0" destOrd="0" parTransId="{11C48E52-FA41-42F9-AC06-CFE6266F8DD4}" sibTransId="{57FF7F3A-E930-4985-8B2D-EEAD457F19CB}"/>
    <dgm:cxn modelId="{1D9BF0B3-8030-437E-951F-D8CF5D1ED43B}" type="presOf" srcId="{0E312765-A5D2-4777-A86B-F726304974CA}" destId="{A6A2772F-4E9D-4054-A201-2C85EFBEB5FD}" srcOrd="0" destOrd="0" presId="urn:microsoft.com/office/officeart/2005/8/layout/hierarchy1"/>
    <dgm:cxn modelId="{9B5415B4-E984-4DE6-976F-062EC92EBE9E}" type="presOf" srcId="{7B0339AE-A8F7-492D-AC84-34CD056C5BE4}" destId="{5C336C17-8D71-414A-AF8A-24E3D936B618}" srcOrd="0" destOrd="0" presId="urn:microsoft.com/office/officeart/2005/8/layout/hierarchy1"/>
    <dgm:cxn modelId="{448137BD-D376-46B0-A8B3-4B755E2531BC}" type="presOf" srcId="{ADB59D1C-87DB-4273-A30F-8E30D52A023F}" destId="{08D66C4A-E8A4-4B61-8A0B-049FE9814FD8}" srcOrd="0" destOrd="0" presId="urn:microsoft.com/office/officeart/2005/8/layout/hierarchy1"/>
    <dgm:cxn modelId="{EF795DCC-6059-4CF1-A1CB-421763C67473}" type="presOf" srcId="{2314286A-9BFD-422D-97DC-D0ECA4EC1B80}" destId="{C9025130-C171-46DC-BAA8-4889D6018D83}" srcOrd="0" destOrd="0" presId="urn:microsoft.com/office/officeart/2005/8/layout/hierarchy1"/>
    <dgm:cxn modelId="{94ECB2D3-0347-4CC3-98D3-F1AA073A4588}" type="presOf" srcId="{A0971214-D33A-4B96-8546-01D80A7F0DC0}" destId="{7392188F-7079-40C5-817C-0C33610CCDDB}" srcOrd="0" destOrd="0" presId="urn:microsoft.com/office/officeart/2005/8/layout/hierarchy1"/>
    <dgm:cxn modelId="{05F1E9DD-27A9-4ACD-96F1-28F3C2694AFC}" srcId="{7B0339AE-A8F7-492D-AC84-34CD056C5BE4}" destId="{2314286A-9BFD-422D-97DC-D0ECA4EC1B80}" srcOrd="0" destOrd="0" parTransId="{AA1D3BA1-C11F-4F9E-B9E4-0B62EAFAB64C}" sibTransId="{1886BE68-46AD-425A-9C37-546747F0EFAC}"/>
    <dgm:cxn modelId="{24D317E0-D7E0-4A1D-B591-1591FB75F751}" type="presOf" srcId="{4D88F78D-851E-40F3-AC43-C45CB6325857}" destId="{1843499C-7343-420D-B1CB-E14AED4153B4}" srcOrd="0" destOrd="0" presId="urn:microsoft.com/office/officeart/2005/8/layout/hierarchy1"/>
    <dgm:cxn modelId="{D35031E0-7BC1-4E0C-BAA5-0A6F5D736145}" srcId="{4D88F78D-851E-40F3-AC43-C45CB6325857}" destId="{8A501EA9-F00D-409B-9B8E-DDFE1672B8C2}" srcOrd="1" destOrd="0" parTransId="{43F2FB5E-EAF9-42E2-B449-29CE705F8F96}" sibTransId="{FEF0161D-FC2D-42C4-9AA7-FF3B622775D9}"/>
    <dgm:cxn modelId="{B5F604E7-5326-4EA0-9EDD-0A96BC83F80C}" type="presOf" srcId="{18270B9C-0914-427C-B45C-C6840CC4CCF0}" destId="{3DDA8E91-89D2-4148-A35A-8EFADEAF929A}" srcOrd="0" destOrd="0" presId="urn:microsoft.com/office/officeart/2005/8/layout/hierarchy1"/>
    <dgm:cxn modelId="{C95B3DF0-663B-45CF-A784-B4BC0A83132C}" type="presOf" srcId="{389AAB4E-DE47-4522-9471-0AF82D4D1A16}" destId="{CB2EC1AA-4C90-4B8A-A0B9-CA8E2BC3DEB9}" srcOrd="0" destOrd="0" presId="urn:microsoft.com/office/officeart/2005/8/layout/hierarchy1"/>
    <dgm:cxn modelId="{DD1C73F3-BC72-45F6-AE39-AACC0B9C99F1}" srcId="{4D88F78D-851E-40F3-AC43-C45CB6325857}" destId="{A0971214-D33A-4B96-8546-01D80A7F0DC0}" srcOrd="0" destOrd="0" parTransId="{5D38C4A0-BCAA-4687-BCEF-C5F53C7979D3}" sibTransId="{FACF8308-E7B3-4890-A89D-757A27897ECC}"/>
    <dgm:cxn modelId="{CBC3D9F6-C1E7-410D-ADA1-8AA5C797389F}" srcId="{C68F2AA1-D0BE-4464-A3CC-6694256E99C3}" destId="{18270B9C-0914-427C-B45C-C6840CC4CCF0}" srcOrd="0" destOrd="0" parTransId="{D9DEC9E9-8027-4ACC-8AA7-7E379F611532}" sibTransId="{4CCF7B3B-F86B-4B51-A466-EE610C318E4D}"/>
    <dgm:cxn modelId="{CD950C6C-E98F-4137-9EFF-1E9D2BAE374B}" type="presParOf" srcId="{5C336C17-8D71-414A-AF8A-24E3D936B618}" destId="{EA0806BF-D2D0-4759-9BBC-269BAC4C6A0F}" srcOrd="0" destOrd="0" presId="urn:microsoft.com/office/officeart/2005/8/layout/hierarchy1"/>
    <dgm:cxn modelId="{9E40A96D-4328-4966-8B89-C652E6D630D4}" type="presParOf" srcId="{EA0806BF-D2D0-4759-9BBC-269BAC4C6A0F}" destId="{AFC3553A-FDD8-4024-9498-906EADA25C9F}" srcOrd="0" destOrd="0" presId="urn:microsoft.com/office/officeart/2005/8/layout/hierarchy1"/>
    <dgm:cxn modelId="{52F806EF-5020-4725-8FCF-70EC55D85C57}" type="presParOf" srcId="{AFC3553A-FDD8-4024-9498-906EADA25C9F}" destId="{512C2A14-F862-45F3-809C-A2D10BF8FA1B}" srcOrd="0" destOrd="0" presId="urn:microsoft.com/office/officeart/2005/8/layout/hierarchy1"/>
    <dgm:cxn modelId="{438AFE29-D36E-40ED-B426-3DB70F50C2D2}" type="presParOf" srcId="{AFC3553A-FDD8-4024-9498-906EADA25C9F}" destId="{C9025130-C171-46DC-BAA8-4889D6018D83}" srcOrd="1" destOrd="0" presId="urn:microsoft.com/office/officeart/2005/8/layout/hierarchy1"/>
    <dgm:cxn modelId="{1222E521-4CE6-423D-9E44-FEA8A58EE426}" type="presParOf" srcId="{EA0806BF-D2D0-4759-9BBC-269BAC4C6A0F}" destId="{42B7DFF9-374C-4818-A234-C9DD7E459F59}" srcOrd="1" destOrd="0" presId="urn:microsoft.com/office/officeart/2005/8/layout/hierarchy1"/>
    <dgm:cxn modelId="{207928E5-26FD-4028-8FD4-8DB9DD40E112}" type="presParOf" srcId="{42B7DFF9-374C-4818-A234-C9DD7E459F59}" destId="{CB2EC1AA-4C90-4B8A-A0B9-CA8E2BC3DEB9}" srcOrd="0" destOrd="0" presId="urn:microsoft.com/office/officeart/2005/8/layout/hierarchy1"/>
    <dgm:cxn modelId="{3A919D18-F18B-411C-AC18-8795BE318E87}" type="presParOf" srcId="{42B7DFF9-374C-4818-A234-C9DD7E459F59}" destId="{BCA2DDAE-4103-4404-B4B8-AC8E05387EF8}" srcOrd="1" destOrd="0" presId="urn:microsoft.com/office/officeart/2005/8/layout/hierarchy1"/>
    <dgm:cxn modelId="{49146ED2-E5BA-47DC-9FF2-BDF56FC5E2C6}" type="presParOf" srcId="{BCA2DDAE-4103-4404-B4B8-AC8E05387EF8}" destId="{D093A48C-DBC6-4D57-AD72-FB29967FFE78}" srcOrd="0" destOrd="0" presId="urn:microsoft.com/office/officeart/2005/8/layout/hierarchy1"/>
    <dgm:cxn modelId="{745EE4E5-7857-40E3-B291-D7F29A359908}" type="presParOf" srcId="{D093A48C-DBC6-4D57-AD72-FB29967FFE78}" destId="{CA5D74DD-9035-413F-B725-CAAB26BD7551}" srcOrd="0" destOrd="0" presId="urn:microsoft.com/office/officeart/2005/8/layout/hierarchy1"/>
    <dgm:cxn modelId="{0F22A8B6-5940-4EA0-B206-42508364B126}" type="presParOf" srcId="{D093A48C-DBC6-4D57-AD72-FB29967FFE78}" destId="{9A5ECCFE-BBFC-4396-8566-4F1BD82CF7E6}" srcOrd="1" destOrd="0" presId="urn:microsoft.com/office/officeart/2005/8/layout/hierarchy1"/>
    <dgm:cxn modelId="{FE0C2607-2D39-4BD3-80F4-79C807CC02AD}" type="presParOf" srcId="{BCA2DDAE-4103-4404-B4B8-AC8E05387EF8}" destId="{F7682496-F7D6-41DA-906B-FF1C2402BE49}" srcOrd="1" destOrd="0" presId="urn:microsoft.com/office/officeart/2005/8/layout/hierarchy1"/>
    <dgm:cxn modelId="{03A0E295-585C-4882-B061-CB9A6F91F43E}" type="presParOf" srcId="{F7682496-F7D6-41DA-906B-FF1C2402BE49}" destId="{9C40E43C-894D-47BA-8B31-EC62FD799387}" srcOrd="0" destOrd="0" presId="urn:microsoft.com/office/officeart/2005/8/layout/hierarchy1"/>
    <dgm:cxn modelId="{75DD2736-AF27-4E2C-8C2F-C78E92B8AF29}" type="presParOf" srcId="{F7682496-F7D6-41DA-906B-FF1C2402BE49}" destId="{B226D57F-A99E-4C11-8A96-68F92B37B639}" srcOrd="1" destOrd="0" presId="urn:microsoft.com/office/officeart/2005/8/layout/hierarchy1"/>
    <dgm:cxn modelId="{2F2B174B-5289-4153-93B6-C14C2049073C}" type="presParOf" srcId="{B226D57F-A99E-4C11-8A96-68F92B37B639}" destId="{A3F8766D-FA5B-40F3-953B-DDEC98F580A8}" srcOrd="0" destOrd="0" presId="urn:microsoft.com/office/officeart/2005/8/layout/hierarchy1"/>
    <dgm:cxn modelId="{F9498786-A05B-4EF4-8F79-C055212F2FB4}" type="presParOf" srcId="{A3F8766D-FA5B-40F3-953B-DDEC98F580A8}" destId="{B8D7293C-2C2F-44A4-9D31-65699CA4542A}" srcOrd="0" destOrd="0" presId="urn:microsoft.com/office/officeart/2005/8/layout/hierarchy1"/>
    <dgm:cxn modelId="{8ABA5E6A-1E64-4416-B69C-11174CBD270D}" type="presParOf" srcId="{A3F8766D-FA5B-40F3-953B-DDEC98F580A8}" destId="{E2E639EE-75CA-4D84-BC92-76A2B4B2778C}" srcOrd="1" destOrd="0" presId="urn:microsoft.com/office/officeart/2005/8/layout/hierarchy1"/>
    <dgm:cxn modelId="{D9671CD7-9FAD-4E5A-A954-9635D0156D72}" type="presParOf" srcId="{B226D57F-A99E-4C11-8A96-68F92B37B639}" destId="{73BF0923-32C2-4F81-840B-CDC04247064D}" srcOrd="1" destOrd="0" presId="urn:microsoft.com/office/officeart/2005/8/layout/hierarchy1"/>
    <dgm:cxn modelId="{413B8030-F293-4EBA-AC0C-31DA60D6E5B1}" type="presParOf" srcId="{73BF0923-32C2-4F81-840B-CDC04247064D}" destId="{08D66C4A-E8A4-4B61-8A0B-049FE9814FD8}" srcOrd="0" destOrd="0" presId="urn:microsoft.com/office/officeart/2005/8/layout/hierarchy1"/>
    <dgm:cxn modelId="{E080576F-01BF-436B-8E37-5D0635B5222D}" type="presParOf" srcId="{73BF0923-32C2-4F81-840B-CDC04247064D}" destId="{59BB887B-7508-438E-B7D4-5BAFAAE98F1A}" srcOrd="1" destOrd="0" presId="urn:microsoft.com/office/officeart/2005/8/layout/hierarchy1"/>
    <dgm:cxn modelId="{1D7B9BF1-5FFB-4087-84FE-33186C911FAA}" type="presParOf" srcId="{59BB887B-7508-438E-B7D4-5BAFAAE98F1A}" destId="{14B22451-5185-4C70-AD74-899569204739}" srcOrd="0" destOrd="0" presId="urn:microsoft.com/office/officeart/2005/8/layout/hierarchy1"/>
    <dgm:cxn modelId="{4465CB8D-F4B4-472E-9522-5ECC2A7241FA}" type="presParOf" srcId="{14B22451-5185-4C70-AD74-899569204739}" destId="{69B794B4-130E-459B-9593-33A93D16277C}" srcOrd="0" destOrd="0" presId="urn:microsoft.com/office/officeart/2005/8/layout/hierarchy1"/>
    <dgm:cxn modelId="{DD31A974-4858-4EE8-A09E-A985F8BD1272}" type="presParOf" srcId="{14B22451-5185-4C70-AD74-899569204739}" destId="{170BE58C-8109-4262-BF58-00329796E7AB}" srcOrd="1" destOrd="0" presId="urn:microsoft.com/office/officeart/2005/8/layout/hierarchy1"/>
    <dgm:cxn modelId="{79926A59-247E-4EFA-BD7C-0E37B30FBFE0}" type="presParOf" srcId="{59BB887B-7508-438E-B7D4-5BAFAAE98F1A}" destId="{32878FFE-D99C-4273-B76E-5ADFD5E1262D}" srcOrd="1" destOrd="0" presId="urn:microsoft.com/office/officeart/2005/8/layout/hierarchy1"/>
    <dgm:cxn modelId="{8D051FDA-CCA2-44AB-AC52-AD8970A6F302}" type="presParOf" srcId="{32878FFE-D99C-4273-B76E-5ADFD5E1262D}" destId="{69CA2B6A-63AE-45C0-830B-117E9DA076F1}" srcOrd="0" destOrd="0" presId="urn:microsoft.com/office/officeart/2005/8/layout/hierarchy1"/>
    <dgm:cxn modelId="{D9830ED1-E4B8-433B-82FD-C7ED571023F4}" type="presParOf" srcId="{32878FFE-D99C-4273-B76E-5ADFD5E1262D}" destId="{66BA700C-C44C-4BF3-808A-251842F2CB48}" srcOrd="1" destOrd="0" presId="urn:microsoft.com/office/officeart/2005/8/layout/hierarchy1"/>
    <dgm:cxn modelId="{C659D68B-ADED-47CA-A4B3-D9F85AC61154}" type="presParOf" srcId="{66BA700C-C44C-4BF3-808A-251842F2CB48}" destId="{B3CFF443-7688-45EC-87FD-5146F49E1581}" srcOrd="0" destOrd="0" presId="urn:microsoft.com/office/officeart/2005/8/layout/hierarchy1"/>
    <dgm:cxn modelId="{AE8D1E53-2C84-4086-AAE0-D3469B361CAC}" type="presParOf" srcId="{B3CFF443-7688-45EC-87FD-5146F49E1581}" destId="{E014AE56-B609-4BE8-9451-6D8402775853}" srcOrd="0" destOrd="0" presId="urn:microsoft.com/office/officeart/2005/8/layout/hierarchy1"/>
    <dgm:cxn modelId="{076DAD4B-D65A-4745-8686-A51F0046B17E}" type="presParOf" srcId="{B3CFF443-7688-45EC-87FD-5146F49E1581}" destId="{3DDA8E91-89D2-4148-A35A-8EFADEAF929A}" srcOrd="1" destOrd="0" presId="urn:microsoft.com/office/officeart/2005/8/layout/hierarchy1"/>
    <dgm:cxn modelId="{651171FD-CAD6-400B-8EEB-0EF63CED0BAA}" type="presParOf" srcId="{66BA700C-C44C-4BF3-808A-251842F2CB48}" destId="{FD0E2C54-91E1-4318-BF59-02BAEA3D3C73}" srcOrd="1" destOrd="0" presId="urn:microsoft.com/office/officeart/2005/8/layout/hierarchy1"/>
    <dgm:cxn modelId="{E2378F95-B1AB-4382-8B39-27AD3C9D0866}" type="presParOf" srcId="{42B7DFF9-374C-4818-A234-C9DD7E459F59}" destId="{70CAF646-4F34-4FFC-8837-4D702111B0B5}" srcOrd="2" destOrd="0" presId="urn:microsoft.com/office/officeart/2005/8/layout/hierarchy1"/>
    <dgm:cxn modelId="{5A985287-1163-4EA6-BC1E-6297966B28F0}" type="presParOf" srcId="{42B7DFF9-374C-4818-A234-C9DD7E459F59}" destId="{A4CD08AA-6155-4E34-A015-2B02193CDD7A}" srcOrd="3" destOrd="0" presId="urn:microsoft.com/office/officeart/2005/8/layout/hierarchy1"/>
    <dgm:cxn modelId="{75C2F9B8-3F7A-4723-9BE9-0B51DA09AFC1}" type="presParOf" srcId="{A4CD08AA-6155-4E34-A015-2B02193CDD7A}" destId="{3D6BE735-AA8F-4D79-8418-4D19534EF0FA}" srcOrd="0" destOrd="0" presId="urn:microsoft.com/office/officeart/2005/8/layout/hierarchy1"/>
    <dgm:cxn modelId="{4D346B21-8279-46B6-BA3B-8BA4DF9DECF5}" type="presParOf" srcId="{3D6BE735-AA8F-4D79-8418-4D19534EF0FA}" destId="{C63351E4-C610-4CBE-A80F-8F31D88A030B}" srcOrd="0" destOrd="0" presId="urn:microsoft.com/office/officeart/2005/8/layout/hierarchy1"/>
    <dgm:cxn modelId="{21EAA67E-DB62-4D76-99F2-DBDFE770B7A3}" type="presParOf" srcId="{3D6BE735-AA8F-4D79-8418-4D19534EF0FA}" destId="{51DEC073-9C02-427B-BA64-19C8D199E663}" srcOrd="1" destOrd="0" presId="urn:microsoft.com/office/officeart/2005/8/layout/hierarchy1"/>
    <dgm:cxn modelId="{5F6ED0E6-E29C-4C46-A2D2-CBC14376852A}" type="presParOf" srcId="{A4CD08AA-6155-4E34-A015-2B02193CDD7A}" destId="{881D4E30-3891-41E4-8626-6C6E60354148}" srcOrd="1" destOrd="0" presId="urn:microsoft.com/office/officeart/2005/8/layout/hierarchy1"/>
    <dgm:cxn modelId="{7486473B-74D2-4213-8C3F-6402E14AB703}" type="presParOf" srcId="{881D4E30-3891-41E4-8626-6C6E60354148}" destId="{A6A2772F-4E9D-4054-A201-2C85EFBEB5FD}" srcOrd="0" destOrd="0" presId="urn:microsoft.com/office/officeart/2005/8/layout/hierarchy1"/>
    <dgm:cxn modelId="{944E67E5-5C3C-49EE-A39E-283F2A8A3A37}" type="presParOf" srcId="{881D4E30-3891-41E4-8626-6C6E60354148}" destId="{59D16072-2997-4908-BD8C-C5D84064BC42}" srcOrd="1" destOrd="0" presId="urn:microsoft.com/office/officeart/2005/8/layout/hierarchy1"/>
    <dgm:cxn modelId="{AAD8B024-FF23-4F13-9B60-5B67925B95DB}" type="presParOf" srcId="{59D16072-2997-4908-BD8C-C5D84064BC42}" destId="{303EEC4C-4A5D-4096-ACE0-C5D42ABFC7CC}" srcOrd="0" destOrd="0" presId="urn:microsoft.com/office/officeart/2005/8/layout/hierarchy1"/>
    <dgm:cxn modelId="{9AA4484E-6CAF-4206-BE62-101DFA7B0CC2}" type="presParOf" srcId="{303EEC4C-4A5D-4096-ACE0-C5D42ABFC7CC}" destId="{388D091C-8866-4BA0-9CBD-390BE01ACC0D}" srcOrd="0" destOrd="0" presId="urn:microsoft.com/office/officeart/2005/8/layout/hierarchy1"/>
    <dgm:cxn modelId="{82CF0F31-8E77-4C44-8CD6-8313C88D02E4}" type="presParOf" srcId="{303EEC4C-4A5D-4096-ACE0-C5D42ABFC7CC}" destId="{C1599ADE-C814-4832-84FE-EDFD3907398E}" srcOrd="1" destOrd="0" presId="urn:microsoft.com/office/officeart/2005/8/layout/hierarchy1"/>
    <dgm:cxn modelId="{9864A0AD-160A-4342-84E2-1F49A5D18CC1}" type="presParOf" srcId="{59D16072-2997-4908-BD8C-C5D84064BC42}" destId="{C3F91953-5916-4FBE-A8C0-CA29D267CE65}" srcOrd="1" destOrd="0" presId="urn:microsoft.com/office/officeart/2005/8/layout/hierarchy1"/>
    <dgm:cxn modelId="{7CA8D187-D441-40A2-94CC-40A18546022C}" type="presParOf" srcId="{881D4E30-3891-41E4-8626-6C6E60354148}" destId="{BC69B572-2F42-4CA7-BAD3-626FB705AACF}" srcOrd="2" destOrd="0" presId="urn:microsoft.com/office/officeart/2005/8/layout/hierarchy1"/>
    <dgm:cxn modelId="{F3884E1E-79FC-4B1C-A892-3AAAA712BF1D}" type="presParOf" srcId="{881D4E30-3891-41E4-8626-6C6E60354148}" destId="{738E88D5-3492-460D-A387-FAB7FB4F35D7}" srcOrd="3" destOrd="0" presId="urn:microsoft.com/office/officeart/2005/8/layout/hierarchy1"/>
    <dgm:cxn modelId="{C229F40D-2844-45DF-B948-F0D298FA9BC2}" type="presParOf" srcId="{738E88D5-3492-460D-A387-FAB7FB4F35D7}" destId="{4843A2F3-6E2A-458A-93A9-1E66B61D1DEC}" srcOrd="0" destOrd="0" presId="urn:microsoft.com/office/officeart/2005/8/layout/hierarchy1"/>
    <dgm:cxn modelId="{BAE7751A-7672-4408-8350-642AB396D554}" type="presParOf" srcId="{4843A2F3-6E2A-458A-93A9-1E66B61D1DEC}" destId="{A9EF0C14-4F1A-48F1-A715-87FD645AEE2E}" srcOrd="0" destOrd="0" presId="urn:microsoft.com/office/officeart/2005/8/layout/hierarchy1"/>
    <dgm:cxn modelId="{6A8F96D3-9240-45F8-B131-29E405615CC2}" type="presParOf" srcId="{4843A2F3-6E2A-458A-93A9-1E66B61D1DEC}" destId="{1843499C-7343-420D-B1CB-E14AED4153B4}" srcOrd="1" destOrd="0" presId="urn:microsoft.com/office/officeart/2005/8/layout/hierarchy1"/>
    <dgm:cxn modelId="{5CC7EDB5-7BDD-4149-829D-9F2D58185F64}" type="presParOf" srcId="{738E88D5-3492-460D-A387-FAB7FB4F35D7}" destId="{CF8CFEDA-2898-4799-8746-719995E98EF3}" srcOrd="1" destOrd="0" presId="urn:microsoft.com/office/officeart/2005/8/layout/hierarchy1"/>
    <dgm:cxn modelId="{2EE5CA64-2539-4C62-9B29-2E18E0D6C710}" type="presParOf" srcId="{CF8CFEDA-2898-4799-8746-719995E98EF3}" destId="{E727D69D-7A60-42AA-A0AD-F301F7C8CD98}" srcOrd="0" destOrd="0" presId="urn:microsoft.com/office/officeart/2005/8/layout/hierarchy1"/>
    <dgm:cxn modelId="{41C12846-37CF-4D77-87DF-F85FD4C468E7}" type="presParOf" srcId="{CF8CFEDA-2898-4799-8746-719995E98EF3}" destId="{72EF1892-3CA1-4C99-B49B-39BE7F2E2F2E}" srcOrd="1" destOrd="0" presId="urn:microsoft.com/office/officeart/2005/8/layout/hierarchy1"/>
    <dgm:cxn modelId="{A15F5E71-A4F6-4D70-9600-0BB85D835C30}" type="presParOf" srcId="{72EF1892-3CA1-4C99-B49B-39BE7F2E2F2E}" destId="{2242D420-591E-4748-814E-14491BB35696}" srcOrd="0" destOrd="0" presId="urn:microsoft.com/office/officeart/2005/8/layout/hierarchy1"/>
    <dgm:cxn modelId="{D5822672-0984-451F-A0D9-29A08E16A064}" type="presParOf" srcId="{2242D420-591E-4748-814E-14491BB35696}" destId="{0A84625B-8DA6-41CE-BF9A-FC0C65C47441}" srcOrd="0" destOrd="0" presId="urn:microsoft.com/office/officeart/2005/8/layout/hierarchy1"/>
    <dgm:cxn modelId="{5336DAC5-F1F4-4D02-ABE6-0D5AAEF4B260}" type="presParOf" srcId="{2242D420-591E-4748-814E-14491BB35696}" destId="{7392188F-7079-40C5-817C-0C33610CCDDB}" srcOrd="1" destOrd="0" presId="urn:microsoft.com/office/officeart/2005/8/layout/hierarchy1"/>
    <dgm:cxn modelId="{59798035-18E4-4272-B712-B3AA94A2425B}" type="presParOf" srcId="{72EF1892-3CA1-4C99-B49B-39BE7F2E2F2E}" destId="{7DE62E04-6262-4903-B0C4-C2D25B7A3EC4}" srcOrd="1" destOrd="0" presId="urn:microsoft.com/office/officeart/2005/8/layout/hierarchy1"/>
    <dgm:cxn modelId="{E4B9406C-FA27-4EC0-9308-C17140A6BCB8}" type="presParOf" srcId="{CF8CFEDA-2898-4799-8746-719995E98EF3}" destId="{C74AAF3D-4269-4B55-8A23-08EFE6E52874}" srcOrd="2" destOrd="0" presId="urn:microsoft.com/office/officeart/2005/8/layout/hierarchy1"/>
    <dgm:cxn modelId="{2C2C99DB-8526-457E-A336-E5DD46AFFC42}" type="presParOf" srcId="{CF8CFEDA-2898-4799-8746-719995E98EF3}" destId="{C7F42077-7834-4B26-93AF-A916DA72AF4A}" srcOrd="3" destOrd="0" presId="urn:microsoft.com/office/officeart/2005/8/layout/hierarchy1"/>
    <dgm:cxn modelId="{B495705F-841E-489F-B55A-CD42F9CB7468}" type="presParOf" srcId="{C7F42077-7834-4B26-93AF-A916DA72AF4A}" destId="{5B2F0279-1789-48F0-8D6A-F6AA20FDB092}" srcOrd="0" destOrd="0" presId="urn:microsoft.com/office/officeart/2005/8/layout/hierarchy1"/>
    <dgm:cxn modelId="{4645B73E-8588-4E9B-A962-47941EC2C9F8}" type="presParOf" srcId="{5B2F0279-1789-48F0-8D6A-F6AA20FDB092}" destId="{2CEEF2F5-B322-43B1-8634-6173D1E1ADD7}" srcOrd="0" destOrd="0" presId="urn:microsoft.com/office/officeart/2005/8/layout/hierarchy1"/>
    <dgm:cxn modelId="{4BE5291E-BF10-47EB-9EAE-851E85B49AC4}" type="presParOf" srcId="{5B2F0279-1789-48F0-8D6A-F6AA20FDB092}" destId="{81BA2F96-A6A0-47EC-86F9-5ACCD4204139}" srcOrd="1" destOrd="0" presId="urn:microsoft.com/office/officeart/2005/8/layout/hierarchy1"/>
    <dgm:cxn modelId="{6F9A15DE-6B7E-4FE8-B4B9-0AED2C99491E}" type="presParOf" srcId="{C7F42077-7834-4B26-93AF-A916DA72AF4A}" destId="{C2D5C16E-1289-4664-BAE7-962CDABD35C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347710" cy="5140326"/>
        <a:chOff x="0" y="0"/>
        <a:chExt cx="8347710" cy="5140326"/>
      </a:xfrm>
    </dsp:grpSpPr>
    <dsp:sp modelId="{CB2EC1AA-4C90-4B8A-A0B9-CA8E2BC3DEB9}">
      <dsp:nvSpPr>
        <dsp:cNvPr id="5" name="Freeform 4"/>
        <dsp:cNvSpPr/>
      </dsp:nvSpPr>
      <dsp:spPr bwMode="white">
        <a:xfrm>
          <a:off x="1463662" y="678803"/>
          <a:ext cx="2568376" cy="619593"/>
        </a:xfrm>
        <a:custGeom>
          <a:avLst/>
          <a:gdLst/>
          <a:ahLst/>
          <a:cxnLst/>
          <a:pathLst>
            <a:path w="4045" h="976">
              <a:moveTo>
                <a:pt x="4045" y="0"/>
              </a:moveTo>
              <a:lnTo>
                <a:pt x="4045" y="777"/>
              </a:lnTo>
              <a:lnTo>
                <a:pt x="0" y="777"/>
              </a:lnTo>
              <a:lnTo>
                <a:pt x="0" y="97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463662" y="678803"/>
        <a:ext cx="2568376" cy="619593"/>
      </dsp:txXfrm>
    </dsp:sp>
    <dsp:sp modelId="{9C40E43C-894D-47BA-8B31-EC62FD799387}">
      <dsp:nvSpPr>
        <dsp:cNvPr id="8" name="Freeform 7"/>
        <dsp:cNvSpPr/>
      </dsp:nvSpPr>
      <dsp:spPr bwMode="white">
        <a:xfrm>
          <a:off x="1463662" y="1921469"/>
          <a:ext cx="0" cy="285371"/>
        </a:xfrm>
        <a:custGeom>
          <a:avLst/>
          <a:gdLst/>
          <a:ahLst/>
          <a:cxnLst/>
          <a:pathLst>
            <a:path h="449">
              <a:moveTo>
                <a:pt x="0" y="0"/>
              </a:moveTo>
              <a:lnTo>
                <a:pt x="0" y="449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463662" y="1921469"/>
        <a:ext cx="0" cy="285371"/>
      </dsp:txXfrm>
    </dsp:sp>
    <dsp:sp modelId="{08D66C4A-E8A4-4B61-8A0B-049FE9814FD8}">
      <dsp:nvSpPr>
        <dsp:cNvPr id="11" name="Freeform 10"/>
        <dsp:cNvSpPr/>
      </dsp:nvSpPr>
      <dsp:spPr bwMode="white">
        <a:xfrm>
          <a:off x="1463662" y="2829913"/>
          <a:ext cx="51877" cy="236653"/>
        </a:xfrm>
        <a:custGeom>
          <a:avLst/>
          <a:gdLst/>
          <a:ahLst/>
          <a:cxnLst/>
          <a:pathLst>
            <a:path w="82" h="373">
              <a:moveTo>
                <a:pt x="0" y="0"/>
              </a:moveTo>
              <a:lnTo>
                <a:pt x="0" y="174"/>
              </a:lnTo>
              <a:lnTo>
                <a:pt x="82" y="174"/>
              </a:lnTo>
              <a:lnTo>
                <a:pt x="82" y="373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463662" y="2829913"/>
        <a:ext cx="51877" cy="236653"/>
      </dsp:txXfrm>
    </dsp:sp>
    <dsp:sp modelId="{69CA2B6A-63AE-45C0-830B-117E9DA076F1}">
      <dsp:nvSpPr>
        <dsp:cNvPr id="14" name="Freeform 13"/>
        <dsp:cNvSpPr/>
      </dsp:nvSpPr>
      <dsp:spPr bwMode="white">
        <a:xfrm>
          <a:off x="1463662" y="3689638"/>
          <a:ext cx="51877" cy="334089"/>
        </a:xfrm>
        <a:custGeom>
          <a:avLst/>
          <a:gdLst/>
          <a:ahLst/>
          <a:cxnLst/>
          <a:pathLst>
            <a:path w="82" h="526">
              <a:moveTo>
                <a:pt x="82" y="0"/>
              </a:moveTo>
              <a:lnTo>
                <a:pt x="82" y="328"/>
              </a:lnTo>
              <a:lnTo>
                <a:pt x="0" y="328"/>
              </a:lnTo>
              <a:lnTo>
                <a:pt x="0" y="526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463662" y="3689638"/>
        <a:ext cx="51877" cy="334089"/>
      </dsp:txXfrm>
    </dsp:sp>
    <dsp:sp modelId="{70CAF646-4F34-4FFC-8837-4D702111B0B5}">
      <dsp:nvSpPr>
        <dsp:cNvPr id="17" name="Freeform 16"/>
        <dsp:cNvSpPr/>
      </dsp:nvSpPr>
      <dsp:spPr bwMode="white">
        <a:xfrm>
          <a:off x="4032038" y="678803"/>
          <a:ext cx="1415127" cy="619593"/>
        </a:xfrm>
        <a:custGeom>
          <a:avLst/>
          <a:gdLst/>
          <a:ahLst/>
          <a:cxnLst/>
          <a:pathLst>
            <a:path w="2229" h="976">
              <a:moveTo>
                <a:pt x="0" y="0"/>
              </a:moveTo>
              <a:lnTo>
                <a:pt x="0" y="777"/>
              </a:lnTo>
              <a:lnTo>
                <a:pt x="2229" y="777"/>
              </a:lnTo>
              <a:lnTo>
                <a:pt x="2229" y="97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032038" y="678803"/>
        <a:ext cx="1415127" cy="619593"/>
      </dsp:txXfrm>
    </dsp:sp>
    <dsp:sp modelId="{A6A2772F-4E9D-4054-A201-2C85EFBEB5FD}">
      <dsp:nvSpPr>
        <dsp:cNvPr id="20" name="Freeform 19"/>
        <dsp:cNvSpPr/>
      </dsp:nvSpPr>
      <dsp:spPr bwMode="white">
        <a:xfrm>
          <a:off x="4297845" y="1921469"/>
          <a:ext cx="1149320" cy="534637"/>
        </a:xfrm>
        <a:custGeom>
          <a:avLst/>
          <a:gdLst/>
          <a:ahLst/>
          <a:cxnLst/>
          <a:pathLst>
            <a:path w="1810" h="842">
              <a:moveTo>
                <a:pt x="1810" y="0"/>
              </a:moveTo>
              <a:lnTo>
                <a:pt x="1810" y="643"/>
              </a:lnTo>
              <a:lnTo>
                <a:pt x="0" y="643"/>
              </a:lnTo>
              <a:lnTo>
                <a:pt x="0" y="842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297845" y="1921469"/>
        <a:ext cx="1149320" cy="534637"/>
      </dsp:txXfrm>
    </dsp:sp>
    <dsp:sp modelId="{BC69B572-2F42-4CA7-BAD3-626FB705AACF}">
      <dsp:nvSpPr>
        <dsp:cNvPr id="23" name="Freeform 22"/>
        <dsp:cNvSpPr/>
      </dsp:nvSpPr>
      <dsp:spPr bwMode="white">
        <a:xfrm>
          <a:off x="5447165" y="1921469"/>
          <a:ext cx="991967" cy="534637"/>
        </a:xfrm>
        <a:custGeom>
          <a:avLst/>
          <a:gdLst/>
          <a:ahLst/>
          <a:cxnLst/>
          <a:pathLst>
            <a:path w="1562" h="842">
              <a:moveTo>
                <a:pt x="0" y="0"/>
              </a:moveTo>
              <a:lnTo>
                <a:pt x="0" y="643"/>
              </a:lnTo>
              <a:lnTo>
                <a:pt x="1562" y="643"/>
              </a:lnTo>
              <a:lnTo>
                <a:pt x="1562" y="842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447165" y="1921469"/>
        <a:ext cx="991967" cy="534637"/>
      </dsp:txXfrm>
    </dsp:sp>
    <dsp:sp modelId="{E727D69D-7A60-42AA-A0AD-F301F7C8CD98}">
      <dsp:nvSpPr>
        <dsp:cNvPr id="26" name="Freeform 25"/>
        <dsp:cNvSpPr/>
      </dsp:nvSpPr>
      <dsp:spPr bwMode="white">
        <a:xfrm>
          <a:off x="5368889" y="3079180"/>
          <a:ext cx="1070244" cy="693259"/>
        </a:xfrm>
        <a:custGeom>
          <a:avLst/>
          <a:gdLst/>
          <a:ahLst/>
          <a:cxnLst/>
          <a:pathLst>
            <a:path w="1685" h="1092">
              <a:moveTo>
                <a:pt x="1685" y="0"/>
              </a:moveTo>
              <a:lnTo>
                <a:pt x="1685" y="893"/>
              </a:lnTo>
              <a:lnTo>
                <a:pt x="0" y="893"/>
              </a:lnTo>
              <a:lnTo>
                <a:pt x="0" y="1092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368889" y="3079180"/>
        <a:ext cx="1070244" cy="693259"/>
      </dsp:txXfrm>
    </dsp:sp>
    <dsp:sp modelId="{C74AAF3D-4269-4B55-8A23-08EFE6E52874}">
      <dsp:nvSpPr>
        <dsp:cNvPr id="29" name="Freeform 28"/>
        <dsp:cNvSpPr/>
      </dsp:nvSpPr>
      <dsp:spPr bwMode="white">
        <a:xfrm>
          <a:off x="6439133" y="3079180"/>
          <a:ext cx="985045" cy="693259"/>
        </a:xfrm>
        <a:custGeom>
          <a:avLst/>
          <a:gdLst/>
          <a:ahLst/>
          <a:cxnLst/>
          <a:pathLst>
            <a:path w="1551" h="1092">
              <a:moveTo>
                <a:pt x="0" y="0"/>
              </a:moveTo>
              <a:lnTo>
                <a:pt x="0" y="893"/>
              </a:lnTo>
              <a:lnTo>
                <a:pt x="1551" y="893"/>
              </a:lnTo>
              <a:lnTo>
                <a:pt x="1551" y="1092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6439133" y="3079180"/>
        <a:ext cx="985045" cy="693259"/>
      </dsp:txXfrm>
    </dsp:sp>
    <dsp:sp modelId="{512C2A14-F862-45F3-809C-A2D10BF8FA1B}">
      <dsp:nvSpPr>
        <dsp:cNvPr id="3" name="Rounded Rectangle 2"/>
        <dsp:cNvSpPr/>
      </dsp:nvSpPr>
      <dsp:spPr bwMode="white">
        <a:xfrm>
          <a:off x="2825931" y="55731"/>
          <a:ext cx="2412214" cy="6230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825931" y="55731"/>
        <a:ext cx="2412214" cy="623073"/>
      </dsp:txXfrm>
    </dsp:sp>
    <dsp:sp modelId="{C9025130-C171-46DC-BAA8-4889D6018D83}">
      <dsp:nvSpPr>
        <dsp:cNvPr id="4" name="Rounded Rectangle 3"/>
        <dsp:cNvSpPr/>
      </dsp:nvSpPr>
      <dsp:spPr bwMode="white">
        <a:xfrm>
          <a:off x="2934955" y="159303"/>
          <a:ext cx="2412214" cy="623073"/>
        </a:xfrm>
        <a:prstGeom prst="roundRect">
          <a:avLst>
            <a:gd name="adj" fmla="val 10000"/>
          </a:avLst>
        </a:prstGeom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Optical </a:t>
          </a:r>
          <a:r>
            <a:rPr lang="en-IN" sz="2000" b="1" dirty="0" err="1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Fibers</a:t>
          </a:r>
          <a:endParaRPr lang="en-IN" sz="2000" b="1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34955" y="159303"/>
        <a:ext cx="2412214" cy="623073"/>
      </dsp:txXfrm>
    </dsp:sp>
    <dsp:sp modelId="{CA5D74DD-9035-413F-B725-CAAB26BD7551}">
      <dsp:nvSpPr>
        <dsp:cNvPr id="6" name="Rounded Rectangle 5"/>
        <dsp:cNvSpPr/>
      </dsp:nvSpPr>
      <dsp:spPr bwMode="white">
        <a:xfrm>
          <a:off x="117398" y="1298397"/>
          <a:ext cx="2692528" cy="6230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17398" y="1298397"/>
        <a:ext cx="2692528" cy="623073"/>
      </dsp:txXfrm>
    </dsp:sp>
    <dsp:sp modelId="{9A5ECCFE-BBFC-4396-8566-4F1BD82CF7E6}">
      <dsp:nvSpPr>
        <dsp:cNvPr id="7" name="Rounded Rectangle 6"/>
        <dsp:cNvSpPr/>
      </dsp:nvSpPr>
      <dsp:spPr bwMode="white">
        <a:xfrm>
          <a:off x="226422" y="1401970"/>
          <a:ext cx="2692528" cy="623073"/>
        </a:xfrm>
        <a:prstGeom prst="roundRect">
          <a:avLst>
            <a:gd name="adj" fmla="val 10000"/>
          </a:avLst>
        </a:prstGeom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Based on materials</a:t>
          </a:r>
          <a:endParaRPr>
            <a:solidFill>
              <a:schemeClr val="dk1"/>
            </a:solidFill>
          </a:endParaRPr>
        </a:p>
      </dsp:txBody>
      <dsp:txXfrm>
        <a:off x="226422" y="1401970"/>
        <a:ext cx="2692528" cy="623073"/>
      </dsp:txXfrm>
    </dsp:sp>
    <dsp:sp modelId="{B8D7293C-2C2F-44A4-9D31-65699CA4542A}">
      <dsp:nvSpPr>
        <dsp:cNvPr id="9" name="Rounded Rectangle 8"/>
        <dsp:cNvSpPr/>
      </dsp:nvSpPr>
      <dsp:spPr bwMode="white">
        <a:xfrm>
          <a:off x="483245" y="2206840"/>
          <a:ext cx="1960835" cy="6230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83245" y="2206840"/>
        <a:ext cx="1960835" cy="623073"/>
      </dsp:txXfrm>
    </dsp:sp>
    <dsp:sp modelId="{E2E639EE-75CA-4D84-BC92-76A2B4B2778C}">
      <dsp:nvSpPr>
        <dsp:cNvPr id="10" name="Rounded Rectangle 9"/>
        <dsp:cNvSpPr/>
      </dsp:nvSpPr>
      <dsp:spPr bwMode="white">
        <a:xfrm>
          <a:off x="592269" y="2310413"/>
          <a:ext cx="1960835" cy="623073"/>
        </a:xfrm>
        <a:prstGeom prst="roundRect">
          <a:avLst>
            <a:gd name="adj" fmla="val 10000"/>
          </a:avLst>
        </a:prstGeom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Glass </a:t>
          </a:r>
          <a:r>
            <a:rPr lang="en-IN" sz="2000" b="1" dirty="0" err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Fibers</a:t>
          </a:r>
          <a:endParaRPr lang="en-IN" sz="2000" b="1" dirty="0"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2269" y="2310413"/>
        <a:ext cx="1960835" cy="623073"/>
      </dsp:txXfrm>
    </dsp:sp>
    <dsp:sp modelId="{69B794B4-130E-459B-9593-33A93D16277C}">
      <dsp:nvSpPr>
        <dsp:cNvPr id="12" name="Rounded Rectangle 11"/>
        <dsp:cNvSpPr/>
      </dsp:nvSpPr>
      <dsp:spPr bwMode="white">
        <a:xfrm>
          <a:off x="51877" y="3066566"/>
          <a:ext cx="2927324" cy="6230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51877" y="3066566"/>
        <a:ext cx="2927324" cy="623073"/>
      </dsp:txXfrm>
    </dsp:sp>
    <dsp:sp modelId="{170BE58C-8109-4262-BF58-00329796E7AB}">
      <dsp:nvSpPr>
        <dsp:cNvPr id="13" name="Rounded Rectangle 12"/>
        <dsp:cNvSpPr/>
      </dsp:nvSpPr>
      <dsp:spPr bwMode="white">
        <a:xfrm>
          <a:off x="160901" y="3170138"/>
          <a:ext cx="2927324" cy="623073"/>
        </a:xfrm>
        <a:prstGeom prst="roundRect">
          <a:avLst>
            <a:gd name="adj" fmla="val 10000"/>
          </a:avLst>
        </a:prstGeom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Glass Core-Plastic Clad </a:t>
          </a:r>
          <a:r>
            <a:rPr lang="en-IN" sz="2000" b="1" dirty="0" err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fibers</a:t>
          </a:r>
          <a:endParaRPr lang="en-IN" sz="2000" b="1" dirty="0"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0901" y="3170138"/>
        <a:ext cx="2927324" cy="623073"/>
      </dsp:txXfrm>
    </dsp:sp>
    <dsp:sp modelId="{E014AE56-B609-4BE8-9451-6D8402775853}">
      <dsp:nvSpPr>
        <dsp:cNvPr id="15" name="Rounded Rectangle 14"/>
        <dsp:cNvSpPr/>
      </dsp:nvSpPr>
      <dsp:spPr bwMode="white">
        <a:xfrm>
          <a:off x="409800" y="4023727"/>
          <a:ext cx="2107723" cy="6230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9800" y="4023727"/>
        <a:ext cx="2107723" cy="623073"/>
      </dsp:txXfrm>
    </dsp:sp>
    <dsp:sp modelId="{3DDA8E91-89D2-4148-A35A-8EFADEAF929A}">
      <dsp:nvSpPr>
        <dsp:cNvPr id="16" name="Rounded Rectangle 15"/>
        <dsp:cNvSpPr/>
      </dsp:nvSpPr>
      <dsp:spPr bwMode="white">
        <a:xfrm>
          <a:off x="518825" y="4127300"/>
          <a:ext cx="2107723" cy="623073"/>
        </a:xfrm>
        <a:prstGeom prst="roundRect">
          <a:avLst>
            <a:gd name="adj" fmla="val 10000"/>
          </a:avLst>
        </a:prstGeom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Plastic </a:t>
          </a:r>
          <a:r>
            <a:rPr lang="en-IN" sz="2000" b="1" dirty="0" err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Fibers</a:t>
          </a:r>
          <a:endParaRPr lang="en-IN" sz="2000" b="1" dirty="0"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8825" y="4127300"/>
        <a:ext cx="2107723" cy="623073"/>
      </dsp:txXfrm>
    </dsp:sp>
    <dsp:sp modelId="{C63351E4-C610-4CBE-A80F-8F31D88A030B}">
      <dsp:nvSpPr>
        <dsp:cNvPr id="18" name="Rounded Rectangle 17"/>
        <dsp:cNvSpPr/>
      </dsp:nvSpPr>
      <dsp:spPr bwMode="white">
        <a:xfrm>
          <a:off x="3027974" y="1298397"/>
          <a:ext cx="4838382" cy="6230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3027974" y="1298397"/>
        <a:ext cx="4838382" cy="623073"/>
      </dsp:txXfrm>
    </dsp:sp>
    <dsp:sp modelId="{51DEC073-9C02-427B-BA64-19C8D199E663}">
      <dsp:nvSpPr>
        <dsp:cNvPr id="19" name="Rounded Rectangle 18"/>
        <dsp:cNvSpPr/>
      </dsp:nvSpPr>
      <dsp:spPr bwMode="white">
        <a:xfrm>
          <a:off x="3136999" y="1401970"/>
          <a:ext cx="4838382" cy="623073"/>
        </a:xfrm>
        <a:prstGeom prst="roundRect">
          <a:avLst>
            <a:gd name="adj" fmla="val 10000"/>
          </a:avLst>
        </a:prstGeom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Based on refractive index and modes of propagation</a:t>
          </a:r>
          <a:endParaRPr>
            <a:solidFill>
              <a:schemeClr val="dk1"/>
            </a:solidFill>
          </a:endParaRPr>
        </a:p>
      </dsp:txBody>
      <dsp:txXfrm>
        <a:off x="3136999" y="1401970"/>
        <a:ext cx="4838382" cy="623073"/>
      </dsp:txXfrm>
    </dsp:sp>
    <dsp:sp modelId="{388D091C-8866-4BA0-9CBD-390BE01ACC0D}">
      <dsp:nvSpPr>
        <dsp:cNvPr id="21" name="Rounded Rectangle 20"/>
        <dsp:cNvSpPr/>
      </dsp:nvSpPr>
      <dsp:spPr bwMode="white">
        <a:xfrm>
          <a:off x="3445378" y="2456107"/>
          <a:ext cx="1704933" cy="6230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3445378" y="2456107"/>
        <a:ext cx="1704933" cy="623073"/>
      </dsp:txXfrm>
    </dsp:sp>
    <dsp:sp modelId="{C1599ADE-C814-4832-84FE-EDFD3907398E}">
      <dsp:nvSpPr>
        <dsp:cNvPr id="22" name="Rounded Rectangle 21"/>
        <dsp:cNvSpPr/>
      </dsp:nvSpPr>
      <dsp:spPr bwMode="white">
        <a:xfrm>
          <a:off x="3554402" y="2559680"/>
          <a:ext cx="1704933" cy="623073"/>
        </a:xfrm>
        <a:prstGeom prst="roundRect">
          <a:avLst>
            <a:gd name="adj" fmla="val 10000"/>
          </a:avLst>
        </a:prstGeom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Single Mode</a:t>
          </a:r>
          <a:endParaRPr>
            <a:solidFill>
              <a:schemeClr val="dk1"/>
            </a:solidFill>
          </a:endParaRPr>
        </a:p>
      </dsp:txBody>
      <dsp:txXfrm>
        <a:off x="3554402" y="2559680"/>
        <a:ext cx="1704933" cy="623073"/>
      </dsp:txXfrm>
    </dsp:sp>
    <dsp:sp modelId="{A9EF0C14-4F1A-48F1-A715-87FD645AEE2E}">
      <dsp:nvSpPr>
        <dsp:cNvPr id="24" name="Rounded Rectangle 23"/>
        <dsp:cNvSpPr/>
      </dsp:nvSpPr>
      <dsp:spPr bwMode="white">
        <a:xfrm>
          <a:off x="5458602" y="2456107"/>
          <a:ext cx="1961061" cy="6230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5458602" y="2456107"/>
        <a:ext cx="1961061" cy="623073"/>
      </dsp:txXfrm>
    </dsp:sp>
    <dsp:sp modelId="{1843499C-7343-420D-B1CB-E14AED4153B4}">
      <dsp:nvSpPr>
        <dsp:cNvPr id="25" name="Rounded Rectangle 24"/>
        <dsp:cNvSpPr/>
      </dsp:nvSpPr>
      <dsp:spPr bwMode="white">
        <a:xfrm>
          <a:off x="5567626" y="2559680"/>
          <a:ext cx="1961061" cy="623073"/>
        </a:xfrm>
        <a:prstGeom prst="roundRect">
          <a:avLst>
            <a:gd name="adj" fmla="val 10000"/>
          </a:avLst>
        </a:prstGeom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Multimode</a:t>
          </a:r>
          <a:endParaRPr>
            <a:solidFill>
              <a:schemeClr val="dk1"/>
            </a:solidFill>
          </a:endParaRPr>
        </a:p>
      </dsp:txBody>
      <dsp:txXfrm>
        <a:off x="5567626" y="2559680"/>
        <a:ext cx="1961061" cy="623073"/>
      </dsp:txXfrm>
    </dsp:sp>
    <dsp:sp modelId="{0A84625B-8DA6-41CE-BF9A-FC0C65C47441}">
      <dsp:nvSpPr>
        <dsp:cNvPr id="27" name="Rounded Rectangle 26"/>
        <dsp:cNvSpPr/>
      </dsp:nvSpPr>
      <dsp:spPr bwMode="white">
        <a:xfrm>
          <a:off x="4451990" y="3772439"/>
          <a:ext cx="1833797" cy="6230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451990" y="3772439"/>
        <a:ext cx="1833797" cy="623073"/>
      </dsp:txXfrm>
    </dsp:sp>
    <dsp:sp modelId="{7392188F-7079-40C5-817C-0C33610CCDDB}">
      <dsp:nvSpPr>
        <dsp:cNvPr id="28" name="Rounded Rectangle 27"/>
        <dsp:cNvSpPr/>
      </dsp:nvSpPr>
      <dsp:spPr bwMode="white">
        <a:xfrm>
          <a:off x="4561014" y="3876011"/>
          <a:ext cx="1833797" cy="623073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Index</a:t>
          </a:r>
          <a:endParaRPr>
            <a:solidFill>
              <a:schemeClr val="dk1"/>
            </a:solidFill>
          </a:endParaRPr>
        </a:p>
      </dsp:txBody>
      <dsp:txXfrm>
        <a:off x="4561014" y="3876011"/>
        <a:ext cx="1833797" cy="623073"/>
      </dsp:txXfrm>
    </dsp:sp>
    <dsp:sp modelId="{2CEEF2F5-B322-43B1-8634-6173D1E1ADD7}">
      <dsp:nvSpPr>
        <dsp:cNvPr id="30" name="Rounded Rectangle 29"/>
        <dsp:cNvSpPr/>
      </dsp:nvSpPr>
      <dsp:spPr bwMode="white">
        <a:xfrm>
          <a:off x="6620070" y="3772439"/>
          <a:ext cx="1608215" cy="6230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6620070" y="3772439"/>
        <a:ext cx="1608215" cy="623073"/>
      </dsp:txXfrm>
    </dsp:sp>
    <dsp:sp modelId="{81BA2F96-A6A0-47EC-86F9-5ACCD4204139}">
      <dsp:nvSpPr>
        <dsp:cNvPr id="31" name="Rounded Rectangle 30"/>
        <dsp:cNvSpPr/>
      </dsp:nvSpPr>
      <dsp:spPr bwMode="white">
        <a:xfrm>
          <a:off x="6729094" y="3876011"/>
          <a:ext cx="1608215" cy="623073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Graded Index</a:t>
          </a:r>
          <a:endParaRPr>
            <a:solidFill>
              <a:schemeClr val="dk1"/>
            </a:solidFill>
          </a:endParaRPr>
        </a:p>
      </dsp:txBody>
      <dsp:txXfrm>
        <a:off x="6729094" y="3876011"/>
        <a:ext cx="1608215" cy="6230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1T06:23:24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0.000 0.000 945,'0.000'0.000'105,"0.000"0.000"41,0.000 0.000-112,0.000 0.000-34,0.000 0.000-54,0.000 0.000-125,17.000 13.000-87,-1.000-2.000-297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1T06:23:32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0.000 405.000 971,'0.000'0.000'21,"0.000"0.000"55,0.000 0.000-71,0.000 0.000-5,0.000 0.000-35,0.000 0.000-128,12.000 38.000-142</inkml:trace>
  <inkml:trace contextRef="#ctx0" brushRef="#br0">6615.000 113.000 67,'0.000'0.000'773,"0.000"0.000"-655,0.000 0.000-1,0.000 0.000-103,0.000 0.000-14,0.000 0.000-163,-25.000-8.000-124,25.000 15.000-172</inkml:trace>
  <inkml:trace contextRef="#ctx0" brushRef="#br0">7511.000 3.000 951,'0.000'0.000'58,"0.000"0.000"86,0.000 0.000-98,0.000 0.000-46,0.000 0.000-105,0.000 0.000-134,-13.000-4.000-48,22.000 11.000-215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1T06:23:33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145.000 0.000 725,'0.000'0.000'205,"0.000"0.000"-83,0.000 0.000-56,0.000 0.000-53,0.000 0.000-7,0.000 0.000 24,-6.000 59.000 12,-14.000-29.000-7,-5.000-1.000-20,-4.000 3.000-12,1.000-1.000-3,6.000-8.000-142,7.000-7.000-361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1T06:23:48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13.000 0.000 879,'0.000'0.000'58,"0.000"0.000"30,0.000 0.000-86,0.000 0.000-2,0.000 0.000-92,0.000 0.000-121,-13.000 20.000-203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1T06:23:55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11.000 6.000 889,'0.000'0.000'63,"0.000"0.000"111,0.000 0.000-59,0.000 0.000-96,0.000 0.000-19,0.000 0.000-19,-10.000-7.000-68,17.000 19.000-97,6.000-3.000-228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1T06:24:53"/>
    </inkml:context>
    <inkml:brush xml:id="br0">
      <inkml:brushProperty name="width" value="0.05292" units="cm"/>
      <inkml:brushProperty name="height" value="0.05292" units="cm"/>
      <inkml:brushProperty name="color" value="#c00000"/>
      <inkml:brushProperty name="fitToCurve" value="1"/>
    </inkml:brush>
  </inkml:definitions>
  <inkml:trace contextRef="#ctx0" brushRef="#br0">0.000 1.000 935,'0.000'0.000'27,"0.000"0.000"122,0.000 0.000-60,0.000 0.000-82,0.000 0.000-7,0.000 0.000-13,15.000-4.000-74,-6.000 12.000-130,-3.000-2.000-197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1T06:24:58"/>
    </inkml:context>
    <inkml:brush xml:id="br0">
      <inkml:brushProperty name="width" value="0.05292" units="cm"/>
      <inkml:brushProperty name="height" value="0.05292" units="cm"/>
      <inkml:brushProperty name="color" value="#c00000"/>
      <inkml:brushProperty name="fitToCurve" value="1"/>
    </inkml:brush>
  </inkml:definitions>
  <inkml:trace contextRef="#ctx0" brushRef="#br0">0.000 47.000 12,'0.000'0.000'502,"0.000"0.000"-347,0.000 0.000-5,0.000 0.000-31,0.000 0.000-18,0.000 0.000-18,0.000-45.000-19,0.000 43.000-21,0.000 2.000-16,0.000 0.000-13,0.000 0.000-6,0.000 0.000-8,0.000 0.000 0,0.000 0.000-1,0.000 0.000-7,0.000 9.000-32,6.000 4.000-40,6.000-1.000-79,0.000 0.000-138,2.000-2.000-264</inkml:trace>
  <inkml:trace contextRef="#ctx0" brushRef="#br0">69.000 314.000 674,'0.000'0.000'3,"0.000"0.000"151,0.000 0.000 2,0.000 0.000-46,0.000 0.000-49,0.000 0.000-37,13.000 16.000 2,-13.000-16.000-15,0.000 0.000-10,3.000 0.000-2,0.000 4.000-15,3.000 0.000-60,-1.000-1.000-121,-1.000-3.000-231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1T06:25:19"/>
    </inkml:context>
    <inkml:brush xml:id="br0">
      <inkml:brushProperty name="width" value="0.05292" units="cm"/>
      <inkml:brushProperty name="height" value="0.05292" units="cm"/>
      <inkml:brushProperty name="color" value="#c00000"/>
      <inkml:brushProperty name="fitToCurve" value="1"/>
    </inkml:brush>
  </inkml:definitions>
  <inkml:trace contextRef="#ctx0" brushRef="#br0">4.000 20.000 1083,'0.000'0.000'134,"0.000"0.000"-54,0.000 0.000-56,0.000 0.000-24,0.000 0.000-4,0.000 0.000-82,-4.000-20.000-209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1T06:24:07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color" value="#c00000"/>
      <inkml:brushProperty name="fitToCurve" value="1"/>
    </inkml:brush>
  </inkml:definitions>
  <inkml:trace contextRef="#ctx0" brushRef="#br0">2967.000 0.000 975,'0.000'0.000'21,"0.000"0.000"25,0.000 0.000-46,0.000 0.000-7,0.000 0.000-36,0.000 0.000-106,12.000 28.000-202</inkml:trace>
  <inkml:trace contextRef="#ctx0" brushRef="#br1">4.000 1867.000 931,'0.000'0.000'121,"0.000"0.000"40,0.000 0.000-70,0.000 0.000-57,0.000 0.000-25,0.000 0.000-9,-6.000-12.000-3,6.000 12.000-7,0.000 0.000-37,0.000 0.000-28,0.000 0.000-36,10.000-2.000-125,3.000-3.000-127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1T06:55:52"/>
    </inkml:context>
    <inkml:brush xml:id="br0">
      <inkml:brushProperty name="width" value="0.05292" units="cm"/>
      <inkml:brushProperty name="height" value="0.05292" units="cm"/>
      <inkml:brushProperty name="color" value="#00b050"/>
      <inkml:brushProperty name="fitToCurve" value="1"/>
    </inkml:brush>
  </inkml:definitions>
  <inkml:trace contextRef="#ctx0" brushRef="#br0">0.000 124.000 788,'0.000'0.000'40,"0.000"0.000"15,0.000 0.000 14,0.000 0.000-40,0.000 0.000-29,60.000-72.000-12,-23.000 48.000-130,-3.000-4.000-306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10:49:46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360.000 1.000 24575,'1.000'0.000'0,"-1.000"-1.000"0,1.000 1.000 0,-1.000 0.000 0,1.000 0.000 0,-1.000 0.000 0,1.000 0.000 0,-1.000 0.000 0,0.000 0.000 0,1.000 0.000 0,-1.000 1.000 0,1.000-1.000 0,-1.000 0.000 0,1.000 0.000 0,-1.000 0.000 0,0.000 0.000 0,1.000 0.000 0,-1.000 1.000 0,1.000-1.000 0,-1.000 0.000 0,0.000 0.000 0,1.000 1.000 0,-1.000-1.000 0,0.000 0.000 0,1.000 1.000 0,-1.000-1.000 0,0.000 0.000 0,0.000 1.000 0,1.000-1.000 0,-1.000 0.000 0,0.000 1.000 0,0.000-1.000 0,1.000 0.000 0,-1.000 1.000 0,0.000-1.000 0,0.000 1.000 0,0.000-1.000 0,0.000 1.000 0,0.000 0.000 0,2.000 18.000 0,-6.000-12.000 0,0.000 0.000 0,-1.000-1.000 0,1.000 1.000 0,-11.000 10.000 0,-17.000 24.000 0,32.000-40.000 0,-62.000 128.000 0,56.000-113.000 0,1.000 1.000 0,0.000-1.000 0,1.000 1.000 0,1.000 0.000 0,1.000 0.000 0,-1.000 24.000 0,3.000-25.000 0,0.000 0.000 0,-1.000 0.000 0,-1.000-1.000 0,0.000 1.000 0,-8.000 27.000 0,8.000-38.000 0,0.000 0.000 0,0.000 0.000 0,-1.000 0.000 0,0.000-1.000 0,0.000 1.000 0,0.000-1.000 0,0.000 1.000 0,-1.000-1.000 0,1.000 0.000 0,-1.000 0.000 0,0.000-1.000 0,-1.000 1.000 0,1.000-1.000 0,0.000 0.000 0,-1.000 0.000 0,0.000 0.000 0,0.000-1.000 0,0.000 1.000 0,0.000-1.000 0,-9.000 2.000 0,11.000-3.000 0,0.000 0.000 0,0.000 0.000 0,0.000 0.000 0,0.000 0.000 0,0.000-1.000 0,-1.000 1.000 0,1.000-1.000 0,0.000 0.000 0,0.000 0.000 0,-1.000 0.000 0,1.000-1.000 0,0.000 1.000 0,0.000-1.000 0,-1.000 0.000 0,1.000 0.000 0,0.000 0.000 0,0.000 0.000 0,0.000 0.000 0,0.000-1.000 0,0.000 1.000 0,1.000-1.000 0,-1.000 0.000 0,0.000 1.000 0,1.000-2.000 0,-1.000 1.000 0,1.000 0.000 0,0.000 0.000 0,-1.000-1.000 0,1.000 1.000 0,0.000-1.000 0,1.000 0.000 0,-1.000 1.000 0,0.000-1.000 0,1.000 0.000 0,0.000 0.000 0,-1.000 0.000 0,0.000-4.000 0,-2.000-8.000 0,0.000-1.000 0,1.000 1.000 0,0.000 0.000 0,2.000-1.000 0,0.000 0.000 0,1.000-22.000 0,0.000 22.000 0,0.000 3.000 0,0.000 0.000 0,1.000 0.000 0,1.000 0.000 0,3.000-14.000 0,-4.000 23.000 0,0.000 1.000 0,1.000-1.000 0,-1.000 1.000 0,1.000-1.000 0,0.000 1.000 0,-1.000 0.000 0,1.000 0.000 0,1.000 0.000 0,-1.000 0.000 0,0.000 0.000 0,1.000 0.000 0,0.000 1.000 0,-1.000-1.000 0,1.000 1.000 0,0.000 0.000 0,0.000-1.000 0,0.000 2.000 0,1.000-1.000 0,4.000-2.000 0,2.000 0.000 0,2.000 1.000 0,-1.000 0.000 0,0.000 0.000 0,0.000 1.000 0,1.000 1.000 0,18.000-1.000 0,75.000 8.000 0,-31.000-2.000 0,-48.000-4.000 0,-14.000 0.000 0,0.000 0.000 0,0.000 1.000 0,0.000 0.000 0,18.000 4.000 0,-27.000-5.000 0,0.000 1.000 0,0.000 0.000 0,0.000 1.000 0,0.000-1.000 0,0.000 0.000 0,0.000 1.000 0,-1.000 0.000 0,1.000 0.000 0,0.000 0.000 0,-1.000 0.000 0,1.000 0.000 0,-1.000 0.000 0,0.000 1.000 0,0.000-1.000 0,0.000 1.000 0,0.000-1.000 0,0.000 1.000 0,0.000 0.000 0,-1.000 0.000 0,0.000 0.000 0,2.000 4.000 0,16.000 38.000-1365,-7.000-27.000-5461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10:54:26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1.000 0.000 24575,'0.000'0.000'-8191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10:54:27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0.000 1.000 24575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10:54:30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1.000 1.000 24575,'0.000'0.000'-8191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11:53:00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1.000 353.000 24575,'11.000'-10.000'0,"-9.000"7.000"0,0.000 1.000 0,0.000 0.000 0,0.000-1.000 0,0.000 1.000 0,1.000 0.000 0,-1.000 0.000 0,1.000 0.000 0,0.000 1.000 0,-1.000-1.000 0,1.000 1.000 0,0.000-1.000 0,0.000 1.000 0,0.000 0.000 0,0.000 0.000 0,0.000 0.000 0,0.000 1.000 0,0.000-1.000 0,1.000 1.000 0,-1.000-1.000 0,0.000 1.000 0,4.000 0.000 0,11.000 2.000 0,0.000 0.000 0,0.000 0.000 0,0.000 2.000 0,-1.000 0.000 0,1.000 1.000 0,17.000 8.000 0,2.000 3.000 0,57.000 34.000 0,-81.000-42.000 0,1.000-1.000 0,0.000 0.000 0,0.000-1.000 0,0.000 0.000 0,19.000 4.000 0,-31.000-10.000 0,-1.000 0.000 0,1.000 0.000 0,-1.000 0.000 0,1.000 0.000 0,-1.000-1.000 0,1.000 1.000 0,-1.000 0.000 0,1.000-1.000 0,-1.000 1.000 0,1.000-1.000 0,-1.000 0.000 0,0.000 1.000 0,1.000-1.000 0,-1.000 0.000 0,0.000 0.000 0,1.000 0.000 0,-1.000 0.000 0,0.000 0.000 0,0.000 0.000 0,0.000 0.000 0,0.000 0.000 0,0.000 0.000 0,0.000-1.000 0,0.000 1.000 0,-1.000 0.000 0,1.000-1.000 0,0.000 1.000 0,-1.000-1.000 0,1.000 1.000 0,-1.000 0.000 0,1.000-1.000 0,-1.000 1.000 0,0.000-1.000 0,1.000-2.000 0,1.000-9.000 0,0.000 0.000 0,-1.000 1.000 0,0.000-15.000 0,0.000 19.000 0,-2.000-186.000 107,-1.000 83.000-1579,1.000 69.000-5354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11:53:18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0.000 369.000 24575,'0.000'-2.000'0,"1.000"0.000"0,-1.000 1.000 0,1.000-1.000 0,-1.000 0.000 0,1.000 0.000 0,0.000 0.000 0,0.000 0.000 0,0.000 1.000 0,0.000-1.000 0,0.000 0.000 0,0.000 1.000 0,0.000-1.000 0,0.000 1.000 0,0.000-1.000 0,1.000 1.000 0,-1.000 0.000 0,1.000-1.000 0,-1.000 1.000 0,1.000 0.000 0,1.000-1.000 0,39.000-19.000 0,-36.000 18.000 0,38.000-19.000 0,51.000-33.000 0,-32.000 16.000 0,-33.000 20.000 0,-1.000-2.000 0,-2.000-1.000 0,42.000-41.000 0,-22.000 19.000 0,-45.000 41.000 0,1.000 0.000 0,1.000 1.000 0,-1.000-1.000 0,0.000 1.000 0,1.000 0.000 0,-1.000 0.000 0,1.000 0.000 0,-1.000 0.000 0,1.000 1.000 0,5.000-2.000 0,-7.000 2.000 0,0.000 1.000 0,0.000 0.000 0,0.000 0.000 0,0.000 0.000 0,0.000 0.000 0,0.000 1.000 0,-1.000-1.000 0,1.000 0.000 0,0.000 1.000 0,0.000-1.000 0,0.000 1.000 0,-1.000 0.000 0,1.000 0.000 0,0.000-1.000 0,-1.000 1.000 0,1.000 0.000 0,0.000 1.000 0,-1.000-1.000 0,1.000 0.000 0,-1.000 0.000 0,0.000 0.000 0,1.000 1.000 0,1.000 2.000 0,6.000 10.000 0,0.000 0.000 0,-1.000 0.000 0,-1.000 1.000 0,0.000 0.000 0,-1.000 0.000 0,0.000 1.000 0,-2.000 0.000 0,0.000 0.000 0,3.000 25.000 0,-3.000-21.000 0,0.000-6.000 0,1.000 1.000 0,0.000-1.000 0,1.000-1.000 0,12.000 21.000 0,-11.000-21.000 0,0.000-1.000 0,-1.000 1.000 0,-1.000 1.000 0,0.000-1.000 0,4.000 22.000 0,8.000 61.000-1365,-11.000-69.000-5461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03:1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30.000 0.000 826,'0.000'0.000'51,"0.000"0.000"100,0.000 0.000-66,0.000 0.000-70,0.000 0.000-15,0.000 0.000-16,-29.000 5.000-119,40.000-3.000-172,1.000-2.000-346</inkml:trace>
  <inkml:trace contextRef="#ctx0" brushRef="#br0">231.000 28.000 708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03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0.000 0.000 875,'0.000'0.000'120,"0.000"0.000"30,0.000 0.000-89,0.000 0.000-61,0.000 0.000-3,0.000 0.000-62,0.000 0.000-14,4.000 23.000-107,11.000-17.000-152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03:3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0.000 41.000 589,'0.000'0.000'127,"0.000"0.000"-126,0.000 0.000-2,0.000 0.000-20,0.000 0.000-132,82.000-41.000-211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13:42:03"/>
    </inkml:context>
    <inkml:brush xml:id="br0">
      <inkml:brushProperty name="width" value="0.05" units="cm"/>
      <inkml:brushProperty name="height" value="0.05" units="cm"/>
      <inkml:brushProperty name="color" value="#000000"/>
    </inkml:brush>
  </inkml:definitions>
  <inkml:trace contextRef="#ctx0" brushRef="#br0">1.000 28.000 24575,'0.000'-4.000'0,"9.000"-2.000"0,13.000 0.000 0,7.000 1.000 0,3.000 2.000 0,0.000 1.000 0,1.000 1.000 0,3.000 0.000 0,0.000 1.000 0,-1.000 0.000 0,-7.000 1.000-8191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14:57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0.000 0.000 931,'0.000'0.000'130,"0.000"0.000"-57,0.000 0.000-15,0.000 0.000-58,0.000 0.000-8,0.000 0.000-26,0.000 20.000-47,19.000-7.000-63,3.000-5.000-106,8.000 1.000-308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16:27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0.000 0.000 796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16:4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0.000 0.000 907,'0.000'0.000'0,"0.000"0.000"-10,0.000 0.000-109,0.000 0.000-341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19:52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40.000 2182.000 554,'0.000'0.000'66,"0.000"0.000"-9,0.000 0.000 26,0.000 0.000-58,0.000 0.000-12,0.000 0.000-9,0.000 0.000 12,-9.000 27.000 6,9.000-23.000-10,-1.000 0.000-5,-1.000-1.000 18,1.000 0.000 20,-1.000 3.000 1,-1.000 1.000-13,-2.000 3.000 0,-1.000-1.000-12,1.000 1.000-12,2.000-3.000 0,1.000-3.000-8,1.000-1.000 1,1.000-3.000-1,0.000 0.000 1,0.000 0.000 3,0.000 0.000 9,0.000 0.000-2,0.000 0.000 3,0.000 0.000-2,0.000 0.000-5,0.000 0.000-4,0.000 0.000 3,0.000 0.000-3,3.000-5.000 1,18.000-12.000-5,7.000-6.000 11,9.000-4.000-11,13.000-4.000 2,10.000-5.000 6,9.000-7.000-5,6.000 1.000 7,4.000-5.000-7,6.000 1.000-1,0.000-5.000-1,12.000-6.000 3,0.000-3.000-1,3.000-2.000 1,-1.000 2.000 1,-4.000 6.000 0,-4.000 4.000 2,-9.000 6.000-6,-13.000 6.000 1,-16.000 9.000 11,-15.000 6.000-9,-15.000 9.000 9,-9.000 7.000-13,-10.000 4.000 12,-2.000 1.000 12,-1.000 1.000-8,-1.000 1.000-2,0.000-1.000-8,0.000-1.000-4,2.000 1.000-2,-1.000-1.000-4,-1.000 2.000-46,0.000 0.000-44,0.000 0.000-69,0.000-1.000-156,0.000-12.000-389</inkml:trace>
  <inkml:trace contextRef="#ctx0" brushRef="#br0">1848.000 721.000 242,'0.000'0.000'476,"0.000"0.000"-457,0.000 0.000 75,0.000 0.000-3,0.000 0.000-29,0.000 0.000-13,-22.000-49.000 0,19.000 49.000-12,-3.000 0.000-19,-3.000 0.000 5,-2.000 17.000-12,-1.000 8.000 2,1.000 8.000 10,2.000 7.000-4,5.000 8.000-4,4.000-1.000 3,0.000-1.000-7,10.000-7.000 2,10.000-8.000-6,6.000-8.000-3,3.000-11.000 0,3.000-8.000-2,1.000-4.000 1,-5.000 0.000 5,-7.000-16.000-5,-3.000-4.000 3,-9.000-1.000-1,-4.000-2.000 0,-5.000-1.000-4,0.000 0.000 4,0.000 6.000-1,0.000 6.000 3,-2.000 7.000 2,0.000 3.000 6,2.000 2.000-8,0.000 0.000-7,0.000 9.000-6,0.000 11.000 6,0.000 2.000 1,11.000-1.000 1,1.000-4.000-2,4.000-4.000-1,2.000-5.000-2,6.000-5.000-55,0.000-3.000-72,-1.000-3.000-90,-4.000-17.000-134</inkml:trace>
  <inkml:trace contextRef="#ctx0" brushRef="#br0">2039.000 456.000 860,'0.000'0.000'56,"0.000"0.000"75,0.000 0.000 20,0.000 0.000-97,0.000 0.000-49,0.000 0.000-5,-3.000 99.000 42,18.000-46.000-9,1.000 1.000-12,-2.000-5.000-7,1.000-7.000-7,0.000-6.000-3,-1.000-8.000 1,2.000-5.000-5,0.000-6.000-2,3.000-7.000-25,4.000-9.000-58,2.000-1.000-96,2.000-10.000-221</inkml:trace>
  <inkml:trace contextRef="#ctx0" brushRef="#br0">2364.000 562.000 910,'0.000'0.000'12,"0.000"0.000"138,0.000 0.000-50,0.000 0.000-50,-91.000 3.000-15,78.000 21.000-19,-1.000 7.000-11,5.000 7.000 5,2.000-2.000-4,6.000 0.000 0,1.000-5.000-2,0.000-9.000-3,11.000-5.000 3,4.000-8.000-3,6.000-8.000-1,4.000-1.000 3,4.000-8.000 1,-4.000-15.000 6,-2.000-2.000-6,-9.000-2.000-3,-6.000-1.000 0,-7.000-2.000 2,-1.000-1.000-1,0.000 6.000 1,0.000 5.000-1,0.000 10.000-2,-3.000 8.000 6,2.000 2.000 1,-1.000 0.000 6,1.000 4.000-13,-1.000 14.000 1,2.000 4.000-5,0.000 0.000 6,0.000-4.000-2,14.000-4.000 1,4.000-4.000-1,1.000-7.000 0,5.000-3.000 2,3.000 0.000 2,0.000-9.000-2,-4.000-7.000 2,-3.000-4.000-4,-7.000-3.000 3,-7.000-1.000 4,-4.000-2.000-3,-2.000-2.000-1,0.000 1.000-2,-2.000 8.000 1,-8.000 4.000 4,-5.000 5.000-1,1.000 2.000-5,0.000 4.000-1,0.000 1.000-2,7.000 3.000-36,1.000-1.000-66,6.000-3.000-131,0.000-5.000-287</inkml:trace>
  <inkml:trace contextRef="#ctx0" brushRef="#br0">2891.000 247.000 962,'0.000'0.000'12,"0.000"0.000"74,0.000 0.000 7,0.000 0.000-42,0.000 0.000-9,-85.000-12.000-30,71.000 27.000-8,0.000 3.000 3,4.000 1.000-6,6.000-4.000 0,2.000-2.000-1,2.000-3.000 0,5.000-3.000-1,17.000 0.000-1,8.000-3.000 2,6.000-1.000 2,1.000 0.000 2,1.000 1.000-4,-4.000 3.000-4,-9.000 0.000 4,-2.000 3.000 2,-7.000-1.000 9,-7.000 1.000 0,-5.000-2.000 6,-4.000 3.000-9,0.000 0.000 23,-3.000 2.000-9,-14.000 0.000 3,-3.000 0.000-3,-4.000-3.000-16,3.000-3.000-1,5.000-6.000-5,1.000-1.000-25,8.000-6.000-24,7.000-19.000-64,0.000-12.000-212,16.000-5.000-379</inkml:trace>
  <inkml:trace contextRef="#ctx0" brushRef="#br0">3320.000 0.000 980,'0.000'0.000'160,"0.000"0.000"-79,0.000 0.000-57,-103.000 6.000 35,84.000 9.000-31,5.000 3.000-19,4.000 1.000-8,6.000-1.000 0,2.000 1.000 6,2.000-4.000-7,0.000-2.000 0,5.000-4.000-4,16.000-5.000 4,8.000-4.000-5,10.000 0.000 5,4.000 0.000 2,1.000 0.000 1,-4.000 0.000-3,-9.000 0.000 3,-10.000 0.000-3,-6.000 6.000-2,-8.000 1.000 2,-4.000 0.000 0,-3.000 4.000 3,0.000 1.000 19,-16.000 5.000 6,-11.000 1.000-5,-4.000 0.000-8,1.000-4.000-11,3.000-2.000-4,6.000-2.000-1,6.000-5.000-43,0.000-5.000-40,3.000 0.000-111,-1.000-13.000-312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19:56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654.000 2531.000 648,'0.000'0.000'12,"0.000"0.000"37,0.000 0.000 26,0.000 0.000-46,0.000 0.000 13,0.000 0.000-14,-38.000-32.000 6,34.000 25.000-23,3.000-5.000-4,-2.000-5.000 16,-2.000-1.000-10,-2.000-4.000 12,0.000-4.000-16,-2.000 0.000 30,-3.000-4.000-25,-2.000-7.000 23,0.000-2.000-19,-6.000-8.000-12,4.000-4.000-6,-2.000-7.000 18,-2.000-4.000-10,0.000-7.000-6,-5.000-4.000 0,0.000-5.000 2,0.000-4.000 6,1.000-5.000 3,2.000-6.000 0,2.000-3.000-4,2.000 0.000 4,2.000 1.000-12,0.000 3.000 11,0.000-1.000-3,3.000 0.000-3,1.000 0.000 8,1.000-2.000 0,1.000 2.000-10,1.000 4.000 7,-2.000 5.000-1,0.000 3.000-4,-1.000 7.000 7,-3.000 9.000-3,2.000 8.000 7,-5.000 11.000-17,1.000 2.000 8,1.000 6.000 2,-2.000 2.000-7,3.000 5.000-2,3.000 8.000 1,1.000 1.000 3,3.000 8.000-3,3.000 5.000 2,4.000 5.000-2,1.000 4.000-1,0.000 0.000-1,0.000 0.000-5,0.000 0.000-52,0.000 0.000-49,7.000 6.000 3,6.000 1.000-62,-2.000-6.000-181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19:57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43.000 1121.000 326,'0.000'0.000'16,"0.000"0.000"14,0.000 0.000-11,0.000 0.000-19,0.000 0.000 1,0.000 0.000-1,-16.000-6.000 3,13.000 4.000 50,0.000 0.000 31,-1.000-1.000 11,-1.000-1.000 2,-1.000 1.000-11,3.000 0.000 5,0.000 0.000-39,3.000 2.000 24,0.000 1.000-17,0.000 0.000-19,0.000 0.000-22,5.000 13.000-14,20.000 15.000-1,10.000 11.000 46,6.000 8.000-6,-4.000 2.000-10,-2.000-2.000-6,-7.000-3.000-13,-4.000-8.000-13,-6.000-5.000 4,-3.000-2.000-5,-6.000-8.000 0,-5.000-6.000 0,-2.000-4.000-7,-2.000-6.000-40,0.000-5.000-52,0.000 0.000-11,-15.000-10.000-110,-9.000-15.000-254</inkml:trace>
  <inkml:trace contextRef="#ctx0" brushRef="#br0">24.000 1156.000 665,'0.000'0.000'23,"0.000"0.000"60,0.000 0.000 12,-7.000-86.000-20,26.000 72.000-38,8.000 7.000 1,7.000 5.000-6,3.000 2.000-7,-2.000 2.000-3,-5.000 13.000-13,-7.000 4.000 3,-8.000-1.000-8,-4.000-1.000-1,-5.000-2.000 9,-6.000 1.000-2,0.000-2.000-5,-2.000 0.000 3,-11.000-2.000-8,-1.000-5.000-26,1.000-6.000-86,3.000-1.000-57,3.000-5.000-153</inkml:trace>
  <inkml:trace contextRef="#ctx0" brushRef="#br0">440.000 1118.000 744,'0.000'0.000'142,"0.000"0.000"-18,0.000 0.000-32,0.000 0.000-65,0.000 0.000-13,-61.000-103.000 1,30.000 62.000 18,-11.000-7.000-14,-4.000-7.000-16,-6.000-4.000 4,1.000 1.000-7,6.000 8.000 0,8.000 13.000 2,8.000 11.000 27,10.000 12.000 6,10.000 8.000-6,6.000 5.000-6,3.000 1.000-7,0.000 15.000-16,0.000 24.000-4,21.000 13.000 4,11.000 8.000 6,8.000-2.000-4,5.000-4.000-2,4.000-7.000 9,1.000-8.000-6,-2.000-6.000 1,0.000-5.000-4,-5.000-7.000-1,0.000-6.000 0,-4.000-6.000-75,1.000-9.000-84,-5.000-6.000-158,-4.000-20.000-252</inkml:trace>
  <inkml:trace contextRef="#ctx0" brushRef="#br0">601.000 830.000 684,'0.000'0.000'46,"0.000"0.000"69,0.000 0.000 46,0.000 0.000-81,0.000 0.000-32,0.000 0.000-16,-58.000 0.000-13,58.000 26.000-18,0.000 6.000 7,0.000-1.000 4,13.000-4.000 1,6.000-3.000 1,1.000-7.000-12,3.000-6.000-1,-5.000-5.000-1,1.000-5.000 0,-4.000-1.000-1,1.000-3.000 1,-4.000-14.000 6,-1.000-4.000-1,-8.000-4.000 1,-3.000-3.000-1,0.000-2.000-1,-9.000 1.000-1,-3.000 6.000 0,3.000 6.000 1,0.000 8.000 11,5.000 5.000 27,2.000 4.000-18,2.000 0.000-9,0.000 0.000-15,0.000 0.000-2,0.000 4.000-4,5.000 9.000 3,9.000 0.000 6,1.000-3.000-3,6.000-3.000 0,1.000-7.000-3,4.000 0.000 3,-1.000 0.000 1,2.000-16.000 1,-4.000-5.000 2,-7.000-5.000-4,-6.000-1.000 2,-5.000-5.000 2,-5.000-3.000-3,0.000-2.000 2,-15.000 3.000 4,-9.000 8.000-7,0.000 7.000 1,2.000 11.000-1,5.000 5.000 0,6.000 3.000-2,5.000 0.000 1,3.000 0.000-6,3.000 4.000 2,0.000 8.000 1,4.000-1.000 3,18.000 2.000 0,7.000-2.000 2,5.000 0.000-2,2.000-1.000 1,0.000 0.000 0,-1.000 0.000 0,-6.000 1.000-2,-4.000 1.000 2,-6.000-1.000 0,-5.000 0.000 0,-2.000-2.000 0,-5.000-1.000 0,-2.000-3.000 1,-5.000 1.000-1,0.000 1.000 1,0.000 3.000 0,-12.000-1.000-1,-6.000-1.000 0,-2.000-6.000-56,1.000-2.000-49,0.000-9.000-129,2.000-21.000-233</inkml:trace>
  <inkml:trace contextRef="#ctx0" brushRef="#br0">876.000 335.000 922,'0.000'0.000'81,"0.000"0.000"3,0.000 0.000-73,0.000 0.000 13,0.000 0.000 44,91.000 82.000-19,-58.000-50.000-9,0.000 1.000-8,-4.000-2.000-6,0.000-3.000-10,-6.000-3.000-6,-3.000-5.000-8,-7.000-6.000 1,-4.000-6.000-1,-4.000-5.000 0,-5.000-1.000-2,0.000-2.000 1,0.000 0.000 2,0.000 0.000 5,0.000-16.000 4,-9.000-8.000-11,-2.000-7.000 1,2.000-1.000-2,2.000 4.000 0,6.000 3.000 1,1.000 7.000-3,0.000 4.000 1,3.000 3.000-1,11.000 4.000 0,3.000 4.000 1,7.000 3.000-2,-1.000 0.000 3,3.000 9.000 0,-3.000 3.000 0,-1.000 3.000 0,-5.000 0.000 1,-1.000-4.000-1,-6.000 0.000 0,-3.000-2.000 0,-2.000-1.000-24,-4.000-2.000-84,-1.000-3.000-81,0.000-3.000-156</inkml:trace>
  <inkml:trace contextRef="#ctx0" brushRef="#br0">1140.000 167.000 802,'0.000'0.000'34,"0.000"0.000"128,0.000 0.000-57,0.000 0.000-57,0.000 0.000-48,0.000 0.000 2,0.000 0.000-2,-13.000 39.000 4,27.000-22.000 5,3.000-2.000-2,4.000-7.000 1,-1.000-4.000-4,3.000-4.000-1,-1.000 0.000-2,1.000-8.000 3,-4.000-6.000-3,-7.000-5.000 5,-6.000-2.000 2,-6.000-2.000 5,0.000-2.000 6,-2.000 0.000 5,-14.000 0.000-13,-5.000 7.000-1,-1.000 9.000-8,-2.000 9.000 6,1.000 0.000-8,0.000 16.000-5,0.000 10.000 1,7.000-2.000 2,6.000-1.000-30,10.000-7.000-48,0.000-6.000-100,11.000-7.000-126,12.000-3.000-341</inkml:trace>
  <inkml:trace contextRef="#ctx0" brushRef="#br0">1461.000 0.000 903,'0.000'0.000'93,"0.000"0.000"67,0.000 0.000-61,0.000 0.000-60,0.000 0.000-23,-44.000 81.000 6,44.000-49.000-2,0.000-3.000-7,9.000-3.000-6,7.000-6.000-6,3.000-6.000-1,4.000-3.000 0,4.000-6.000 0,3.000-5.000 3,4.000 0.000 0,4.000-9.000-3,-5.000-8.000 0,-3.000 0.000 0,-11.000 1.000-77,-12.000-3.000-100,-7.000 1.000-282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20:07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2756.000 2399.000 536,'0.000'0.000'18,"0.000"0.000"-5,0.000 0.000 22,0.000 0.000 30,0.000 0.000-6,0.000 0.000-18,0.000 0.000 2,-58.000-59.000 4,52.000 52.000 21,-3.000-2.000-16,-2.000-4.000-10,-5.000-1.000-14,-1.000-7.000-5,-10.000-2.000-6,-6.000-8.000 5,-9.000-3.000 9,-10.000-5.000-8,-3.000-5.000-15,-9.000-1.000-4,-5.000-9.000 2,-4.000-3.000-2,-8.000-10.000 0,-2.000-10.000-3,-5.000-9.000 3,0.000-9.000-2,-6.000 5.000-1,3.000 7.000 0,0.000 12.000 0,2.000 11.000 2,2.000 10.000 5,8.000 6.000 7,6.000 6.000-11,12.000 5.000-2,16.000 8.000 4,7.000 4.000-6,10.000 7.000 5,6.000 4.000-2,7.000 3.000-2,5.000 4.000 1,5.000 2.000-2,4.000 1.000-1,-1.000 0.000-4,-1.000 0.000-8,-2.000 17.000-16,4.000 5.000-14,-2.000 2.000-40,3.000 2.000-11,0.000-5.000-86,17.000-6.000-18,6.000-6.000-27</inkml:trace>
  <inkml:trace contextRef="#ctx0" brushRef="#br0">142.000 840.000 693,'0.000'0.000'2,"0.000"0.000"-2,0.000 0.000 27,0.000 0.000 57,-84.000-57.000 40,77.000 55.000-38,-1.000 2.000-41,1.000 0.000-5,-1.000 10.000-12,-1.000 17.000-23,-1.000 9.000-2,3.000 6.000-2,5.000-1.000 8,2.000-5.000-4,0.000-4.000-5,10.000-8.000 2,10.000-5.000-4,2.000-5.000 4,5.000-8.000-4,3.000-6.000 0,4.000-7.000-21,7.000-23.000-34,3.000-13.000-56,0.000-10.000-56,-3.000-6.000-53,-5.000-2.000-31</inkml:trace>
  <inkml:trace contextRef="#ctx0" brushRef="#br0">392.000 604.000 248,'0.000'0.000'349,"0.000"0.000"-302,0.000 0.000 43,0.000 0.000-2,-92.000 54.000-13,84.000-27.000-31,7.000 2.000-4,1.000-2.000-12,1.000-5.000-5,14.000-2.000-9,9.000-5.000 1,0.000-6.000-6,7.000-6.000-1,1.000-3.000 10,-1.000-3.000-8,0.000-16.000 16,-4.000-2.000 3,-6.000 1.000-13,-9.000-2.000-3,-9.000-1.000 8,-3.000 0.000 19,0.000-4.000-20,-12.000 3.000-14,-10.000 4.000 7,-4.000 9.000-12,-2.000 6.000-1,-2.000 5.000-4,0.000 0.000-3,8.000 10.000 0,7.000 0.000-32,9.000-3.000-58,6.000-3.000-74,0.000-4.000-56,15.000 0.000-161</inkml:trace>
  <inkml:trace contextRef="#ctx0" brushRef="#br0">512.000 468.000 555,'0.000'0.000'170,"0.000"0.000"-69,0.000 0.000-7,0.000 0.000-27,0.000 0.000-28,0.000 0.000-1,98.000-27.000-1,-66.000 29.000-15,-4.000 11.000-6,-3.000-1.000 6,-6.000 3.000-16,-5.000-1.000 1,-5.000-3.000 1,-5.000-4.000-5,-4.000-5.000 6,0.000-2.000 5,0.000 0.000 18,0.000 0.000 28,-10.000-1.000-16,-10.000-16.000-35,-2.000-9.000-4,-2.000-9.000-4,5.000-5.000-2,2.000-1.000-1,7.000 4.000-11,1.000 5.000-38,9.000 3.000-43,0.000 6.000-76,3.000 0.000-165</inkml:trace>
  <inkml:trace contextRef="#ctx0" brushRef="#br0">890.000 163.000 833,'0.000'0.000'26,"0.000"0.000"44,0.000 0.000-26,0.000-87.000 3,3.000 62.000-19,-3.000 4.000-8,0.000 5.000 2,0.000 6.000 9,0.000 6.000-7,-3.000 4.000 14,-5.000 0.000-22,-1.000 11.000-16,-2.000 13.000 0,1.000 8.000 0,5.000 2.000 1,5.000-1.000 3,0.000-4.000 0,2.000-5.000-4,14.000-4.000 1,5.000-7.000-1,6.000-6.000 0,4.000-7.000-1,8.000 0.000 0,3.000-15.000-17,0.000-11.000-86,1.000-6.000-141,-6.000-2.000-226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20:10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1418.000 2677.000 48,'0.000'0.000'444,"0.000"0.000"-364,0.000 0.000-11,0.000 0.000 63,0.000 0.000-72,0.000 0.000 12,9.000 21.000-3,-9.000-21.000 18,0.000 0.000-9,0.000 0.000-11,0.000 0.000-8,-11.000-13.000-34,-10.000-8.000-8,-7.000-8.000-4,-9.000-12.000 7,-7.000-11.000 3,-5.000-8.000-11,-7.000-3.000-7,-4.000-2.000 0,0.000 0.000-4,2.000 1.000 4,6.000 2.000-1,1.000 1.000-4,4.000 4.000 0,0.000 6.000 0,4.000 7.000 0,4.000 11.000 4,6.000 7.000-4,7.000 8.000 0,3.000 6.000 1,7.000 4.000 0,2.000 3.000 2,5.000 2.000-3,3.000 0.000-11,0.000 1.000 11,-2.000 1.000-10,-1.000-2.000 1,-4.000 0.000-3,-1.000-1.000-17,-1.000 0.000-41,-2.000-2.000-13,1.000-1.000-25,-2.000-2.000-74,-6.000-1.000-147</inkml:trace>
  <inkml:trace contextRef="#ctx0" brushRef="#br0">144.000 1495.000 714,'0.000'0.000'1,"0.000"0.000"2,0.000 0.000 32,0.000 0.000 43,0.000 0.000-9,0.000 0.000-24,0.000 0.000-9,-60.000-57.000-1,51.000 57.000-13,-2.000 1.000-6,-3.000 19.000-8,-2.000 10.000-4,2.000 8.000-1,2.000 7.000 9,5.000 3.000 9,7.000-2.000-2,0.000-7.000-8,1.000-5.000-1,19.000-10.000-10,3.000-7.000 1,7.000-11.000-1,3.000-6.000-6,9.000-6.000 1,-1.000-25.000-58,0.000-9.000-71,-5.000-5.000-111,-13.000-5.000-204</inkml:trace>
  <inkml:trace contextRef="#ctx0" brushRef="#br0">216.000 1096.000 777,'0.000'0.000'18,"0.000"0.000"-13,0.000 0.000 55,0.000 0.000 55,0.000 0.000-33,0.000 0.000-65,-41.000-16.000-16,41.000 42.000 21,11.000 9.000 14,10.000 2.000-1,5.000 2.000-6,7.000-1.000-5,0.000-2.000-3,3.000-3.000-12,-3.000-4.000-6,-3.000-6.000-1,-5.000-3.000 1,-6.000-5.000-3,-4.000-3.000-2,0.000-5.000-53,0.000-7.000-80,4.000 0.000-94,-1.000-14.000-163</inkml:trace>
  <inkml:trace contextRef="#ctx0" brushRef="#br0">655.000 1126.000 794,'0.000'0.000'19,"0.000"0.000"81,0.000 0.000 2,0.000 0.000-29,0.000 0.000-23,0.000 0.000-25,-53.000-41.000-6,50.000 57.000-17,-2.000 14.000-2,4.000 7.000 4,1.000 2.000 4,0.000-3.000-5,6.000-3.000 7,11.000-8.000-8,0.000-6.000 0,2.000-9.000 0,-2.000-8.000-2,2.000-2.000 0,-1.000-4.000 0,-4.000-16.000 4,-2.000-2.000 2,-5.000-5.000-4,-7.000-1.000 0,0.000 1.000 2,0.000-2.000-2,-7.000 6.000 0,-1.000 7.000-1,5.000 6.000 1,2.000 7.000 4,1.000 3.000 15,0.000 0.000-21,0.000 3.000-3,0.000 13.000 3,7.000 1.000 0,8.000-2.000 1,2.000-2.000-1,6.000-5.000-2,4.000-6.000 2,4.000-2.000-49,5.000-3.000-105,-3.000-16.000-113,-3.000-3.000-180</inkml:trace>
  <inkml:trace contextRef="#ctx0" brushRef="#br0">1033.000 910.000 786,'0.000'0.000'14,"0.000"0.000"84,0.000 0.000-6,0.000 0.000-25,0.000 0.000-35,-84.000 6.000-14,72.000 8.000-6,3.000 5.000 9,0.000 3.000 2,2.000 2.000-9,6.000 1.000 2,1.000 1.000 2,0.000-2.000-7,1.000-5.000-2,11.000-2.000 2,3.000-7.000-11,3.000-4.000 3,1.000-6.000-8,4.000 0.000 10,2.000-10.000-4,0.000-15.000 8,-5.000-5.000-2,-5.000-5.000-3,-14.000-5.000-2,-1.000-5.000-1,-11.000-5.000 2,-17.000-5.000-2,-5.000 2.000-2,-1.000 2.000-2,-3.000 12.000 2,6.000 9.000 1,9.000 12.000 0,8.000 9.000 2,8.000 9.000 2,4.000 0.000 4,2.000 26.000-8,0.000 12.000 0,2.000 8.000 2,18.000 0.000-1,8.000-7.000-1,7.000-4.000 1,6.000-5.000-1,2.000-8.000 0,2.000-3.000 0,-2.000-8.000-64,0.000-6.000-119,-4.000-5.000-92,-5.000-9.000-124</inkml:trace>
  <inkml:trace contextRef="#ctx0" brushRef="#br0">1369.000 675.000 750,'0.000'0.000'22,"0.000"0.000"31,0.000 0.000 54,0.000 0.000-18,0.000 0.000-21,-84.000-19.000-28,71.000 38.000-31,0.000 6.000-8,2.000 6.000 11,5.000 2.000 0,6.000 1.000-2,0.000-4.000-1,7.000-1.000-3,14.000-8.000 1,3.000-7.000-7,1.000-8.000 1,0.000-6.000-1,0.000 0.000 3,-3.000-9.000 3,-3.000-12.000-3,-5.000-3.000 1,-7.000-7.000 4,-7.000-4.000-4,0.000-11.000 0,-18.000-9.000-1,-13.000-8.000-3,-9.000-5.000 0,-7.000 3.000-1,-6.000 3.000-2,-2.000 13.000 3,4.000 9.000 1,8.000 16.000 1,14.000 12.000 3,16.000 7.000 12,8.000 5.000-1,5.000 13.000-16,2.000 24.000 2,21.000 11.000-2,12.000 6.000 8,8.000-1.000-8,6.000-5.000 4,2.000-4.000-4,-2.000-9.000 0,-3.000-6.000-1,-8.000-6.000-3,-5.000-7.000-4,-2.000-8.000-73,-3.000-8.000-81,-1.000 0.000-115,-6.000-15.000-285</inkml:trace>
  <inkml:trace contextRef="#ctx0" brushRef="#br0">1629.000 434.000 960,'0.000'0.000'48,"0.000"0.000"-44,0.000 0.000 31,-1.000 74.000 49,12.000-54.000-58,5.000-2.000-7,0.000-2.000-11,1.000-5.000-8,-2.000-5.000 0,1.000-5.000-20,-4.000-1.000-131,-2.000-7.000-48,-7.000-13.000-83</inkml:trace>
  <inkml:trace contextRef="#ctx0" brushRef="#br0">1606.000 325.000 283,'0.000'0.000'509,"0.000"0.000"-481,0.000 0.000 82,0.000 0.000-18,0.000 0.000-44,0.000 0.000-37,-54.000-12.000-11,54.000 12.000-86,0.000 2.000-71,10.000-1.000-168</inkml:trace>
  <inkml:trace contextRef="#ctx0" brushRef="#br0">1767.000 303.000 915,'0.000'0.000'46,"0.000"0.000"-41,0.000 0.000 72,0.000 0.000-14,24.000 72.000-7,-8.000-58.000-29,1.000-2.000-14,0.000-4.000-5,-3.000-3.000-2,1.000-5.000-5,-3.000 0.000-1,2.000-8.000 0,-2.000-13.000 13,2.000-7.000 2,-7.000-6.000-9,-1.000-4.000 5,-1.000 0.000 6,-4.000 7.000-2,1.000 10.000 5,-1.000 11.000 9,-1.000 9.000 8,0.000 1.000-20,2.000 0.000-17,3.000 5.000-4,3.000 11.000 3,3.000 2.000 1,2.000-1.000 0,2.000-3.000 0,6.000-2.000-14,5.000-7.000-83,6.000-5.000-110,-1.000 0.000-134,-1.000-15.000-350</inkml:trace>
  <inkml:trace contextRef="#ctx0" brushRef="#br0">2226.000 30.000 786,'0.000'0.000'43,"0.000"0.000"82,0.000 0.000-29,0.000 0.000-40,-82.000 80.000-6,76.000-45.000-26,6.000 0.000-8,0.000-5.000-10,8.000-4.000-5,11.000-9.000-2,2.000-7.000 3,3.000-10.000-4,1.000 0.000-4,2.000-13.000-4,-3.000-14.000 4,-6.000-4.000-6,-5.000-3.000 12,-7.000 0.000 0,-6.000 1.000 0,0.000 3.000 3,0.000 3.000-3,-2.000 9.000 1,-2.000 7.000 3,-2.000 6.000 2,5.000 4.000 22,-1.000 1.000-8,2.000 0.000-15,0.000 0.000-5,0.000 14.000-7,3.000 7.000 5,18.000 3.000 2,6.000 5.000 1,7.000 4.000 0,5.000 7.000-1,7.000 7.000 4,2.000 6.000-4,4.000 2.000 0,0.000-2.000-3,-7.000-3.000 3,-8.000-6.000 0,-14.000-6.000 2,-14.000-10.000 0,-9.000-4.000-1,-9.000-6.000 4,-18.000-5.000 37,-9.000-5.000-13,0.000-8.000-8,0.000 0.000-1,4.000-4.000-8,0.000-17.000 7,7.000-4.000-17,3.000-9.000-2,8.000-2.000-1,10.000 0.000-19,4.000 2.000-17,0.000 1.000-26,4.000 3.000-20,10.000 1.000-104,0.000-2.000-118,-4.000-3.000-313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21:21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0.000 19.000 925,'0.000'0.000'17,"0.000"0.000"35,0.000 0.000 21,0.000 0.000-73,0.000 0.000-29,0.000 0.000-129,30.000-19.000-47</inkml:trace>
  <inkml:trace contextRef="#ctx0" brushRef="#br0">10067.000 7769.000 111,'0.000'0.000'7,"0.000"0.000"-5,0.000 0.000 1,0.000 0.000-2,0.000 0.000-1,79.000-46.000-14,-54.000 26.000-46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22:02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0.000 33.000 34,'0.000'0.000'5,"0.000"0.000"-2,0.000 0.000-2,0.000 0.000 0,0.000 0.000-2,0.000 0.000 2,0.000 0.000-2,0.000 0.000-1,8.000-28.000-9,8.000 27.000-3,2.000-3.000-2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22:19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0.000 10.000 17,'0.000'0.000'8,"0.000"0.000"-7,0.000 0.000-1,0.000 0.000 0,0.000 0.000-2,0.000 0.000-10,0.000 0.000 0,0.000-8.000 12,0.000 8.000 0,0.000 0.000 0,0.000-2.000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22:11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130.000 0.000 54,'0.000'0.000'22,"-49.000"76.000"-5,28.000-41.000-3,2.000-2.000 15,1.000-3.000 7,8.000-7.000-24,2.000-5.000-5,5.000-5.000-1,1.000-4.000-6,2.000-4.000-10,0.000-3.000-22,0.000-2.000-49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23:00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fitToCurve" value="1"/>
    </inkml:brush>
  </inkml:definitions>
  <inkml:trace contextRef="#ctx0" brushRef="#br0">0.000 0.000 78,'0.000'0.000'0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29:0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631.000 3969.000 194,'0.000'0.000'0</inkml:trace>
  <inkml:trace contextRef="#ctx0" brushRef="#br0">2.000 0.000 3,'0.000'0.000'3,"0.000"0.000"2,0.000 0.000-4,0.000 0.000-1,-2.000 80.000-3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29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0.000 16.000 130,'0.000'0.000'26,"0.000"0.000"-26,0.000 0.000 3,108.000 3.000-3,-61.000-3.000 2,5.000 0.000-2,4.000-7.000-60,4.000-5.000-19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36:0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5534.000 483.000 144,'0.000'0.000'13,"0.000"0.000"-10,0.000 0.000 4,0.000 0.000 13,0.000 0.000-9,0.000 0.000-4,0.000 0.000-5,0.000 0.000-4,84.000-52.000-2,-80.000 50.000-71</inkml:trace>
  <inkml:trace contextRef="#ctx0" brushRef="#br0">3713.000 0.000 68,'0.000'0.000'21,"0.000"0.000"44,0.000 0.000-64,0.000 0.000-1,0.000 0.000-64</inkml:trace>
  <inkml:trace contextRef="#ctx0" brushRef="#br0">4901.000 1843.000 64,'0.000'0.000'4,"0.000"0.000"4,0.000 0.000 26,0.000 0.000-24,0.000 0.000-10,0.000 0.000-15,-32.000 24.000-26,25.000-15.000 6,-3.000-2.000 6</inkml:trace>
  <inkml:trace contextRef="#ctx0" brushRef="#br0">0.000 6276.000 915,'0.000'0.000'91,"0.000"0.000"39,0.000 0.000-91,0.000 0.000-39,0.000 0.000-18,0.000 0.000-42,36.000 16.000-137,-6.000-16.000-172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37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0.000 0.000 57,'0.000'0.000'0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37: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0.000 0.000 986,'0.000'0.000'90,"0.000"0.000"-88,0.000 0.000 10,0.000 0.000-12,0.000 0.000-17,0.000 0.000-113,51.000 8.000-60,-21.000-8.000-115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cm"/>
        </inkml:channelProperties>
      </inkml:inkSource>
      <inkml:timestamp xml:id="ts0" timeString="2021-06-22T10:37:5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16.000 0.000 991,'0.000'0.000'28,"0.000"0.000"27,0.000 0.000 26,0.000 0.000-65,0.000 0.000-16,0.000 0.000-17,-18.000 17.000-167,30.000-17.000-277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56CB337-5812-4DFD-9222-1905AA020CF0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IN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C9A386-7690-4EDB-8EEA-B6BA391963BA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D35449E-5EEC-4D32-913A-B7CD9063515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30FE7187-792E-42C9-840A-333D46CB1D4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EA4F789E-ABE3-4908-856F-489A79820536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2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3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2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3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12.GIF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5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6.GI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1" Type="http://schemas.openxmlformats.org/officeDocument/2006/relationships/image" Target="../media/image3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40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.png"/><Relationship Id="rId1" Type="http://schemas.openxmlformats.org/officeDocument/2006/relationships/image" Target="../media/image4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53.jpeg"/><Relationship Id="rId1" Type="http://schemas.openxmlformats.org/officeDocument/2006/relationships/image" Target="../media/image52.jpe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55.png"/><Relationship Id="rId1" Type="http://schemas.openxmlformats.org/officeDocument/2006/relationships/image" Target="../media/image54.jpe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hyperlink" Target="http://www.repairfaq.org/sam/lasersam.htm" TargetMode="External"/><Relationship Id="rId2" Type="http://schemas.openxmlformats.org/officeDocument/2006/relationships/image" Target="../media/image57.png"/><Relationship Id="rId1" Type="http://schemas.openxmlformats.org/officeDocument/2006/relationships/image" Target="../media/image56.jpe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59.png"/><Relationship Id="rId1" Type="http://schemas.openxmlformats.org/officeDocument/2006/relationships/image" Target="../media/image58.jpe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67.png"/><Relationship Id="rId1" Type="http://schemas.openxmlformats.org/officeDocument/2006/relationships/image" Target="../media/image66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69.GIF"/><Relationship Id="rId1" Type="http://schemas.openxmlformats.org/officeDocument/2006/relationships/image" Target="../media/image68.e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70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7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7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73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77.emf"/><Relationship Id="rId1" Type="http://schemas.openxmlformats.org/officeDocument/2006/relationships/image" Target="../media/image76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7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7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8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8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82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83.emf"/><Relationship Id="rId1" Type="http://schemas.openxmlformats.org/officeDocument/2006/relationships/oleObject" Target="../embeddings/oleObject1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84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8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86.jpe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93.jpeg"/><Relationship Id="rId4" Type="http://schemas.openxmlformats.org/officeDocument/2006/relationships/image" Target="../media/image92.jpeg"/><Relationship Id="rId3" Type="http://schemas.openxmlformats.org/officeDocument/2006/relationships/image" Target="../media/image91.jpeg"/><Relationship Id="rId2" Type="http://schemas.openxmlformats.org/officeDocument/2006/relationships/image" Target="../media/image90.png"/><Relationship Id="rId1" Type="http://schemas.openxmlformats.org/officeDocument/2006/relationships/image" Target="../media/image89.jpeg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.png"/><Relationship Id="rId2" Type="http://schemas.openxmlformats.org/officeDocument/2006/relationships/image" Target="../media/image95.jpeg"/><Relationship Id="rId1" Type="http://schemas.openxmlformats.org/officeDocument/2006/relationships/image" Target="../media/image94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96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97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98.jpe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00.jpeg"/><Relationship Id="rId1" Type="http://schemas.openxmlformats.org/officeDocument/2006/relationships/image" Target="../media/image99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01.jpe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103.jpeg"/><Relationship Id="rId1" Type="http://schemas.openxmlformats.org/officeDocument/2006/relationships/image" Target="../media/image102.jpe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0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05.jpe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06.jpeg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108.jpeg"/><Relationship Id="rId1" Type="http://schemas.openxmlformats.org/officeDocument/2006/relationships/image" Target="../media/image107.GIF"/></Relationships>
</file>

<file path=ppt/slides/_rels/slide9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12.GIF"/><Relationship Id="rId3" Type="http://schemas.openxmlformats.org/officeDocument/2006/relationships/image" Target="../media/image111.jpeg"/><Relationship Id="rId2" Type="http://schemas.openxmlformats.org/officeDocument/2006/relationships/image" Target="../media/image110.jpeg"/><Relationship Id="rId1" Type="http://schemas.openxmlformats.org/officeDocument/2006/relationships/image" Target="../media/image109.jpeg"/></Relationships>
</file>

<file path=ppt/slides/_rels/slide9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115.jpeg"/><Relationship Id="rId2" Type="http://schemas.openxmlformats.org/officeDocument/2006/relationships/image" Target="../media/image114.png"/><Relationship Id="rId1" Type="http://schemas.openxmlformats.org/officeDocument/2006/relationships/image" Target="../media/image113.jpeg"/></Relationships>
</file>

<file path=ppt/slides/_rels/slide9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118.jpeg"/><Relationship Id="rId2" Type="http://schemas.openxmlformats.org/officeDocument/2006/relationships/image" Target="../media/image117.png"/><Relationship Id="rId1" Type="http://schemas.openxmlformats.org/officeDocument/2006/relationships/image" Target="../media/image116.jpeg"/></Relationships>
</file>

<file path=ppt/slides/_rels/slide9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.png"/><Relationship Id="rId3" Type="http://schemas.openxmlformats.org/officeDocument/2006/relationships/image" Target="../media/image121.jpeg"/><Relationship Id="rId2" Type="http://schemas.openxmlformats.org/officeDocument/2006/relationships/image" Target="../media/image120.jpeg"/><Relationship Id="rId1" Type="http://schemas.openxmlformats.org/officeDocument/2006/relationships/image" Target="../media/image11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22.jpe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123.jpeg"/></Relationships>
</file>

<file path=ppt/slides/_rels/slide10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27.jpeg"/><Relationship Id="rId3" Type="http://schemas.openxmlformats.org/officeDocument/2006/relationships/image" Target="../media/image126.png"/><Relationship Id="rId2" Type="http://schemas.openxmlformats.org/officeDocument/2006/relationships/image" Target="../media/image125.jpeg"/><Relationship Id="rId1" Type="http://schemas.openxmlformats.org/officeDocument/2006/relationships/image" Target="../media/image12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28.jpe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29.jpe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30.jpe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31.jpe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32.jpe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33.jpe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34.jpeg"/></Relationships>
</file>

<file path=ppt/slides/_rels/slide10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35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36.jpe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138.GIF"/><Relationship Id="rId1" Type="http://schemas.openxmlformats.org/officeDocument/2006/relationships/image" Target="../media/image137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39.png"/></Relationships>
</file>

<file path=ppt/slides/_rels/slide1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png"/><Relationship Id="rId8" Type="http://schemas.openxmlformats.org/officeDocument/2006/relationships/customXml" Target="../ink/ink4.xml"/><Relationship Id="rId7" Type="http://schemas.openxmlformats.org/officeDocument/2006/relationships/image" Target="../media/image143.png"/><Relationship Id="rId6" Type="http://schemas.openxmlformats.org/officeDocument/2006/relationships/customXml" Target="../ink/ink3.xml"/><Relationship Id="rId5" Type="http://schemas.openxmlformats.org/officeDocument/2006/relationships/image" Target="../media/image142.png"/><Relationship Id="rId4" Type="http://schemas.openxmlformats.org/officeDocument/2006/relationships/customXml" Target="../ink/ink2.xml"/><Relationship Id="rId3" Type="http://schemas.openxmlformats.org/officeDocument/2006/relationships/image" Target="../media/image141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4.png"/><Relationship Id="rId2" Type="http://schemas.openxmlformats.org/officeDocument/2006/relationships/customXml" Target="../ink/ink1.xml"/><Relationship Id="rId19" Type="http://schemas.openxmlformats.org/officeDocument/2006/relationships/image" Target="../media/image149.png"/><Relationship Id="rId18" Type="http://schemas.openxmlformats.org/officeDocument/2006/relationships/customXml" Target="../ink/ink9.xml"/><Relationship Id="rId17" Type="http://schemas.openxmlformats.org/officeDocument/2006/relationships/image" Target="../media/image148.png"/><Relationship Id="rId16" Type="http://schemas.openxmlformats.org/officeDocument/2006/relationships/customXml" Target="../ink/ink8.xml"/><Relationship Id="rId15" Type="http://schemas.openxmlformats.org/officeDocument/2006/relationships/image" Target="../media/image147.png"/><Relationship Id="rId14" Type="http://schemas.openxmlformats.org/officeDocument/2006/relationships/customXml" Target="../ink/ink7.xml"/><Relationship Id="rId13" Type="http://schemas.openxmlformats.org/officeDocument/2006/relationships/image" Target="../media/image146.png"/><Relationship Id="rId12" Type="http://schemas.openxmlformats.org/officeDocument/2006/relationships/customXml" Target="../ink/ink6.xml"/><Relationship Id="rId11" Type="http://schemas.openxmlformats.org/officeDocument/2006/relationships/image" Target="../media/image145.png"/><Relationship Id="rId10" Type="http://schemas.openxmlformats.org/officeDocument/2006/relationships/customXml" Target="../ink/ink5.xml"/><Relationship Id="rId1" Type="http://schemas.openxmlformats.org/officeDocument/2006/relationships/image" Target="../media/image140.png"/></Relationships>
</file>

<file path=ppt/slides/_rels/slide1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151.png"/><Relationship Id="rId1" Type="http://schemas.openxmlformats.org/officeDocument/2006/relationships/image" Target="../media/image15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52.GIF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53.png"/></Relationships>
</file>

<file path=ppt/slides/_rels/slide1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155.png"/><Relationship Id="rId2" Type="http://schemas.openxmlformats.org/officeDocument/2006/relationships/customXml" Target="../ink/ink10.xml"/><Relationship Id="rId1" Type="http://schemas.openxmlformats.org/officeDocument/2006/relationships/image" Target="../media/image154.jpeg"/></Relationships>
</file>

<file path=ppt/slides/_rels/slide1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Relationship Id="rId3" Type="http://schemas.openxmlformats.org/officeDocument/2006/relationships/customXml" Target="../ink/ink11.xml"/><Relationship Id="rId2" Type="http://schemas.openxmlformats.org/officeDocument/2006/relationships/image" Target="../media/image157.png"/><Relationship Id="rId1" Type="http://schemas.openxmlformats.org/officeDocument/2006/relationships/image" Target="../media/image156.png"/></Relationships>
</file>

<file path=ppt/slides/_rels/slide1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png"/><Relationship Id="rId8" Type="http://schemas.openxmlformats.org/officeDocument/2006/relationships/image" Target="../media/image163.png"/><Relationship Id="rId7" Type="http://schemas.openxmlformats.org/officeDocument/2006/relationships/image" Target="../media/image162.png"/><Relationship Id="rId6" Type="http://schemas.openxmlformats.org/officeDocument/2006/relationships/customXml" Target="../ink/ink14.xml"/><Relationship Id="rId5" Type="http://schemas.openxmlformats.org/officeDocument/2006/relationships/customXml" Target="../ink/ink13.xml"/><Relationship Id="rId4" Type="http://schemas.openxmlformats.org/officeDocument/2006/relationships/image" Target="../media/image161.png"/><Relationship Id="rId3" Type="http://schemas.openxmlformats.org/officeDocument/2006/relationships/customXml" Target="../ink/ink12.xml"/><Relationship Id="rId2" Type="http://schemas.openxmlformats.org/officeDocument/2006/relationships/image" Target="../media/image159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.png"/><Relationship Id="rId1" Type="http://schemas.openxmlformats.org/officeDocument/2006/relationships/image" Target="../media/image160.png"/></Relationships>
</file>

<file path=ppt/slides/_rels/slide125.xml.rels><?xml version="1.0" encoding="UTF-8" standalone="yes"?>
<Relationships xmlns="http://schemas.openxmlformats.org/package/2006/relationships"><Relationship Id="rId9" Type="http://schemas.openxmlformats.org/officeDocument/2006/relationships/customXml" Target="../ink/ink16.xml"/><Relationship Id="rId8" Type="http://schemas.openxmlformats.org/officeDocument/2006/relationships/image" Target="../media/image167.png"/><Relationship Id="rId7" Type="http://schemas.openxmlformats.org/officeDocument/2006/relationships/customXml" Target="../ink/ink15.xml"/><Relationship Id="rId6" Type="http://schemas.openxmlformats.org/officeDocument/2006/relationships/image" Target="../media/image166.png"/><Relationship Id="rId5" Type="http://schemas.openxmlformats.org/officeDocument/2006/relationships/image" Target="../media/image157.png"/><Relationship Id="rId4" Type="http://schemas.openxmlformats.org/officeDocument/2006/relationships/image" Target="../media/image165.png"/><Relationship Id="rId3" Type="http://schemas.openxmlformats.org/officeDocument/2006/relationships/image" Target="../media/image162.png"/><Relationship Id="rId2" Type="http://schemas.openxmlformats.org/officeDocument/2006/relationships/image" Target="../media/image159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4.png"/><Relationship Id="rId10" Type="http://schemas.openxmlformats.org/officeDocument/2006/relationships/image" Target="../media/image168.png"/><Relationship Id="rId1" Type="http://schemas.openxmlformats.org/officeDocument/2006/relationships/image" Target="../media/image164.png"/></Relationships>
</file>

<file path=ppt/slides/_rels/slide1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170.png"/><Relationship Id="rId1" Type="http://schemas.openxmlformats.org/officeDocument/2006/relationships/image" Target="../media/image169.png"/></Relationships>
</file>

<file path=ppt/slides/_rels/slide1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png"/><Relationship Id="rId7" Type="http://schemas.openxmlformats.org/officeDocument/2006/relationships/image" Target="../media/image174.png"/><Relationship Id="rId6" Type="http://schemas.openxmlformats.org/officeDocument/2006/relationships/customXml" Target="../ink/ink19.xml"/><Relationship Id="rId5" Type="http://schemas.openxmlformats.org/officeDocument/2006/relationships/image" Target="../media/image173.png"/><Relationship Id="rId4" Type="http://schemas.openxmlformats.org/officeDocument/2006/relationships/customXml" Target="../ink/ink18.xml"/><Relationship Id="rId3" Type="http://schemas.openxmlformats.org/officeDocument/2006/relationships/image" Target="../media/image172.png"/><Relationship Id="rId2" Type="http://schemas.openxmlformats.org/officeDocument/2006/relationships/customXml" Target="../ink/ink17.xml"/><Relationship Id="rId1" Type="http://schemas.openxmlformats.org/officeDocument/2006/relationships/image" Target="../media/image171.png"/></Relationships>
</file>

<file path=ppt/slides/_rels/slide1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76.png"/><Relationship Id="rId3" Type="http://schemas.openxmlformats.org/officeDocument/2006/relationships/customXml" Target="../ink/ink20.xml"/><Relationship Id="rId2" Type="http://schemas.openxmlformats.org/officeDocument/2006/relationships/image" Target="../media/image159.png"/><Relationship Id="rId1" Type="http://schemas.openxmlformats.org/officeDocument/2006/relationships/image" Target="../media/image175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77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78.png"/></Relationships>
</file>

<file path=ppt/slides/_rels/slide1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0.png"/><Relationship Id="rId8" Type="http://schemas.openxmlformats.org/officeDocument/2006/relationships/customXml" Target="../ink/ink22.xml"/><Relationship Id="rId7" Type="http://schemas.openxmlformats.org/officeDocument/2006/relationships/image" Target="../media/image179.png"/><Relationship Id="rId6" Type="http://schemas.openxmlformats.org/officeDocument/2006/relationships/customXml" Target="../ink/ink21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10" Type="http://schemas.openxmlformats.org/officeDocument/2006/relationships/customXml" Target="../ink/ink23.xml"/><Relationship Id="rId1" Type="http://schemas.openxmlformats.org/officeDocument/2006/relationships/diagramData" Target="../diagrams/data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81.jpeg"/></Relationships>
</file>

<file path=ppt/slides/_rels/slide1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png"/><Relationship Id="rId7" Type="http://schemas.openxmlformats.org/officeDocument/2006/relationships/image" Target="../media/image185.png"/><Relationship Id="rId6" Type="http://schemas.openxmlformats.org/officeDocument/2006/relationships/customXml" Target="../ink/ink26.xml"/><Relationship Id="rId5" Type="http://schemas.openxmlformats.org/officeDocument/2006/relationships/image" Target="../media/image184.png"/><Relationship Id="rId4" Type="http://schemas.openxmlformats.org/officeDocument/2006/relationships/customXml" Target="../ink/ink25.xml"/><Relationship Id="rId3" Type="http://schemas.openxmlformats.org/officeDocument/2006/relationships/image" Target="../media/image183.png"/><Relationship Id="rId2" Type="http://schemas.openxmlformats.org/officeDocument/2006/relationships/customXml" Target="../ink/ink24.xml"/><Relationship Id="rId1" Type="http://schemas.openxmlformats.org/officeDocument/2006/relationships/image" Target="../media/image182.jpeg"/></Relationships>
</file>

<file path=ppt/slides/_rels/slide1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88.png"/><Relationship Id="rId4" Type="http://schemas.openxmlformats.org/officeDocument/2006/relationships/customXml" Target="../ink/ink28.xml"/><Relationship Id="rId3" Type="http://schemas.openxmlformats.org/officeDocument/2006/relationships/image" Target="../media/image187.png"/><Relationship Id="rId2" Type="http://schemas.openxmlformats.org/officeDocument/2006/relationships/customXml" Target="../ink/ink27.xml"/><Relationship Id="rId1" Type="http://schemas.openxmlformats.org/officeDocument/2006/relationships/image" Target="../media/image186.jpe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89.GIF"/></Relationships>
</file>

<file path=ppt/slides/_rels/slide1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4.png"/><Relationship Id="rId8" Type="http://schemas.openxmlformats.org/officeDocument/2006/relationships/customXml" Target="../ink/ink32.xml"/><Relationship Id="rId7" Type="http://schemas.openxmlformats.org/officeDocument/2006/relationships/image" Target="../media/image193.png"/><Relationship Id="rId6" Type="http://schemas.openxmlformats.org/officeDocument/2006/relationships/customXml" Target="../ink/ink31.xml"/><Relationship Id="rId5" Type="http://schemas.openxmlformats.org/officeDocument/2006/relationships/image" Target="../media/image192.png"/><Relationship Id="rId4" Type="http://schemas.openxmlformats.org/officeDocument/2006/relationships/customXml" Target="../ink/ink30.xml"/><Relationship Id="rId3" Type="http://schemas.openxmlformats.org/officeDocument/2006/relationships/image" Target="../media/image191.png"/><Relationship Id="rId2" Type="http://schemas.openxmlformats.org/officeDocument/2006/relationships/customXml" Target="../ink/ink29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.png"/><Relationship Id="rId1" Type="http://schemas.openxmlformats.org/officeDocument/2006/relationships/image" Target="../media/image190.GIF"/></Relationships>
</file>

<file path=ppt/slides/_rels/slide1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196.png"/><Relationship Id="rId2" Type="http://schemas.openxmlformats.org/officeDocument/2006/relationships/customXml" Target="../ink/ink33.xml"/><Relationship Id="rId1" Type="http://schemas.openxmlformats.org/officeDocument/2006/relationships/image" Target="../media/image195.png"/></Relationships>
</file>

<file path=ppt/slides/_rels/slide13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99.png"/><Relationship Id="rId4" Type="http://schemas.openxmlformats.org/officeDocument/2006/relationships/customXml" Target="../ink/ink35.xml"/><Relationship Id="rId3" Type="http://schemas.openxmlformats.org/officeDocument/2006/relationships/image" Target="../media/image198.png"/><Relationship Id="rId2" Type="http://schemas.openxmlformats.org/officeDocument/2006/relationships/customXml" Target="../ink/ink34.xml"/><Relationship Id="rId1" Type="http://schemas.openxmlformats.org/officeDocument/2006/relationships/image" Target="../media/image197.jpe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00.GIF"/></Relationships>
</file>

<file path=ppt/slides/_rels/slide1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01.GIF"/><Relationship Id="rId1" Type="http://schemas.openxmlformats.org/officeDocument/2006/relationships/image" Target="../media/image197.jpe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02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03.png"/></Relationships>
</file>

<file path=ppt/slides/_rels/slide1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07.png"/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image" Target="../media/image204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08.png"/></Relationships>
</file>

<file path=ppt/slides/_rels/slide1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210.png"/><Relationship Id="rId1" Type="http://schemas.openxmlformats.org/officeDocument/2006/relationships/image" Target="../media/image209.png"/></Relationships>
</file>

<file path=ppt/slides/_rels/slide1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5.png"/><Relationship Id="rId8" Type="http://schemas.openxmlformats.org/officeDocument/2006/relationships/customXml" Target="../ink/ink39.xml"/><Relationship Id="rId7" Type="http://schemas.openxmlformats.org/officeDocument/2006/relationships/image" Target="../media/image214.png"/><Relationship Id="rId6" Type="http://schemas.openxmlformats.org/officeDocument/2006/relationships/customXml" Target="../ink/ink38.xml"/><Relationship Id="rId5" Type="http://schemas.openxmlformats.org/officeDocument/2006/relationships/image" Target="../media/image213.png"/><Relationship Id="rId4" Type="http://schemas.openxmlformats.org/officeDocument/2006/relationships/customXml" Target="../ink/ink37.xml"/><Relationship Id="rId3" Type="http://schemas.openxmlformats.org/officeDocument/2006/relationships/image" Target="../media/image212.png"/><Relationship Id="rId2" Type="http://schemas.openxmlformats.org/officeDocument/2006/relationships/customXml" Target="../ink/ink36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.png"/><Relationship Id="rId1" Type="http://schemas.openxmlformats.org/officeDocument/2006/relationships/image" Target="../media/image211.jpeg"/></Relationships>
</file>

<file path=ppt/slides/_rels/slide1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16.GIF"/></Relationships>
</file>

<file path=ppt/slides/_rels/slide1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217.png"/></Relationships>
</file>

<file path=ppt/slides/_rels/slide1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19.png"/><Relationship Id="rId1" Type="http://schemas.openxmlformats.org/officeDocument/2006/relationships/image" Target="../media/image218.png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LASER and fiber optics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00B0F0"/>
                </a:solidFill>
                <a:cs typeface="Poppins" panose="00000500000000000000" pitchFamily="2" charset="0"/>
              </a:rPr>
              <a:t>laser</a:t>
            </a:r>
            <a:endParaRPr lang="en-US" sz="3200" b="1" dirty="0">
              <a:solidFill>
                <a:srgbClr val="00B0F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072304" y="913221"/>
            <a:ext cx="4808221" cy="58473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Department of PHYSICS</a:t>
            </a:r>
            <a:endParaRPr lang="en-US" sz="3200" dirty="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548740" y="549172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- </a:t>
            </a:r>
            <a:endParaRPr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10342" y="750602"/>
            <a:ext cx="9645288" cy="86177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/>
              <a:t>To introduce the fundamental principles of lasers and optical fibers.</a:t>
            </a:r>
            <a:endParaRPr lang="en-US" sz="1600" dirty="0"/>
          </a:p>
          <a:p>
            <a:r>
              <a:rPr lang="en-US" sz="1600" dirty="0"/>
              <a:t>To develop understanding of light generation, amplification, and transmission.</a:t>
            </a:r>
            <a:endParaRPr lang="en-US" sz="1600" dirty="0"/>
          </a:p>
          <a:p>
            <a:r>
              <a:rPr lang="en-US" sz="1600" dirty="0"/>
              <a:t>To explore applications of laser and fiber optic technologies in science, engineering, and communication systems.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9003030" cy="141577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 :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r>
              <a:rPr lang="en-US" sz="1600" b="0" i="0" dirty="0">
                <a:effectLst/>
                <a:latin typeface="Arial" panose="020B0604020202020204" pitchFamily="34" charset="0"/>
              </a:rPr>
              <a:t> </a:t>
            </a:r>
            <a:r>
              <a:rPr lang="en-IN" dirty="0"/>
              <a:t> 1. </a:t>
            </a:r>
            <a:r>
              <a:rPr lang="en-US" dirty="0"/>
              <a:t>Describe the working principles of lasers, including population inversion and stimulated emission. </a:t>
            </a:r>
            <a:endParaRPr lang="en-US" dirty="0"/>
          </a:p>
          <a:p>
            <a:r>
              <a:rPr lang="en-US" dirty="0"/>
              <a:t>2. Classify different types of lasers and understand their characteristics.</a:t>
            </a:r>
            <a:endParaRPr lang="en-US" dirty="0"/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160584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  <a:endParaRPr lang="en-US" sz="2400" dirty="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72230"/>
            <a:ext cx="9003030" cy="141577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800100" lvl="1" indent="-342900" fontAlgn="base">
              <a:buAutoNum type="arabicPeriod"/>
            </a:pPr>
            <a:r>
              <a:rPr lang="en-US" dirty="0"/>
              <a:t>Understand key concepts such as coherence, monochromaticity, and population inversion.</a:t>
            </a:r>
            <a:r>
              <a:rPr lang="en-IN" dirty="0"/>
              <a:t>.</a:t>
            </a:r>
            <a:endParaRPr lang="en-IN" dirty="0"/>
          </a:p>
          <a:p>
            <a:pPr lvl="1" fontAlgn="base"/>
            <a:r>
              <a:rPr lang="en-IN" dirty="0"/>
              <a:t>2. </a:t>
            </a:r>
            <a:r>
              <a:rPr lang="en-US" dirty="0"/>
              <a:t>Explain the operation of different laser systems with diagrams.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object 2"/>
          <p:cNvSpPr txBox="1">
            <a:spLocks noChangeArrowheads="1"/>
          </p:cNvSpPr>
          <p:nvPr/>
        </p:nvSpPr>
        <p:spPr bwMode="auto">
          <a:xfrm>
            <a:off x="1752600" y="762001"/>
            <a:ext cx="8763000" cy="19338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2700" rIns="0" bIns="0">
            <a:spAutoFit/>
          </a:bodyPr>
          <a:lstStyle/>
          <a:p>
            <a:pPr marL="12700" algn="ctr">
              <a:spcBef>
                <a:spcPts val="100"/>
              </a:spcBef>
              <a:tabLst>
                <a:tab pos="3017520" algn="l"/>
              </a:tabLst>
            </a:pPr>
            <a:r>
              <a:rPr lang="en-US" altLang="en-US" sz="8000" dirty="0">
                <a:solidFill>
                  <a:srgbClr val="0070C0"/>
                </a:solidFill>
                <a:latin typeface="Impact" panose="020B0806030902050204" pitchFamily="34" charset="0"/>
              </a:rPr>
              <a:t>LASER </a:t>
            </a:r>
            <a:endParaRPr lang="en-US" altLang="en-US" sz="8000" dirty="0">
              <a:solidFill>
                <a:srgbClr val="0070C0"/>
              </a:solidFill>
              <a:latin typeface="Impact" panose="020B0806030902050204" pitchFamily="34" charset="0"/>
            </a:endParaRPr>
          </a:p>
          <a:p>
            <a:pPr marL="12700" algn="ctr">
              <a:spcBef>
                <a:spcPts val="100"/>
              </a:spcBef>
              <a:tabLst>
                <a:tab pos="3017520" algn="l"/>
              </a:tabLst>
            </a:pPr>
            <a:r>
              <a:rPr lang="en-US" altLang="en-US" sz="4400" dirty="0">
                <a:solidFill>
                  <a:srgbClr val="0070C0"/>
                </a:solidFill>
                <a:latin typeface="Impact" panose="020B0806030902050204" pitchFamily="34" charset="0"/>
              </a:rPr>
              <a:t>An Invention in Search of a Problem</a:t>
            </a:r>
            <a:endParaRPr lang="en-US" altLang="en-US" sz="44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  <p:sp>
        <p:nvSpPr>
          <p:cNvPr id="4100" name="object 8"/>
          <p:cNvSpPr>
            <a:spLocks noChangeArrowheads="1"/>
          </p:cNvSpPr>
          <p:nvPr/>
        </p:nvSpPr>
        <p:spPr bwMode="auto">
          <a:xfrm>
            <a:off x="1905000" y="3124200"/>
            <a:ext cx="5257800" cy="274320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pic>
        <p:nvPicPr>
          <p:cNvPr id="4104" name="Picture 13" descr="d95b3cb78819338390fead41f054ed41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7600" y="3124200"/>
            <a:ext cx="2654300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5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264D1A1-997B-48B1-9D06-A0CA86511D63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410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C8DF8BA-A202-45BF-9A2C-547211A8C2EF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INTRODUCTION</a:t>
            </a:r>
            <a:endParaRPr lang="en-US" sz="2400" dirty="0"/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536277-DF7C-47A0-9B04-DBCCC902539E}" type="datetime2">
              <a:rPr lang="en-IN" altLang="en-US" smtClean="0"/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5C4DD-8774-44F1-B1FD-3298A9F84D30}" type="slidenum">
              <a:rPr lang="en-US" altLang="en-US" smtClean="0"/>
            </a:fld>
            <a:endParaRPr lang="en-US" altLang="en-US"/>
          </a:p>
        </p:txBody>
      </p:sp>
      <p:pic>
        <p:nvPicPr>
          <p:cNvPr id="123906" name="Picture 2" descr="readi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40205" y="369379"/>
            <a:ext cx="8911590" cy="5822062"/>
          </a:xfrm>
          <a:prstGeom prst="rect">
            <a:avLst/>
          </a:prstGeom>
          <a:noFill/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Physics</a:t>
            </a:r>
            <a:endParaRPr lang="en-US" dirty="0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2750821" y="342900"/>
            <a:ext cx="4800600" cy="622222"/>
          </a:xfrm>
        </p:spPr>
        <p:txBody>
          <a:bodyPr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b="1" spc="-5" dirty="0"/>
              <a:t>INTRODUCTION</a:t>
            </a:r>
            <a:endParaRPr b="1" spc="-5" dirty="0"/>
          </a:p>
        </p:txBody>
      </p:sp>
      <p:sp>
        <p:nvSpPr>
          <p:cNvPr id="5123" name="object 3"/>
          <p:cNvSpPr txBox="1">
            <a:spLocks noChangeArrowheads="1"/>
          </p:cNvSpPr>
          <p:nvPr/>
        </p:nvSpPr>
        <p:spPr bwMode="auto">
          <a:xfrm>
            <a:off x="411480" y="965122"/>
            <a:ext cx="8755380" cy="506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700" rIns="0" bIns="0">
            <a:spAutoFit/>
          </a:bodyPr>
          <a:lstStyle>
            <a:lvl1pPr marL="368300" indent="-342900" eaLnBrk="0" hangingPunct="0">
              <a:tabLst>
                <a:tab pos="36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36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36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36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36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Lasers have truly been the one of the greatest invention in 20</a:t>
            </a:r>
            <a:r>
              <a:rPr lang="en-US" altLang="en-US" sz="2800" baseline="2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century.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575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found a variety of uses in electronics, computer  hardware, medicine, industry, military and experimental  science.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575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1917, Albert Einstein first theorized about the process  which makes lasers possible called “stimulated emission”.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575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laser beam was invented by the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phycist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Maiman in 1960.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575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acronym for laser is Light Amplification by Stimulated  Emission of radiation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33"/>
          <p:cNvSpPr>
            <a:spLocks noChangeArrowheads="1"/>
          </p:cNvSpPr>
          <p:nvPr/>
        </p:nvSpPr>
        <p:spPr bwMode="auto">
          <a:xfrm>
            <a:off x="9315450" y="2322195"/>
            <a:ext cx="2773680" cy="221361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8"/>
          <p:cNvSpPr txBox="1">
            <a:spLocks noGrp="1"/>
          </p:cNvSpPr>
          <p:nvPr>
            <p:ph type="title"/>
          </p:nvPr>
        </p:nvSpPr>
        <p:spPr>
          <a:xfrm>
            <a:off x="2392363" y="318843"/>
            <a:ext cx="7924800" cy="51142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3600" b="1" dirty="0"/>
              <a:t>ELECTROMAGNETIC</a:t>
            </a:r>
            <a:r>
              <a:rPr sz="3600" b="1" spc="-85" dirty="0"/>
              <a:t> </a:t>
            </a:r>
            <a:r>
              <a:rPr sz="3600" b="1" dirty="0"/>
              <a:t>SPECTRUM</a:t>
            </a:r>
            <a:endParaRPr sz="3600" b="1" dirty="0"/>
          </a:p>
        </p:txBody>
      </p:sp>
      <p:sp>
        <p:nvSpPr>
          <p:cNvPr id="6" name="object 19"/>
          <p:cNvSpPr txBox="1"/>
          <p:nvPr/>
        </p:nvSpPr>
        <p:spPr>
          <a:xfrm>
            <a:off x="1812926" y="5486400"/>
            <a:ext cx="9083675" cy="382588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b="1" spc="-5" dirty="0">
                <a:latin typeface="Arial" panose="020B0604020202020204"/>
                <a:cs typeface="Arial" panose="020B0604020202020204"/>
              </a:rPr>
              <a:t>Lasers</a:t>
            </a:r>
            <a:r>
              <a:rPr lang="en-US" sz="2400" b="1" spc="-5" dirty="0">
                <a:latin typeface="Arial" panose="020B0604020202020204"/>
                <a:cs typeface="Arial" panose="020B0604020202020204"/>
              </a:rPr>
              <a:t> can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 operate in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the 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ultraviolet, visible, and</a:t>
            </a:r>
            <a:r>
              <a:rPr sz="2400" b="1" spc="7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infrared.</a:t>
            </a:r>
            <a:endParaRPr sz="2400" b="1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220" name="Picture 6" descr="main-qimg-6dfdb37e93928281b2bb59fdfabcc752.png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60514" y="1371601"/>
            <a:ext cx="8802687" cy="357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3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6244EAE-37F4-4A3F-B9C3-439E409642E3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922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5A9F7094-434A-4919-8356-4BE18D615D52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object 4"/>
          <p:cNvSpPr>
            <a:spLocks noChangeArrowheads="1"/>
          </p:cNvSpPr>
          <p:nvPr/>
        </p:nvSpPr>
        <p:spPr bwMode="auto">
          <a:xfrm>
            <a:off x="2438401" y="1219200"/>
            <a:ext cx="3101975" cy="213360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8195" name="object 7"/>
          <p:cNvSpPr>
            <a:spLocks noChangeArrowheads="1"/>
          </p:cNvSpPr>
          <p:nvPr/>
        </p:nvSpPr>
        <p:spPr bwMode="auto">
          <a:xfrm>
            <a:off x="6400800" y="1143000"/>
            <a:ext cx="4191000" cy="19050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8197" name="Text Box 31"/>
          <p:cNvSpPr txBox="1">
            <a:spLocks noChangeArrowheads="1"/>
          </p:cNvSpPr>
          <p:nvPr/>
        </p:nvSpPr>
        <p:spPr bwMode="auto">
          <a:xfrm>
            <a:off x="1920875" y="3498851"/>
            <a:ext cx="3505200" cy="212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n-US" sz="2400" b="1"/>
              <a:t>Many wavelengths</a:t>
            </a:r>
            <a:endParaRPr lang="en-US" sz="2400" b="1"/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n-US" sz="2400" b="1"/>
              <a:t>Multidirectional</a:t>
            </a:r>
            <a:endParaRPr lang="en-US" sz="2400" b="1"/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n-US" sz="2400" b="1"/>
              <a:t>Incoherent</a:t>
            </a:r>
            <a:endParaRPr lang="en-US" sz="2400" b="1"/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n-US" sz="2400" b="1"/>
              <a:t>Less Intensity</a:t>
            </a:r>
            <a:endParaRPr lang="en-US" sz="2400" b="1"/>
          </a:p>
        </p:txBody>
      </p:sp>
      <p:sp>
        <p:nvSpPr>
          <p:cNvPr id="8198" name="Text Box 32"/>
          <p:cNvSpPr txBox="1">
            <a:spLocks noChangeArrowheads="1"/>
          </p:cNvSpPr>
          <p:nvPr/>
        </p:nvSpPr>
        <p:spPr bwMode="auto">
          <a:xfrm>
            <a:off x="6065838" y="3490914"/>
            <a:ext cx="3505200" cy="2676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n-US" sz="2400" b="1"/>
              <a:t>Monochromatic</a:t>
            </a:r>
            <a:endParaRPr lang="en-US" sz="2400" b="1"/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n-US" sz="2400" b="1"/>
              <a:t>Directional</a:t>
            </a:r>
            <a:endParaRPr lang="en-US" sz="2400" b="1"/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n-US" sz="2400" b="1"/>
              <a:t>Coherent</a:t>
            </a:r>
            <a:endParaRPr lang="en-US" sz="2400" b="1"/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n-US" sz="2400" b="1"/>
              <a:t>High Intensity</a:t>
            </a:r>
            <a:endParaRPr lang="en-US" sz="2400" b="1"/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endParaRPr lang="en-US" sz="2400" b="1"/>
          </a:p>
        </p:txBody>
      </p:sp>
      <p:sp>
        <p:nvSpPr>
          <p:cNvPr id="8199" name="Rectangle 19"/>
          <p:cNvSpPr txBox="1">
            <a:spLocks noChangeArrowheads="1"/>
          </p:cNvSpPr>
          <p:nvPr/>
        </p:nvSpPr>
        <p:spPr bwMode="auto">
          <a:xfrm>
            <a:off x="1981200" y="381000"/>
            <a:ext cx="77724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en-US" sz="4000" b="1"/>
              <a:t>Incandescent </a:t>
            </a:r>
            <a:r>
              <a:rPr lang="en-US" sz="4000" b="1">
                <a:solidFill>
                  <a:srgbClr val="FF0000"/>
                </a:solidFill>
              </a:rPr>
              <a:t>vs</a:t>
            </a:r>
            <a:r>
              <a:rPr lang="en-US" sz="4000" b="1"/>
              <a:t>. Laser Light</a:t>
            </a:r>
            <a:endParaRPr lang="en-US" sz="4000" b="1"/>
          </a:p>
        </p:txBody>
      </p:sp>
      <p:sp>
        <p:nvSpPr>
          <p:cNvPr id="8200" name="Rectangle 2"/>
          <p:cNvSpPr>
            <a:spLocks noChangeArrowheads="1"/>
          </p:cNvSpPr>
          <p:nvPr/>
        </p:nvSpPr>
        <p:spPr bwMode="auto">
          <a:xfrm>
            <a:off x="1981200" y="5622926"/>
            <a:ext cx="8458200" cy="830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ts val="100"/>
              </a:spcBef>
            </a:pPr>
            <a:r>
              <a:rPr lang="en-US" altLang="en-US" sz="2400" b="1">
                <a:solidFill>
                  <a:srgbClr val="000099"/>
                </a:solidFill>
              </a:rPr>
              <a:t>The combination of these Four properties makes laser  light focus 100 times better than ordinary light</a:t>
            </a:r>
            <a:endParaRPr lang="en-US" altLang="en-US" sz="2400"/>
          </a:p>
        </p:txBody>
      </p:sp>
      <p:sp>
        <p:nvSpPr>
          <p:cNvPr id="8201" name="Date Placeholder 4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332E2ED-DBAD-4C5C-A3F4-5272B9064F19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8203" name="Slide Number Placeholder 10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EBE736E-0DE3-4AE8-BF63-DCDE4D60E2AD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Characteristics of LASERS</a:t>
            </a:r>
            <a:endParaRPr lang="en-US" b="1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758190" y="1414145"/>
            <a:ext cx="3825240" cy="4351338"/>
          </a:xfrm>
        </p:spPr>
        <p:txBody>
          <a:bodyPr/>
          <a:lstStyle/>
          <a:p>
            <a:pPr marL="514350" indent="-514350">
              <a:buFont typeface="Calibri" panose="020F0502020204030204" pitchFamily="34" charset="0"/>
              <a:buAutoNum type="arabicParenR"/>
            </a:pPr>
            <a:r>
              <a:rPr lang="en-US" b="1" dirty="0">
                <a:solidFill>
                  <a:schemeClr val="tx1"/>
                </a:solidFill>
              </a:rPr>
              <a:t>Directionality</a:t>
            </a:r>
            <a:endParaRPr lang="en-US" b="1" dirty="0">
              <a:solidFill>
                <a:schemeClr val="tx1"/>
              </a:solidFill>
            </a:endParaRPr>
          </a:p>
          <a:p>
            <a:pPr marL="514350" indent="-514350">
              <a:buFont typeface="Calibri" panose="020F0502020204030204" pitchFamily="34" charset="0"/>
              <a:buAutoNum type="arabicParenR"/>
            </a:pPr>
            <a:endParaRPr lang="en-US" b="1" dirty="0">
              <a:solidFill>
                <a:schemeClr val="tx1"/>
              </a:solidFill>
            </a:endParaRPr>
          </a:p>
          <a:p>
            <a:pPr marL="514350" indent="-514350">
              <a:buFont typeface="Calibri" panose="020F0502020204030204" pitchFamily="34" charset="0"/>
              <a:buAutoNum type="arabicParenR"/>
            </a:pPr>
            <a:r>
              <a:rPr lang="en-US" b="1" dirty="0">
                <a:solidFill>
                  <a:schemeClr val="tx1"/>
                </a:solidFill>
              </a:rPr>
              <a:t>Monochromatic</a:t>
            </a:r>
            <a:endParaRPr lang="en-US" b="1" dirty="0">
              <a:solidFill>
                <a:schemeClr val="tx1"/>
              </a:solidFill>
            </a:endParaRPr>
          </a:p>
          <a:p>
            <a:pPr marL="514350" indent="-514350">
              <a:buFont typeface="Calibri" panose="020F0502020204030204" pitchFamily="34" charset="0"/>
              <a:buAutoNum type="arabicParenR"/>
            </a:pPr>
            <a:endParaRPr lang="en-US" b="1" dirty="0">
              <a:solidFill>
                <a:schemeClr val="tx1"/>
              </a:solidFill>
            </a:endParaRPr>
          </a:p>
          <a:p>
            <a:pPr marL="514350" indent="-514350">
              <a:buFont typeface="Calibri" panose="020F0502020204030204" pitchFamily="34" charset="0"/>
              <a:buAutoNum type="arabicParenR"/>
            </a:pPr>
            <a:r>
              <a:rPr lang="en-US" b="1" dirty="0">
                <a:solidFill>
                  <a:schemeClr val="tx1"/>
                </a:solidFill>
              </a:rPr>
              <a:t>Coherence</a:t>
            </a:r>
            <a:endParaRPr lang="en-US" b="1" dirty="0">
              <a:solidFill>
                <a:schemeClr val="tx1"/>
              </a:solidFill>
            </a:endParaRPr>
          </a:p>
          <a:p>
            <a:pPr marL="514350" indent="-514350">
              <a:buFont typeface="Calibri" panose="020F0502020204030204" pitchFamily="34" charset="0"/>
              <a:buAutoNum type="arabicParenR"/>
            </a:pPr>
            <a:endParaRPr lang="en-US" b="1" dirty="0">
              <a:solidFill>
                <a:schemeClr val="tx1"/>
              </a:solidFill>
            </a:endParaRPr>
          </a:p>
          <a:p>
            <a:pPr marL="514350" indent="-514350">
              <a:buFont typeface="Calibri" panose="020F0502020204030204" pitchFamily="34" charset="0"/>
              <a:buAutoNum type="arabicParenR"/>
            </a:pPr>
            <a:r>
              <a:rPr lang="en-US" b="1" dirty="0">
                <a:solidFill>
                  <a:schemeClr val="tx1"/>
                </a:solidFill>
              </a:rPr>
              <a:t>High Intensity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 dirty="0"/>
          </a:p>
        </p:txBody>
      </p:sp>
      <p:sp>
        <p:nvSpPr>
          <p:cNvPr id="1024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377360C-2B15-4D4A-960F-0D605FB93EB0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024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5008798-7E5F-4288-8896-4AFF0F2BE003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94620" y="65087"/>
            <a:ext cx="1897380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bject 2"/>
          <p:cNvSpPr txBox="1">
            <a:spLocks noChangeArrowheads="1"/>
          </p:cNvSpPr>
          <p:nvPr/>
        </p:nvSpPr>
        <p:spPr bwMode="auto">
          <a:xfrm>
            <a:off x="576262" y="1144587"/>
            <a:ext cx="7729538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594" rIns="0" bIns="0">
            <a:spAutoFit/>
          </a:bodyPr>
          <a:lstStyle>
            <a:lvl1pPr marL="355600" indent="-344805" eaLnBrk="0" hangingPunct="0">
              <a:tabLst>
                <a:tab pos="355600" algn="l"/>
                <a:tab pos="35687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5650" indent="-285750" eaLnBrk="0" hangingPunct="0">
              <a:tabLst>
                <a:tab pos="355600" algn="l"/>
                <a:tab pos="35687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355600" algn="l"/>
                <a:tab pos="35687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355600" algn="l"/>
                <a:tab pos="35687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355600" algn="l"/>
                <a:tab pos="35687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35687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35687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35687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35687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490"/>
              </a:spcBef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Arial Narrow" panose="020B0606020202030204" pitchFamily="34" charset="0"/>
              </a:rPr>
              <a:t>Monochromaticity</a:t>
            </a:r>
            <a:endParaRPr lang="en-US" altLang="en-US" sz="3200" dirty="0">
              <a:latin typeface="Arial Narrow" panose="020B0606020202030204" pitchFamily="34" charset="0"/>
            </a:endParaRPr>
          </a:p>
          <a:p>
            <a:pPr lvl="1" eaLnBrk="1" hangingPunct="1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en-US" sz="2400" dirty="0">
                <a:latin typeface="Arial Narrow" panose="020B0606020202030204" pitchFamily="34" charset="0"/>
              </a:rPr>
              <a:t>Laser light is concentrated in a narrow range of wavelengths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eaLnBrk="1" hangingPunct="1"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Arial Narrow" panose="020B0606020202030204" pitchFamily="34" charset="0"/>
              </a:rPr>
              <a:t>Coherence</a:t>
            </a:r>
            <a:endParaRPr lang="en-US" altLang="en-US" sz="3200" dirty="0">
              <a:latin typeface="Arial Narrow" panose="020B0606020202030204" pitchFamily="34" charset="0"/>
            </a:endParaRPr>
          </a:p>
          <a:p>
            <a:pPr lvl="1" eaLnBrk="1" hangingPunct="1">
              <a:lnSpc>
                <a:spcPts val="2590"/>
              </a:lnSpc>
              <a:spcBef>
                <a:spcPts val="625"/>
              </a:spcBef>
              <a:buFont typeface="Arial" panose="020B0604020202020204" pitchFamily="34" charset="0"/>
              <a:buChar char="–"/>
            </a:pPr>
            <a:r>
              <a:rPr lang="en-US" altLang="en-US" sz="2400" dirty="0">
                <a:latin typeface="Arial Narrow" panose="020B0606020202030204" pitchFamily="34" charset="0"/>
              </a:rPr>
              <a:t>All the emitted photons bear a constant phase relationship with  each other in both time and phase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eaLnBrk="1" hangingPunct="1"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Arial Narrow" panose="020B0606020202030204" pitchFamily="34" charset="0"/>
              </a:rPr>
              <a:t>Directionality</a:t>
            </a:r>
            <a:endParaRPr lang="en-US" altLang="en-US" sz="3200" dirty="0">
              <a:latin typeface="Arial Narrow" panose="020B0606020202030204" pitchFamily="34" charset="0"/>
            </a:endParaRPr>
          </a:p>
          <a:p>
            <a:pPr lvl="1" eaLnBrk="1" hangingPunct="1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en-US" sz="2400" dirty="0">
                <a:latin typeface="Arial Narrow" panose="020B0606020202030204" pitchFamily="34" charset="0"/>
              </a:rPr>
              <a:t>laser light is usually low in divergence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eaLnBrk="1" hangingPunct="1"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Arial Narrow" panose="020B0606020202030204" pitchFamily="34" charset="0"/>
              </a:rPr>
              <a:t>High Irradiance</a:t>
            </a:r>
            <a:endParaRPr lang="en-US" altLang="en-US" sz="3200" dirty="0">
              <a:latin typeface="Arial Narrow" panose="020B0606020202030204" pitchFamily="34" charset="0"/>
            </a:endParaRPr>
          </a:p>
          <a:p>
            <a:pPr lvl="1" eaLnBrk="1" hangingPunct="1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en-US" sz="2400" dirty="0">
                <a:latin typeface="Arial Narrow" panose="020B0606020202030204" pitchFamily="34" charset="0"/>
              </a:rPr>
              <a:t>Power of EM radiation Incident per unit area</a:t>
            </a:r>
            <a:endParaRPr lang="en-US" altLang="en-US" sz="2400" dirty="0">
              <a:latin typeface="Arial Narrow" panose="020B0606020202030204" pitchFamily="34" charset="0"/>
            </a:endParaRPr>
          </a:p>
        </p:txBody>
      </p:sp>
      <p:sp>
        <p:nvSpPr>
          <p:cNvPr id="6147" name="object 3"/>
          <p:cNvSpPr>
            <a:spLocks noGrp="1"/>
          </p:cNvSpPr>
          <p:nvPr>
            <p:ph type="title"/>
          </p:nvPr>
        </p:nvSpPr>
        <p:spPr>
          <a:xfrm>
            <a:off x="3048001" y="457201"/>
            <a:ext cx="6176963" cy="677621"/>
          </a:xfr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4000" b="1" dirty="0">
                <a:solidFill>
                  <a:srgbClr val="000000"/>
                </a:solidFill>
              </a:rPr>
              <a:t>Properties of </a:t>
            </a:r>
            <a:r>
              <a:rPr lang="en-US" altLang="en-US" sz="4800" b="1" dirty="0">
                <a:solidFill>
                  <a:srgbClr val="F93B71"/>
                </a:solidFill>
              </a:rPr>
              <a:t>L</a:t>
            </a:r>
            <a:r>
              <a:rPr lang="en-US" altLang="en-US" sz="4000" b="1" dirty="0">
                <a:solidFill>
                  <a:srgbClr val="F93B71"/>
                </a:solidFill>
              </a:rPr>
              <a:t>aser light</a:t>
            </a:r>
            <a:endParaRPr lang="en-US" altLang="en-US" sz="4000" b="1" dirty="0">
              <a:latin typeface="Impact" panose="020B0806030902050204" pitchFamily="34" charset="0"/>
              <a:ea typeface="Impact" panose="020B0806030902050204" pitchFamily="34" charset="0"/>
              <a:cs typeface="Impact" panose="020B0806030902050204" pitchFamily="34" charset="0"/>
            </a:endParaRPr>
          </a:p>
        </p:txBody>
      </p:sp>
      <p:pic>
        <p:nvPicPr>
          <p:cNvPr id="6150" name="Picture 13" descr="NtSr.gi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596390"/>
            <a:ext cx="3661410" cy="366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1" name="object 14"/>
          <p:cNvSpPr txBox="1">
            <a:spLocks noChangeArrowheads="1"/>
          </p:cNvSpPr>
          <p:nvPr/>
        </p:nvSpPr>
        <p:spPr bwMode="auto">
          <a:xfrm>
            <a:off x="1253491" y="5638799"/>
            <a:ext cx="6931025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b="1" dirty="0">
                <a:solidFill>
                  <a:srgbClr val="000099"/>
                </a:solidFill>
              </a:rPr>
              <a:t>The combination of these three properties makes laser  light focus 100 times better than ordinary light</a:t>
            </a:r>
            <a:endParaRPr lang="en-US" altLang="en-US" dirty="0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590" y="157163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484512-DAD8-465E-9F44-28F96FADC066}" type="datetime2">
              <a:rPr lang="en-IN" altLang="en-US" smtClean="0"/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5C4DD-8774-44F1-B1FD-3298A9F84D30}" type="slidenum">
              <a:rPr lang="en-US" altLang="en-US" smtClean="0"/>
            </a:fld>
            <a:endParaRPr lang="en-US" altLang="en-US"/>
          </a:p>
        </p:txBody>
      </p:sp>
      <p:pic>
        <p:nvPicPr>
          <p:cNvPr id="1026" name="Picture 2" descr="Diagram Of A Light Bulb With Lots Of Squiggly Lines - Laser Light ...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2871" y="841693"/>
            <a:ext cx="6286500" cy="3444240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3990817"/>
            <a:ext cx="586740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/>
          <p:nvPr/>
        </p:nvSpPr>
        <p:spPr>
          <a:xfrm>
            <a:off x="1985963" y="-76200"/>
            <a:ext cx="82296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Directionality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7076122" y="1182607"/>
            <a:ext cx="4745355" cy="2660651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Laser light travels only in direction.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Its angular spreading is very less.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It is expressed in terms of DIVERGENCE.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Δ</a:t>
            </a:r>
            <a:r>
              <a:rPr lang="el-GR" sz="2400" dirty="0">
                <a:solidFill>
                  <a:schemeClr val="tx1"/>
                </a:solidFill>
              </a:rPr>
              <a:t>θ</a:t>
            </a:r>
            <a:r>
              <a:rPr lang="en-US" sz="2400" dirty="0">
                <a:solidFill>
                  <a:schemeClr val="tx1"/>
                </a:solidFill>
              </a:rPr>
              <a:t> = 0.01 milli radian for LASER.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Δ</a:t>
            </a:r>
            <a:r>
              <a:rPr lang="el-GR" sz="2400" dirty="0">
                <a:solidFill>
                  <a:schemeClr val="tx1"/>
                </a:solidFill>
              </a:rPr>
              <a:t>θ</a:t>
            </a:r>
            <a:r>
              <a:rPr lang="en-US" sz="2400" dirty="0">
                <a:solidFill>
                  <a:schemeClr val="tx1"/>
                </a:solidFill>
              </a:rPr>
              <a:t> = 0.5 m for ordinary light.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659937" y="4185404"/>
            <a:ext cx="169386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8D1F15-CD21-487B-9521-C1F7F1BDA54B}" type="datetime2">
              <a:rPr lang="en-IN" altLang="en-US" smtClean="0"/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5C4DD-8774-44F1-B1FD-3298A9F84D30}" type="slidenum">
              <a:rPr lang="en-US" altLang="en-US" smtClean="0"/>
            </a:fld>
            <a:endParaRPr lang="en-US" altLang="en-US"/>
          </a:p>
        </p:txBody>
      </p:sp>
      <p:sp>
        <p:nvSpPr>
          <p:cNvPr id="122882" name="AutoShape 2" descr="How is light from a laser different from ordinary light? - Quora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2884" name="AutoShape 4" descr="How is light from a laser different from ordinary light? - Quora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2886" name="AutoShape 6" descr="How is light from a laser different from ordinary light? - Quora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22887" name="Picture 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1259375"/>
            <a:ext cx="8401049" cy="433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le 1"/>
          <p:cNvSpPr txBox="1"/>
          <p:nvPr/>
        </p:nvSpPr>
        <p:spPr bwMode="auto">
          <a:xfrm>
            <a:off x="2133600" y="228600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b="1" dirty="0"/>
              <a:t>Monochromatic</a:t>
            </a:r>
            <a:endParaRPr lang="en-US" b="1" dirty="0"/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8401049" y="1586229"/>
            <a:ext cx="3577591" cy="2277745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There is no perfect monochromatic light source in universe.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For laser beam </a:t>
            </a:r>
            <a:r>
              <a:rPr lang="el-GR" sz="2400" dirty="0">
                <a:solidFill>
                  <a:schemeClr val="tx1"/>
                </a:solidFill>
              </a:rPr>
              <a:t>Δ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az-Cyrl-AZ" sz="2400" dirty="0">
                <a:solidFill>
                  <a:schemeClr val="tx1"/>
                </a:solidFill>
              </a:rPr>
              <a:t>ѵ</a:t>
            </a:r>
            <a:r>
              <a:rPr lang="en-US" sz="2400" dirty="0">
                <a:solidFill>
                  <a:schemeClr val="tx1"/>
                </a:solidFill>
              </a:rPr>
              <a:t> = 50Hz and </a:t>
            </a:r>
            <a:r>
              <a:rPr lang="az-Cyrl-AZ" sz="2400" dirty="0">
                <a:solidFill>
                  <a:schemeClr val="tx1"/>
                </a:solidFill>
              </a:rPr>
              <a:t>ѵ</a:t>
            </a:r>
            <a:r>
              <a:rPr lang="en-US" sz="2400" dirty="0">
                <a:solidFill>
                  <a:schemeClr val="tx1"/>
                </a:solidFill>
              </a:rPr>
              <a:t> = 5x10</a:t>
            </a:r>
            <a:r>
              <a:rPr lang="en-US" sz="2400" baseline="30000" dirty="0">
                <a:solidFill>
                  <a:schemeClr val="tx1"/>
                </a:solidFill>
              </a:rPr>
              <a:t>14</a:t>
            </a:r>
            <a:r>
              <a:rPr lang="en-US" sz="2400" dirty="0">
                <a:solidFill>
                  <a:schemeClr val="tx1"/>
                </a:solidFill>
              </a:rPr>
              <a:t>Hz.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 Non </a:t>
            </a:r>
            <a:r>
              <a:rPr lang="en-US" sz="2400" dirty="0" err="1">
                <a:solidFill>
                  <a:schemeClr val="tx1"/>
                </a:solidFill>
              </a:rPr>
              <a:t>monochromacity</a:t>
            </a:r>
            <a:r>
              <a:rPr lang="en-US" sz="2400" dirty="0">
                <a:solidFill>
                  <a:schemeClr val="tx1"/>
                </a:solidFill>
              </a:rPr>
              <a:t> = 10</a:t>
            </a:r>
            <a:r>
              <a:rPr lang="en-US" sz="2400" baseline="30000" dirty="0">
                <a:solidFill>
                  <a:schemeClr val="tx1"/>
                </a:solidFill>
              </a:rPr>
              <a:t>-13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For ordinary light it is 10</a:t>
            </a:r>
            <a:r>
              <a:rPr lang="en-US" sz="2400" baseline="30000" dirty="0">
                <a:solidFill>
                  <a:schemeClr val="tx1"/>
                </a:solidFill>
              </a:rPr>
              <a:t>-</a:t>
            </a:r>
            <a:endParaRPr lang="en-US" sz="2400" baseline="30000" dirty="0">
              <a:solidFill>
                <a:schemeClr val="tx1"/>
              </a:solidFill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3831" y="381000"/>
            <a:ext cx="5673725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295900" y="3524250"/>
            <a:ext cx="6199188" cy="2743200"/>
          </a:xfrm>
          <a:noFill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E85E02-2AB6-4919-9FB5-97E1DC77AA32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2058DF-4CBF-458C-8BCB-8A7790B387C4}" type="datetime2">
              <a:rPr lang="en-IN" smtClean="0"/>
            </a:fld>
            <a:endParaRPr 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58437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6C74EAC-0772-473D-A024-8137D48624DA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639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B09938B-901A-4EF9-89F9-C01381C40D66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91138" name="Picture 2" descr="Laser 101 – pt. 1: The Basics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92240" y="948690"/>
            <a:ext cx="8991600" cy="2251710"/>
          </a:xfrm>
          <a:prstGeom prst="rect">
            <a:avLst/>
          </a:prstGeom>
          <a:noFill/>
        </p:spPr>
      </p:pic>
      <p:pic>
        <p:nvPicPr>
          <p:cNvPr id="91140" name="Picture 4" descr="Lasers: lasers | Glogster EDU - Interactive multimedia poste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256329"/>
            <a:ext cx="8839200" cy="304409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746920" y="144780"/>
            <a:ext cx="2682240" cy="571500"/>
          </a:xfrm>
        </p:spPr>
        <p:txBody>
          <a:bodyPr/>
          <a:lstStyle/>
          <a:p>
            <a:pPr eaLnBrk="1" hangingPunct="1"/>
            <a:r>
              <a:rPr lang="en-US" b="1" dirty="0"/>
              <a:t>Coherence</a:t>
            </a:r>
            <a:r>
              <a:rPr lang="en-US" dirty="0"/>
              <a:t> </a:t>
            </a:r>
            <a:endParaRPr lang="en-US" dirty="0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5055870" y="447357"/>
            <a:ext cx="2579370" cy="629285"/>
          </a:xfrm>
        </p:spPr>
        <p:txBody>
          <a:bodyPr/>
          <a:lstStyle/>
          <a:p>
            <a:r>
              <a:rPr lang="en-US" b="1" dirty="0"/>
              <a:t>Coherence </a:t>
            </a:r>
            <a:endParaRPr lang="en-US" b="1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838200" y="1336992"/>
            <a:ext cx="10515600" cy="4839971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All the emitted photons bear a constant phase relationship with each other in both time and phase.</a:t>
            </a:r>
            <a:endParaRPr lang="en-US" altLang="zh-TW" dirty="0">
              <a:solidFill>
                <a:schemeClr val="tx1"/>
              </a:solidFill>
            </a:endParaRPr>
          </a:p>
          <a:p>
            <a:endParaRPr lang="en-US" altLang="zh-TW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269" name="Picture 5" descr="marchingguys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57350" y="2537460"/>
            <a:ext cx="9063990" cy="3558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E85E02-2AB6-4919-9FB5-97E1DC77AA32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16798-670A-4014-8C3C-3A7D67EB0CF5}" type="datetime2">
              <a:rPr lang="en-IN" smtClean="0"/>
            </a:fld>
            <a:endParaRPr 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240530" y="320674"/>
            <a:ext cx="3710940" cy="720725"/>
          </a:xfrm>
        </p:spPr>
        <p:txBody>
          <a:bodyPr/>
          <a:lstStyle/>
          <a:p>
            <a:r>
              <a:rPr lang="en-US" b="1" dirty="0"/>
              <a:t>High Intensity</a:t>
            </a:r>
            <a:endParaRPr lang="en-US" b="1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Very high intensity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Since the whole energy is concentrated at a small region.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1m W He-Ne laser is 100 times more intense than the light that reaches earth from sun.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No. of photons per sec per unit area is 10</a:t>
            </a:r>
            <a:r>
              <a:rPr lang="en-US" baseline="30000" dirty="0">
                <a:solidFill>
                  <a:schemeClr val="tx1"/>
                </a:solidFill>
              </a:rPr>
              <a:t>22</a:t>
            </a:r>
            <a:r>
              <a:rPr lang="en-US" dirty="0">
                <a:solidFill>
                  <a:schemeClr val="tx1"/>
                </a:solidFill>
              </a:rPr>
              <a:t> to 10</a:t>
            </a:r>
            <a:r>
              <a:rPr lang="en-US" baseline="30000" dirty="0">
                <a:solidFill>
                  <a:schemeClr val="tx1"/>
                </a:solidFill>
              </a:rPr>
              <a:t>34</a:t>
            </a:r>
            <a:r>
              <a:rPr lang="en-US" dirty="0">
                <a:solidFill>
                  <a:schemeClr val="tx1"/>
                </a:solidFill>
              </a:rPr>
              <a:t> in laser.		I=P/</a:t>
            </a:r>
            <a:r>
              <a:rPr lang="el-GR" dirty="0">
                <a:solidFill>
                  <a:schemeClr val="tx1"/>
                </a:solidFill>
              </a:rPr>
              <a:t>λ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endParaRPr lang="en-US" baseline="30000" dirty="0">
              <a:solidFill>
                <a:schemeClr val="tx1"/>
              </a:solidFill>
            </a:endParaRPr>
          </a:p>
        </p:txBody>
      </p:sp>
      <p:sp>
        <p:nvSpPr>
          <p:cNvPr id="1741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2C9B6C4-B7E1-4802-A411-601F66D5262B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741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07A0F53-5B92-44BD-A3AC-F8FD8CB47393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b="1" dirty="0"/>
              <a:t>Comparison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69B986-D5DC-4091-82BF-D5CD4405943F}" type="datetime2">
              <a:rPr lang="en-IN" altLang="en-US" smtClean="0"/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5C4DD-8774-44F1-B1FD-3298A9F84D30}" type="slidenum">
              <a:rPr lang="en-US" altLang="en-US" smtClean="0"/>
            </a:fld>
            <a:endParaRPr lang="en-US" altLang="en-US"/>
          </a:p>
        </p:txBody>
      </p:sp>
      <p:pic>
        <p:nvPicPr>
          <p:cNvPr id="124930" name="Picture 2" descr="Figure 3 from Laser principles. | Semantic Scholar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86000" y="1066801"/>
            <a:ext cx="8115300" cy="5143501"/>
          </a:xfrm>
          <a:prstGeom prst="rect">
            <a:avLst/>
          </a:prstGeom>
          <a:noFill/>
        </p:spPr>
      </p:pic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2524125" y="316945"/>
            <a:ext cx="7273290" cy="635079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solidFill>
                  <a:srgbClr val="0070C0"/>
                </a:solidFill>
              </a:rPr>
              <a:t>Interaction of Light with matter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16230" y="1524000"/>
            <a:ext cx="4415790" cy="3970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TW" sz="3600" dirty="0"/>
              <a:t>Absorption 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dirty="0"/>
              <a:t>Spontaneous Emission 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dirty="0"/>
              <a:t>Stimulated Emission </a:t>
            </a:r>
            <a:endParaRPr lang="en-US" altLang="zh-TW" sz="3600" dirty="0"/>
          </a:p>
          <a:p>
            <a:endParaRPr lang="zh-TW" altLang="en-US" sz="3600" dirty="0"/>
          </a:p>
          <a:p>
            <a:r>
              <a:rPr lang="en-US" altLang="zh-TW" sz="3600" dirty="0"/>
              <a:t>Population inversion</a:t>
            </a:r>
            <a:endParaRPr lang="en-US" altLang="zh-TW" sz="3600" dirty="0"/>
          </a:p>
        </p:txBody>
      </p:sp>
      <p:sp>
        <p:nvSpPr>
          <p:cNvPr id="18437" name="Date Placeholder 5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D638FE8-0C32-4EA5-8211-417A2720275C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18439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BD971C3A-746B-4D61-9BBF-EFE58D1830F9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7476"/>
          <a:stretch>
            <a:fillRect/>
          </a:stretch>
        </p:blipFill>
        <p:spPr>
          <a:xfrm>
            <a:off x="4912994" y="1383030"/>
            <a:ext cx="7077075" cy="4834969"/>
          </a:xfrm>
          <a:prstGeom prst="rect">
            <a:avLst/>
          </a:prstGeom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9029700" cy="658813"/>
          </a:xfrm>
        </p:spPr>
        <p:txBody>
          <a:bodyPr/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Absorption, Spontaneous, Stimulated Emission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76B6AC-A79D-4FDF-943C-A466F562811A}" type="datetime2">
              <a:rPr lang="en-IN" altLang="en-US" smtClean="0"/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5C4DD-8774-44F1-B1FD-3298A9F84D30}" type="slidenum">
              <a:rPr lang="en-US" altLang="en-US" smtClean="0"/>
            </a:fld>
            <a:endParaRPr lang="en-US" altLang="en-US"/>
          </a:p>
        </p:txBody>
      </p:sp>
      <p:pic>
        <p:nvPicPr>
          <p:cNvPr id="125954" name="Picture 2" descr="Laser Treatment of Benign Prostatic Obstruction: Basics and ...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8590" y="811213"/>
            <a:ext cx="6297930" cy="5344918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811213"/>
            <a:ext cx="4537710" cy="5545137"/>
          </a:xfrm>
          <a:prstGeom prst="rect">
            <a:avLst/>
          </a:prstGeom>
        </p:spPr>
      </p:pic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01275" y="14605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151635"/>
            <a:ext cx="9837420" cy="594995"/>
          </a:xfrm>
        </p:spPr>
        <p:txBody>
          <a:bodyPr/>
          <a:lstStyle/>
          <a:p>
            <a:r>
              <a:rPr lang="en-US" b="1" dirty="0"/>
              <a:t>Absorption 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9C9808-4F5B-47C7-85CC-FE575C8C48AE}" type="datetime2">
              <a:rPr lang="en-IN" altLang="en-US" smtClean="0"/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5C4DD-8774-44F1-B1FD-3298A9F84D30}" type="slidenum">
              <a:rPr lang="en-US" altLang="en-US" smtClean="0"/>
            </a:fld>
            <a:endParaRPr lang="en-US" altLang="en-US"/>
          </a:p>
        </p:txBody>
      </p:sp>
      <p:pic>
        <p:nvPicPr>
          <p:cNvPr id="126978" name="Picture 2" descr="Absorption of radiation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25930" y="1132766"/>
            <a:ext cx="9018270" cy="4978604"/>
          </a:xfrm>
          <a:prstGeom prst="rect">
            <a:avLst/>
          </a:prstGeom>
          <a:noFill/>
        </p:spPr>
      </p:pic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89217"/>
            <a:ext cx="10515600" cy="675005"/>
          </a:xfrm>
        </p:spPr>
        <p:txBody>
          <a:bodyPr/>
          <a:lstStyle/>
          <a:p>
            <a:r>
              <a:rPr lang="en-US" b="1" dirty="0"/>
              <a:t>Spontaneous Emission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C5F069-1585-4E06-95CB-136394018581}" type="datetime2">
              <a:rPr lang="en-IN" altLang="en-US" smtClean="0"/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5C4DD-8774-44F1-B1FD-3298A9F84D30}" type="slidenum">
              <a:rPr lang="en-US" altLang="en-US" smtClean="0"/>
            </a:fld>
            <a:endParaRPr lang="en-US" altLang="en-US"/>
          </a:p>
        </p:txBody>
      </p:sp>
      <p:pic>
        <p:nvPicPr>
          <p:cNvPr id="128002" name="Picture 2" descr="Spontaneous emission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95516" y="994410"/>
            <a:ext cx="8297224" cy="5436870"/>
          </a:xfrm>
          <a:prstGeom prst="rect">
            <a:avLst/>
          </a:prstGeom>
          <a:noFill/>
        </p:spPr>
      </p:pic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Stimulated Emission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2D36F7-C735-4926-820B-BB4797F1A54A}" type="datetime2">
              <a:rPr lang="en-IN" altLang="en-US" smtClean="0"/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5C4DD-8774-44F1-B1FD-3298A9F84D30}" type="slidenum">
              <a:rPr lang="en-US" altLang="en-US" smtClean="0"/>
            </a:fld>
            <a:endParaRPr lang="en-US" altLang="en-US"/>
          </a:p>
        </p:txBody>
      </p:sp>
      <p:pic>
        <p:nvPicPr>
          <p:cNvPr id="129026" name="Picture 2" descr="Stimulated emissiion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86001" y="1188720"/>
            <a:ext cx="7674853" cy="4983480"/>
          </a:xfrm>
          <a:prstGeom prst="rect">
            <a:avLst/>
          </a:prstGeom>
          <a:noFill/>
        </p:spPr>
      </p:pic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83FB07-BC2C-47AD-B935-ADAB53343B09}" type="slidenum">
              <a:rPr lang="en-US" smtClean="0"/>
            </a:fld>
            <a:endParaRPr 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4343400" y="2514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44196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9463" name="Oval 7"/>
          <p:cNvSpPr>
            <a:spLocks noChangeArrowheads="1"/>
          </p:cNvSpPr>
          <p:nvPr/>
        </p:nvSpPr>
        <p:spPr bwMode="auto">
          <a:xfrm>
            <a:off x="46482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Oval 8"/>
          <p:cNvSpPr>
            <a:spLocks noChangeArrowheads="1"/>
          </p:cNvSpPr>
          <p:nvPr/>
        </p:nvSpPr>
        <p:spPr bwMode="auto">
          <a:xfrm>
            <a:off x="49530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3065" name="Oval 9"/>
          <p:cNvSpPr>
            <a:spLocks noChangeArrowheads="1"/>
          </p:cNvSpPr>
          <p:nvPr/>
        </p:nvSpPr>
        <p:spPr bwMode="auto">
          <a:xfrm>
            <a:off x="52578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55626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Oval 11"/>
          <p:cNvSpPr>
            <a:spLocks noChangeArrowheads="1"/>
          </p:cNvSpPr>
          <p:nvPr/>
        </p:nvSpPr>
        <p:spPr bwMode="auto">
          <a:xfrm>
            <a:off x="58674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3102" name="AutoShape 46"/>
          <p:cNvSpPr>
            <a:spLocks noChangeArrowheads="1"/>
          </p:cNvSpPr>
          <p:nvPr/>
        </p:nvSpPr>
        <p:spPr bwMode="auto">
          <a:xfrm>
            <a:off x="3810001" y="3581401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Text Box 48"/>
          <p:cNvSpPr txBox="1">
            <a:spLocks noChangeArrowheads="1"/>
          </p:cNvSpPr>
          <p:nvPr/>
        </p:nvSpPr>
        <p:spPr bwMode="auto">
          <a:xfrm>
            <a:off x="3657600" y="3352801"/>
            <a:ext cx="3810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73105" name="Text Box 49"/>
          <p:cNvSpPr txBox="1">
            <a:spLocks noChangeArrowheads="1"/>
          </p:cNvSpPr>
          <p:nvPr/>
        </p:nvSpPr>
        <p:spPr bwMode="auto">
          <a:xfrm>
            <a:off x="3657600" y="3181290"/>
            <a:ext cx="9906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photon</a:t>
            </a:r>
            <a:endParaRPr lang="en-US" dirty="0"/>
          </a:p>
        </p:txBody>
      </p:sp>
      <p:sp>
        <p:nvSpPr>
          <p:cNvPr id="173112" name="Line 56"/>
          <p:cNvSpPr>
            <a:spLocks noChangeShapeType="1"/>
          </p:cNvSpPr>
          <p:nvPr/>
        </p:nvSpPr>
        <p:spPr bwMode="auto">
          <a:xfrm flipV="1">
            <a:off x="5257800" y="26670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73120" name="Oval 64"/>
          <p:cNvSpPr>
            <a:spLocks noChangeArrowheads="1"/>
          </p:cNvSpPr>
          <p:nvPr/>
        </p:nvSpPr>
        <p:spPr bwMode="auto">
          <a:xfrm flipH="1">
            <a:off x="5181600" y="2362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9474" name="Text Box 65"/>
          <p:cNvSpPr txBox="1">
            <a:spLocks noChangeArrowheads="1"/>
          </p:cNvSpPr>
          <p:nvPr/>
        </p:nvSpPr>
        <p:spPr bwMode="auto">
          <a:xfrm>
            <a:off x="6461126" y="4537076"/>
            <a:ext cx="430213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E1</a:t>
            </a:r>
            <a:endParaRPr lang="en-US"/>
          </a:p>
        </p:txBody>
      </p:sp>
      <p:sp>
        <p:nvSpPr>
          <p:cNvPr id="19475" name="Text Box 66"/>
          <p:cNvSpPr txBox="1">
            <a:spLocks noChangeArrowheads="1"/>
          </p:cNvSpPr>
          <p:nvPr/>
        </p:nvSpPr>
        <p:spPr bwMode="auto">
          <a:xfrm>
            <a:off x="6384925" y="2251075"/>
            <a:ext cx="413896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E2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F5EE96-D53E-45AC-89E0-87E527E2F476}" type="datetime2">
              <a:rPr lang="en-IN" smtClean="0"/>
            </a:fld>
            <a:endParaRPr 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3000"/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0"/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17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5" grpId="0" animBg="1"/>
      <p:bldP spid="173102" grpId="0" animBg="1"/>
      <p:bldP spid="173105" grpId="0"/>
      <p:bldP spid="173112" grpId="0" animBg="1"/>
      <p:bldP spid="1731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 dirty="0"/>
          </a:p>
        </p:txBody>
      </p:sp>
      <p:sp>
        <p:nvSpPr>
          <p:cNvPr id="21509" name="Line 6"/>
          <p:cNvSpPr>
            <a:spLocks noChangeShapeType="1"/>
          </p:cNvSpPr>
          <p:nvPr/>
        </p:nvSpPr>
        <p:spPr bwMode="auto">
          <a:xfrm>
            <a:off x="4191000" y="26670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510" name="Line 7"/>
          <p:cNvSpPr>
            <a:spLocks noChangeShapeType="1"/>
          </p:cNvSpPr>
          <p:nvPr/>
        </p:nvSpPr>
        <p:spPr bwMode="auto">
          <a:xfrm flipV="1">
            <a:off x="4191000" y="4724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511" name="Oval 14"/>
          <p:cNvSpPr>
            <a:spLocks noChangeArrowheads="1"/>
          </p:cNvSpPr>
          <p:nvPr/>
        </p:nvSpPr>
        <p:spPr bwMode="auto">
          <a:xfrm>
            <a:off x="4953000" y="25146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Oval 15"/>
          <p:cNvSpPr>
            <a:spLocks noChangeArrowheads="1"/>
          </p:cNvSpPr>
          <p:nvPr/>
        </p:nvSpPr>
        <p:spPr bwMode="auto">
          <a:xfrm>
            <a:off x="5181600" y="25146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Oval 16"/>
          <p:cNvSpPr>
            <a:spLocks noChangeArrowheads="1"/>
          </p:cNvSpPr>
          <p:nvPr/>
        </p:nvSpPr>
        <p:spPr bwMode="auto">
          <a:xfrm>
            <a:off x="5410200" y="25146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Oval 17"/>
          <p:cNvSpPr>
            <a:spLocks noChangeArrowheads="1"/>
          </p:cNvSpPr>
          <p:nvPr/>
        </p:nvSpPr>
        <p:spPr bwMode="auto">
          <a:xfrm>
            <a:off x="5638800" y="25146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5362" name="Line 18"/>
          <p:cNvSpPr>
            <a:spLocks noChangeShapeType="1"/>
          </p:cNvSpPr>
          <p:nvPr/>
        </p:nvSpPr>
        <p:spPr bwMode="auto">
          <a:xfrm flipH="1">
            <a:off x="4724400" y="26670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5364" name="Oval 20"/>
          <p:cNvSpPr>
            <a:spLocks noChangeArrowheads="1"/>
          </p:cNvSpPr>
          <p:nvPr/>
        </p:nvSpPr>
        <p:spPr bwMode="auto">
          <a:xfrm>
            <a:off x="4724400" y="25146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5365" name="AutoShape 21"/>
          <p:cNvSpPr>
            <a:spLocks noChangeArrowheads="1"/>
          </p:cNvSpPr>
          <p:nvPr/>
        </p:nvSpPr>
        <p:spPr bwMode="auto">
          <a:xfrm>
            <a:off x="4953001" y="3276601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5366" name="Text Box 22"/>
          <p:cNvSpPr txBox="1">
            <a:spLocks noChangeArrowheads="1"/>
          </p:cNvSpPr>
          <p:nvPr/>
        </p:nvSpPr>
        <p:spPr bwMode="auto">
          <a:xfrm>
            <a:off x="6019800" y="3200400"/>
            <a:ext cx="1295400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/>
              <a:t>Photon</a:t>
            </a:r>
            <a:endParaRPr lang="en-US"/>
          </a:p>
          <a:p>
            <a:r>
              <a:rPr lang="en-US"/>
              <a:t>hv=E2-E1</a:t>
            </a:r>
            <a:endParaRPr lang="en-US"/>
          </a:p>
        </p:txBody>
      </p:sp>
      <p:sp>
        <p:nvSpPr>
          <p:cNvPr id="21519" name="Oval 23"/>
          <p:cNvSpPr>
            <a:spLocks noChangeArrowheads="1"/>
          </p:cNvSpPr>
          <p:nvPr/>
        </p:nvSpPr>
        <p:spPr bwMode="auto">
          <a:xfrm>
            <a:off x="4495800" y="25146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Text Box 24"/>
          <p:cNvSpPr txBox="1">
            <a:spLocks noChangeArrowheads="1"/>
          </p:cNvSpPr>
          <p:nvPr/>
        </p:nvSpPr>
        <p:spPr bwMode="auto">
          <a:xfrm>
            <a:off x="5851525" y="2452688"/>
            <a:ext cx="413896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E2</a:t>
            </a:r>
            <a:endParaRPr lang="en-US"/>
          </a:p>
        </p:txBody>
      </p:sp>
      <p:sp>
        <p:nvSpPr>
          <p:cNvPr id="21521" name="Text Box 25"/>
          <p:cNvSpPr txBox="1">
            <a:spLocks noChangeArrowheads="1"/>
          </p:cNvSpPr>
          <p:nvPr/>
        </p:nvSpPr>
        <p:spPr bwMode="auto">
          <a:xfrm>
            <a:off x="5851525" y="4537075"/>
            <a:ext cx="46679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 E1</a:t>
            </a:r>
            <a:endParaRPr lang="en-US"/>
          </a:p>
        </p:txBody>
      </p:sp>
      <p:sp>
        <p:nvSpPr>
          <p:cNvPr id="21523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5368DA72-9505-460F-82A9-EE2194C9744B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152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E19C882-4B02-4674-BA4F-EF67E4842441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69288E-6 L 1.11022E-16 0.31082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85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62" grpId="0" animBg="1"/>
      <p:bldP spid="185364" grpId="0" animBg="1"/>
      <p:bldP spid="185365" grpId="0" animBg="1"/>
      <p:bldP spid="18536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 dirty="0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2667000" y="2514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27432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29718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32766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3065" name="Oval 9"/>
          <p:cNvSpPr>
            <a:spLocks noChangeArrowheads="1"/>
          </p:cNvSpPr>
          <p:nvPr/>
        </p:nvSpPr>
        <p:spPr bwMode="auto">
          <a:xfrm>
            <a:off x="35814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Oval 10"/>
          <p:cNvSpPr>
            <a:spLocks noChangeArrowheads="1"/>
          </p:cNvSpPr>
          <p:nvPr/>
        </p:nvSpPr>
        <p:spPr bwMode="auto">
          <a:xfrm>
            <a:off x="38862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Oval 11"/>
          <p:cNvSpPr>
            <a:spLocks noChangeArrowheads="1"/>
          </p:cNvSpPr>
          <p:nvPr/>
        </p:nvSpPr>
        <p:spPr bwMode="auto">
          <a:xfrm>
            <a:off x="41910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Line 14"/>
          <p:cNvSpPr>
            <a:spLocks noChangeShapeType="1"/>
          </p:cNvSpPr>
          <p:nvPr/>
        </p:nvSpPr>
        <p:spPr bwMode="auto">
          <a:xfrm flipV="1">
            <a:off x="1828800" y="3505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3102" name="AutoShape 46"/>
          <p:cNvSpPr>
            <a:spLocks noChangeArrowheads="1"/>
          </p:cNvSpPr>
          <p:nvPr/>
        </p:nvSpPr>
        <p:spPr bwMode="auto">
          <a:xfrm>
            <a:off x="2133601" y="3581401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Text Box 48"/>
          <p:cNvSpPr txBox="1">
            <a:spLocks noChangeArrowheads="1"/>
          </p:cNvSpPr>
          <p:nvPr/>
        </p:nvSpPr>
        <p:spPr bwMode="auto">
          <a:xfrm>
            <a:off x="1981200" y="3352801"/>
            <a:ext cx="3810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73105" name="Text Box 49"/>
          <p:cNvSpPr txBox="1">
            <a:spLocks noChangeArrowheads="1"/>
          </p:cNvSpPr>
          <p:nvPr/>
        </p:nvSpPr>
        <p:spPr bwMode="auto">
          <a:xfrm>
            <a:off x="1981200" y="3124201"/>
            <a:ext cx="990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 photon</a:t>
            </a:r>
            <a:endParaRPr lang="en-US"/>
          </a:p>
        </p:txBody>
      </p:sp>
      <p:sp>
        <p:nvSpPr>
          <p:cNvPr id="173112" name="Line 56"/>
          <p:cNvSpPr>
            <a:spLocks noChangeShapeType="1"/>
          </p:cNvSpPr>
          <p:nvPr/>
        </p:nvSpPr>
        <p:spPr bwMode="auto">
          <a:xfrm flipV="1">
            <a:off x="4495800" y="26670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497" name="Text Box 65"/>
          <p:cNvSpPr txBox="1">
            <a:spLocks noChangeArrowheads="1"/>
          </p:cNvSpPr>
          <p:nvPr/>
        </p:nvSpPr>
        <p:spPr bwMode="auto">
          <a:xfrm>
            <a:off x="4784725" y="4537075"/>
            <a:ext cx="37542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E</a:t>
            </a:r>
            <a:r>
              <a:rPr lang="en-US" baseline="-25000"/>
              <a:t>1</a:t>
            </a:r>
            <a:endParaRPr lang="en-US" baseline="-25000"/>
          </a:p>
        </p:txBody>
      </p:sp>
      <p:sp>
        <p:nvSpPr>
          <p:cNvPr id="20498" name="Text Box 66"/>
          <p:cNvSpPr txBox="1">
            <a:spLocks noChangeArrowheads="1"/>
          </p:cNvSpPr>
          <p:nvPr/>
        </p:nvSpPr>
        <p:spPr bwMode="auto">
          <a:xfrm>
            <a:off x="4708525" y="2373313"/>
            <a:ext cx="375424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E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2050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6A31383-EC46-4EB8-A4DC-F882A584B945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050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A7F517D4-4F01-48C9-AC56-95F25D9C9AA8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3" name="Line 6"/>
          <p:cNvSpPr>
            <a:spLocks noChangeShapeType="1"/>
          </p:cNvSpPr>
          <p:nvPr/>
        </p:nvSpPr>
        <p:spPr bwMode="auto">
          <a:xfrm>
            <a:off x="6705600" y="27432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Line 7"/>
          <p:cNvSpPr>
            <a:spLocks noChangeShapeType="1"/>
          </p:cNvSpPr>
          <p:nvPr/>
        </p:nvSpPr>
        <p:spPr bwMode="auto">
          <a:xfrm>
            <a:off x="6781800" y="48006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9"/>
          <p:cNvSpPr>
            <a:spLocks noChangeArrowheads="1"/>
          </p:cNvSpPr>
          <p:nvPr/>
        </p:nvSpPr>
        <p:spPr bwMode="auto">
          <a:xfrm>
            <a:off x="6934200" y="2590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Oval 15"/>
          <p:cNvSpPr>
            <a:spLocks noChangeArrowheads="1"/>
          </p:cNvSpPr>
          <p:nvPr/>
        </p:nvSpPr>
        <p:spPr bwMode="auto">
          <a:xfrm>
            <a:off x="7162800" y="2590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Oval 18"/>
          <p:cNvSpPr>
            <a:spLocks noChangeArrowheads="1"/>
          </p:cNvSpPr>
          <p:nvPr/>
        </p:nvSpPr>
        <p:spPr bwMode="auto">
          <a:xfrm>
            <a:off x="7391400" y="2590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Oval 33"/>
          <p:cNvSpPr>
            <a:spLocks noChangeArrowheads="1"/>
          </p:cNvSpPr>
          <p:nvPr/>
        </p:nvSpPr>
        <p:spPr bwMode="auto">
          <a:xfrm>
            <a:off x="7620000" y="2590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Oval 34"/>
          <p:cNvSpPr>
            <a:spLocks noChangeArrowheads="1"/>
          </p:cNvSpPr>
          <p:nvPr/>
        </p:nvSpPr>
        <p:spPr bwMode="auto">
          <a:xfrm>
            <a:off x="7848600" y="2590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Oval 35"/>
          <p:cNvSpPr>
            <a:spLocks noChangeArrowheads="1"/>
          </p:cNvSpPr>
          <p:nvPr/>
        </p:nvSpPr>
        <p:spPr bwMode="auto">
          <a:xfrm>
            <a:off x="8153400" y="2590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Oval 36"/>
          <p:cNvSpPr>
            <a:spLocks noChangeArrowheads="1"/>
          </p:cNvSpPr>
          <p:nvPr/>
        </p:nvSpPr>
        <p:spPr bwMode="auto">
          <a:xfrm>
            <a:off x="8458200" y="2590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7620000" y="26670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44"/>
          <p:cNvSpPr>
            <a:spLocks noChangeArrowheads="1"/>
          </p:cNvSpPr>
          <p:nvPr/>
        </p:nvSpPr>
        <p:spPr bwMode="auto">
          <a:xfrm>
            <a:off x="7696201" y="3276601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AutoShape 46"/>
          <p:cNvSpPr>
            <a:spLocks noChangeArrowheads="1"/>
          </p:cNvSpPr>
          <p:nvPr/>
        </p:nvSpPr>
        <p:spPr bwMode="auto">
          <a:xfrm>
            <a:off x="6477001" y="3476626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AutoShape 47"/>
          <p:cNvSpPr>
            <a:spLocks noChangeArrowheads="1"/>
          </p:cNvSpPr>
          <p:nvPr/>
        </p:nvSpPr>
        <p:spPr bwMode="auto">
          <a:xfrm>
            <a:off x="7696201" y="4038601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867400" y="3048000"/>
            <a:ext cx="169545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600"/>
              <a:t>stimulated photon</a:t>
            </a:r>
            <a:endParaRPr lang="en-US" sz="1600"/>
          </a:p>
        </p:txBody>
      </p:sp>
      <p:sp>
        <p:nvSpPr>
          <p:cNvPr id="37" name="Text Box 49"/>
          <p:cNvSpPr txBox="1">
            <a:spLocks noChangeArrowheads="1"/>
          </p:cNvSpPr>
          <p:nvPr/>
        </p:nvSpPr>
        <p:spPr bwMode="auto">
          <a:xfrm>
            <a:off x="9067800" y="3427414"/>
            <a:ext cx="1295400" cy="9159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/>
              <a:t>Emitted</a:t>
            </a:r>
            <a:endParaRPr lang="en-US"/>
          </a:p>
          <a:p>
            <a:r>
              <a:rPr lang="en-US"/>
              <a:t>Photon </a:t>
            </a:r>
            <a:r>
              <a:rPr lang="en-US">
                <a:solidFill>
                  <a:schemeClr val="tx2"/>
                </a:solidFill>
              </a:rPr>
              <a:t>coherent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8" name="AutoShape 50"/>
          <p:cNvSpPr/>
          <p:nvPr/>
        </p:nvSpPr>
        <p:spPr bwMode="auto">
          <a:xfrm>
            <a:off x="8839200" y="34290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Text Box 51"/>
          <p:cNvSpPr txBox="1">
            <a:spLocks noChangeArrowheads="1"/>
          </p:cNvSpPr>
          <p:nvPr/>
        </p:nvSpPr>
        <p:spPr bwMode="auto">
          <a:xfrm>
            <a:off x="6477001" y="2057400"/>
            <a:ext cx="255852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Metastable state(10</a:t>
            </a:r>
            <a:r>
              <a:rPr lang="en-US" baseline="30000"/>
              <a:t>-3</a:t>
            </a:r>
            <a:r>
              <a:rPr lang="en-US"/>
              <a:t>sec)</a:t>
            </a:r>
            <a:endParaRPr lang="en-US"/>
          </a:p>
        </p:txBody>
      </p:sp>
      <p:cxnSp>
        <p:nvCxnSpPr>
          <p:cNvPr id="40" name="AutoShape 62"/>
          <p:cNvCxnSpPr>
            <a:cxnSpLocks noChangeShapeType="1"/>
          </p:cNvCxnSpPr>
          <p:nvPr/>
        </p:nvCxnSpPr>
        <p:spPr bwMode="auto">
          <a:xfrm rot="16200000" flipH="1">
            <a:off x="6477000" y="2438400"/>
            <a:ext cx="381000" cy="22860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</p:cxnSp>
      <p:sp>
        <p:nvSpPr>
          <p:cNvPr id="41" name="Text Box 48"/>
          <p:cNvSpPr txBox="1">
            <a:spLocks noChangeArrowheads="1"/>
          </p:cNvSpPr>
          <p:nvPr/>
        </p:nvSpPr>
        <p:spPr bwMode="auto">
          <a:xfrm>
            <a:off x="7696200" y="5029200"/>
            <a:ext cx="169545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600"/>
              <a:t>stimulated photon</a:t>
            </a:r>
            <a:endParaRPr lang="en-US" sz="1600"/>
          </a:p>
        </p:txBody>
      </p:sp>
      <p:sp>
        <p:nvSpPr>
          <p:cNvPr id="42" name="Text Box 48"/>
          <p:cNvSpPr txBox="1">
            <a:spLocks noChangeArrowheads="1"/>
          </p:cNvSpPr>
          <p:nvPr/>
        </p:nvSpPr>
        <p:spPr bwMode="auto">
          <a:xfrm>
            <a:off x="7848600" y="2819400"/>
            <a:ext cx="1695450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600"/>
              <a:t>incident photon</a:t>
            </a:r>
            <a:endParaRPr lang="en-US" sz="1600"/>
          </a:p>
        </p:txBody>
      </p:sp>
      <p:cxnSp>
        <p:nvCxnSpPr>
          <p:cNvPr id="43" name="Curved Connector 42"/>
          <p:cNvCxnSpPr/>
          <p:nvPr/>
        </p:nvCxnSpPr>
        <p:spPr>
          <a:xfrm rot="16200000" flipH="1">
            <a:off x="7696200" y="4724400"/>
            <a:ext cx="685800" cy="762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/>
          <p:nvPr/>
        </p:nvCxnSpPr>
        <p:spPr>
          <a:xfrm rot="5400000" flipH="1" flipV="1">
            <a:off x="7962900" y="3162300"/>
            <a:ext cx="304800" cy="762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916 -1.61887E-6 L -0.02916 -0.3330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5 8.60315E-7 L 0.0125 0.3330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5" grpId="0" animBg="1"/>
      <p:bldP spid="173102" grpId="0" animBg="1"/>
      <p:bldP spid="173105" grpId="0"/>
      <p:bldP spid="173112" grpId="0" animBg="1"/>
      <p:bldP spid="28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 animBg="1"/>
      <p:bldP spid="41" grpId="0"/>
      <p:bldP spid="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C771E2-7468-4618-BEE9-E74F1E58014A}" type="datetime2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5227-2A60-422B-9A48-28E403C249B0}" type="slidenum">
              <a:rPr lang="en-US" altLang="en-US" smtClean="0"/>
            </a:fld>
            <a:endParaRPr lang="en-US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TW" sz="5400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Stimulated Emission</a:t>
            </a:r>
            <a:endParaRPr lang="zh-TW" altLang="en-US" sz="5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981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TW" sz="3000">
                <a:latin typeface="Times New Roman" panose="02020603050405020304" pitchFamily="18" charset="0"/>
                <a:cs typeface="Times New Roman" panose="02020603050405020304" pitchFamily="18" charset="0"/>
              </a:rPr>
              <a:t>The stimulated photons have unique properties: </a:t>
            </a:r>
            <a:endParaRPr lang="en-US" altLang="zh-TW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zh-TW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zh-TW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In phase </a:t>
            </a:r>
            <a:r>
              <a:rPr lang="en-US" altLang="zh-TW" sz="3000">
                <a:latin typeface="Times New Roman" panose="02020603050405020304" pitchFamily="18" charset="0"/>
                <a:cs typeface="Times New Roman" panose="02020603050405020304" pitchFamily="18" charset="0"/>
              </a:rPr>
              <a:t>with the incident photon </a:t>
            </a:r>
            <a:endParaRPr lang="en-US" altLang="zh-TW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endParaRPr lang="en-US" altLang="zh-TW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zh-TW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  wavelength </a:t>
            </a:r>
            <a:r>
              <a:rPr lang="en-US" altLang="zh-TW" sz="3000">
                <a:latin typeface="Times New Roman" panose="02020603050405020304" pitchFamily="18" charset="0"/>
                <a:cs typeface="Times New Roman" panose="02020603050405020304" pitchFamily="18" charset="0"/>
              </a:rPr>
              <a:t>as the incident photon </a:t>
            </a:r>
            <a:endParaRPr lang="en-US" altLang="zh-TW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zh-TW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zh-TW" sz="3000">
                <a:latin typeface="Times New Roman" panose="02020603050405020304" pitchFamily="18" charset="0"/>
                <a:cs typeface="Times New Roman" panose="02020603050405020304" pitchFamily="18" charset="0"/>
              </a:rPr>
              <a:t>Travel in </a:t>
            </a:r>
            <a:r>
              <a:rPr lang="en-US" altLang="zh-TW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 direction </a:t>
            </a:r>
            <a:r>
              <a:rPr lang="en-US" altLang="zh-TW" sz="3000">
                <a:latin typeface="Times New Roman" panose="02020603050405020304" pitchFamily="18" charset="0"/>
                <a:cs typeface="Times New Roman" panose="02020603050405020304" pitchFamily="18" charset="0"/>
              </a:rPr>
              <a:t>as incident photon </a:t>
            </a:r>
            <a:endParaRPr lang="en-US" altLang="zh-TW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87830" y="286385"/>
            <a:ext cx="8229600" cy="575310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sz="2800" b="1" dirty="0"/>
              <a:t>Absorption and Spontaneous Emission of Photons</a:t>
            </a:r>
            <a:endParaRPr lang="en-US" sz="2800" b="1" dirty="0"/>
          </a:p>
        </p:txBody>
      </p:sp>
      <p:pic>
        <p:nvPicPr>
          <p:cNvPr id="24579" name="Picture 5" descr="a_m"/>
          <p:cNvPicPr>
            <a:picLocks noGrp="1" noChangeAspect="1" noChangeArrowheads="1" noCrop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1981200" y="669608"/>
            <a:ext cx="8229600" cy="5243512"/>
          </a:xfrm>
        </p:spPr>
      </p:pic>
      <p:sp>
        <p:nvSpPr>
          <p:cNvPr id="2458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478ECE49-5432-4E56-947E-121E043B044B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458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6D74FD0-6579-4619-A921-1CB8F680987B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36525"/>
            <a:ext cx="8511540" cy="655638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sz="2800" b="1" dirty="0"/>
              <a:t>Stimulated Emission of Photons in a Metastable State</a:t>
            </a:r>
            <a:endParaRPr lang="en-US" sz="2800" b="1" dirty="0"/>
          </a:p>
        </p:txBody>
      </p:sp>
      <p:pic>
        <p:nvPicPr>
          <p:cNvPr id="25603" name="Picture 4" descr="st_em"/>
          <p:cNvPicPr>
            <a:picLocks noGrp="1" noChangeAspect="1" noChangeArrowheads="1" noCrop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1657350" y="1177290"/>
            <a:ext cx="8332470" cy="4972051"/>
          </a:xfrm>
        </p:spPr>
      </p:pic>
      <p:sp>
        <p:nvSpPr>
          <p:cNvPr id="2560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98DA963-510E-416A-AF20-16756436D2A9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560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CB48193-EA7D-4EE1-AE8C-60C943A63E0F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Oval 3"/>
          <p:cNvSpPr>
            <a:spLocks noChangeArrowheads="1"/>
          </p:cNvSpPr>
          <p:nvPr/>
        </p:nvSpPr>
        <p:spPr bwMode="auto">
          <a:xfrm>
            <a:off x="7696200" y="1711325"/>
            <a:ext cx="763588" cy="763588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Oval 4"/>
          <p:cNvSpPr>
            <a:spLocks noChangeArrowheads="1"/>
          </p:cNvSpPr>
          <p:nvPr/>
        </p:nvSpPr>
        <p:spPr bwMode="auto">
          <a:xfrm>
            <a:off x="8044544" y="2053772"/>
            <a:ext cx="131763" cy="13176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Oval 5"/>
          <p:cNvSpPr>
            <a:spLocks noChangeArrowheads="1"/>
          </p:cNvSpPr>
          <p:nvPr/>
        </p:nvSpPr>
        <p:spPr bwMode="auto">
          <a:xfrm>
            <a:off x="5913439" y="1714500"/>
            <a:ext cx="763587" cy="763588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Oval 6"/>
          <p:cNvSpPr>
            <a:spLocks noChangeArrowheads="1"/>
          </p:cNvSpPr>
          <p:nvPr/>
        </p:nvSpPr>
        <p:spPr bwMode="auto">
          <a:xfrm>
            <a:off x="6192838" y="3420609"/>
            <a:ext cx="131762" cy="131762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Freeform 7"/>
          <p:cNvSpPr/>
          <p:nvPr/>
        </p:nvSpPr>
        <p:spPr bwMode="auto">
          <a:xfrm>
            <a:off x="4900614" y="1712913"/>
            <a:ext cx="1152525" cy="825500"/>
          </a:xfrm>
          <a:custGeom>
            <a:avLst/>
            <a:gdLst>
              <a:gd name="T0" fmla="*/ 2147483647 w 2598"/>
              <a:gd name="T1" fmla="*/ 2147483647 h 1998"/>
              <a:gd name="T2" fmla="*/ 2147483647 w 2598"/>
              <a:gd name="T3" fmla="*/ 2147483647 h 1998"/>
              <a:gd name="T4" fmla="*/ 2147483647 w 2598"/>
              <a:gd name="T5" fmla="*/ 2147483647 h 1998"/>
              <a:gd name="T6" fmla="*/ 2147483647 w 2598"/>
              <a:gd name="T7" fmla="*/ 2147483647 h 1998"/>
              <a:gd name="T8" fmla="*/ 2147483647 w 2598"/>
              <a:gd name="T9" fmla="*/ 2147483647 h 1998"/>
              <a:gd name="T10" fmla="*/ 2147483647 w 2598"/>
              <a:gd name="T11" fmla="*/ 2147483647 h 1998"/>
              <a:gd name="T12" fmla="*/ 2147483647 w 2598"/>
              <a:gd name="T13" fmla="*/ 2147483647 h 1998"/>
              <a:gd name="T14" fmla="*/ 2147483647 w 2598"/>
              <a:gd name="T15" fmla="*/ 2147483647 h 1998"/>
              <a:gd name="T16" fmla="*/ 2147483647 w 2598"/>
              <a:gd name="T17" fmla="*/ 2147483647 h 1998"/>
              <a:gd name="T18" fmla="*/ 2147483647 w 2598"/>
              <a:gd name="T19" fmla="*/ 2147483647 h 1998"/>
              <a:gd name="T20" fmla="*/ 2147483647 w 2598"/>
              <a:gd name="T21" fmla="*/ 2147483647 h 1998"/>
              <a:gd name="T22" fmla="*/ 2147483647 w 2598"/>
              <a:gd name="T23" fmla="*/ 2147483647 h 1998"/>
              <a:gd name="T24" fmla="*/ 2147483647 w 2598"/>
              <a:gd name="T25" fmla="*/ 2147483647 h 1998"/>
              <a:gd name="T26" fmla="*/ 2147483647 w 2598"/>
              <a:gd name="T27" fmla="*/ 2147483647 h 1998"/>
              <a:gd name="T28" fmla="*/ 2147483647 w 2598"/>
              <a:gd name="T29" fmla="*/ 2147483647 h 1998"/>
              <a:gd name="T30" fmla="*/ 2147483647 w 2598"/>
              <a:gd name="T31" fmla="*/ 2147483647 h 1998"/>
              <a:gd name="T32" fmla="*/ 2147483647 w 2598"/>
              <a:gd name="T33" fmla="*/ 2147483647 h 1998"/>
              <a:gd name="T34" fmla="*/ 2147483647 w 2598"/>
              <a:gd name="T35" fmla="*/ 2147483647 h 1998"/>
              <a:gd name="T36" fmla="*/ 2147483647 w 2598"/>
              <a:gd name="T37" fmla="*/ 2147483647 h 1998"/>
              <a:gd name="T38" fmla="*/ 2147483647 w 2598"/>
              <a:gd name="T39" fmla="*/ 2147483647 h 1998"/>
              <a:gd name="T40" fmla="*/ 2147483647 w 2598"/>
              <a:gd name="T41" fmla="*/ 2147483647 h 1998"/>
              <a:gd name="T42" fmla="*/ 2147483647 w 2598"/>
              <a:gd name="T43" fmla="*/ 2147483647 h 1998"/>
              <a:gd name="T44" fmla="*/ 2147483647 w 2598"/>
              <a:gd name="T45" fmla="*/ 2147483647 h 1998"/>
              <a:gd name="T46" fmla="*/ 2147483647 w 2598"/>
              <a:gd name="T47" fmla="*/ 2147483647 h 1998"/>
              <a:gd name="T48" fmla="*/ 2147483647 w 2598"/>
              <a:gd name="T49" fmla="*/ 2147483647 h 1998"/>
              <a:gd name="T50" fmla="*/ 2147483647 w 2598"/>
              <a:gd name="T51" fmla="*/ 2147483647 h 1998"/>
              <a:gd name="T52" fmla="*/ 2147483647 w 2598"/>
              <a:gd name="T53" fmla="*/ 2147483647 h 1998"/>
              <a:gd name="T54" fmla="*/ 2147483647 w 2598"/>
              <a:gd name="T55" fmla="*/ 2147483647 h 1998"/>
              <a:gd name="T56" fmla="*/ 2147483647 w 2598"/>
              <a:gd name="T57" fmla="*/ 2147483647 h 1998"/>
              <a:gd name="T58" fmla="*/ 2147483647 w 2598"/>
              <a:gd name="T59" fmla="*/ 2147483647 h 1998"/>
              <a:gd name="T60" fmla="*/ 2147483647 w 2598"/>
              <a:gd name="T61" fmla="*/ 2147483647 h 1998"/>
              <a:gd name="T62" fmla="*/ 2147483647 w 2598"/>
              <a:gd name="T63" fmla="*/ 2147483647 h 1998"/>
              <a:gd name="T64" fmla="*/ 2147483647 w 2598"/>
              <a:gd name="T65" fmla="*/ 2147483647 h 1998"/>
              <a:gd name="T66" fmla="*/ 2147483647 w 2598"/>
              <a:gd name="T67" fmla="*/ 2147483647 h 1998"/>
              <a:gd name="T68" fmla="*/ 2147483647 w 2598"/>
              <a:gd name="T69" fmla="*/ 2147483647 h 1998"/>
              <a:gd name="T70" fmla="*/ 2147483647 w 2598"/>
              <a:gd name="T71" fmla="*/ 2147483647 h 1998"/>
              <a:gd name="T72" fmla="*/ 2147483647 w 2598"/>
              <a:gd name="T73" fmla="*/ 2147483647 h 1998"/>
              <a:gd name="T74" fmla="*/ 2147483647 w 2598"/>
              <a:gd name="T75" fmla="*/ 2147483647 h 1998"/>
              <a:gd name="T76" fmla="*/ 2147483647 w 2598"/>
              <a:gd name="T77" fmla="*/ 2147483647 h 1998"/>
              <a:gd name="T78" fmla="*/ 2147483647 w 2598"/>
              <a:gd name="T79" fmla="*/ 2147483647 h 1998"/>
              <a:gd name="T80" fmla="*/ 2147483647 w 2598"/>
              <a:gd name="T81" fmla="*/ 2147483647 h 1998"/>
              <a:gd name="T82" fmla="*/ 2147483647 w 2598"/>
              <a:gd name="T83" fmla="*/ 2147483647 h 1998"/>
              <a:gd name="T84" fmla="*/ 2147483647 w 2598"/>
              <a:gd name="T85" fmla="*/ 2147483647 h 1998"/>
              <a:gd name="T86" fmla="*/ 2147483647 w 2598"/>
              <a:gd name="T87" fmla="*/ 2147483647 h 1998"/>
              <a:gd name="T88" fmla="*/ 2147483647 w 2598"/>
              <a:gd name="T89" fmla="*/ 2147483647 h 1998"/>
              <a:gd name="T90" fmla="*/ 2147483647 w 2598"/>
              <a:gd name="T91" fmla="*/ 2147483647 h 1998"/>
              <a:gd name="T92" fmla="*/ 2147483647 w 2598"/>
              <a:gd name="T93" fmla="*/ 2147483647 h 1998"/>
              <a:gd name="T94" fmla="*/ 2147483647 w 2598"/>
              <a:gd name="T95" fmla="*/ 2147483647 h 1998"/>
              <a:gd name="T96" fmla="*/ 2147483647 w 2598"/>
              <a:gd name="T97" fmla="*/ 2147483647 h 1998"/>
              <a:gd name="T98" fmla="*/ 2147483647 w 2598"/>
              <a:gd name="T99" fmla="*/ 2147483647 h 1998"/>
              <a:gd name="T100" fmla="*/ 2147483647 w 2598"/>
              <a:gd name="T101" fmla="*/ 2147483647 h 1998"/>
              <a:gd name="T102" fmla="*/ 2147483647 w 2598"/>
              <a:gd name="T103" fmla="*/ 2147483647 h 1998"/>
              <a:gd name="T104" fmla="*/ 2147483647 w 2598"/>
              <a:gd name="T105" fmla="*/ 2147483647 h 1998"/>
              <a:gd name="T106" fmla="*/ 2147483647 w 2598"/>
              <a:gd name="T107" fmla="*/ 2147483647 h 1998"/>
              <a:gd name="T108" fmla="*/ 2147483647 w 2598"/>
              <a:gd name="T109" fmla="*/ 2147483647 h 1998"/>
              <a:gd name="T110" fmla="*/ 2147483647 w 2598"/>
              <a:gd name="T111" fmla="*/ 2147483647 h 1998"/>
              <a:gd name="T112" fmla="*/ 2147483647 w 2598"/>
              <a:gd name="T113" fmla="*/ 2147483647 h 199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598"/>
              <a:gd name="T172" fmla="*/ 0 h 1998"/>
              <a:gd name="T173" fmla="*/ 2598 w 2598"/>
              <a:gd name="T174" fmla="*/ 1998 h 199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598" h="1998">
                <a:moveTo>
                  <a:pt x="0" y="1026"/>
                </a:moveTo>
                <a:lnTo>
                  <a:pt x="6" y="1026"/>
                </a:lnTo>
                <a:lnTo>
                  <a:pt x="12" y="1026"/>
                </a:lnTo>
                <a:lnTo>
                  <a:pt x="18" y="1026"/>
                </a:lnTo>
                <a:lnTo>
                  <a:pt x="24" y="1026"/>
                </a:lnTo>
                <a:lnTo>
                  <a:pt x="30" y="1026"/>
                </a:lnTo>
                <a:lnTo>
                  <a:pt x="36" y="1026"/>
                </a:lnTo>
                <a:lnTo>
                  <a:pt x="48" y="1020"/>
                </a:lnTo>
                <a:lnTo>
                  <a:pt x="54" y="1020"/>
                </a:lnTo>
                <a:lnTo>
                  <a:pt x="60" y="1020"/>
                </a:lnTo>
                <a:lnTo>
                  <a:pt x="66" y="1020"/>
                </a:lnTo>
                <a:lnTo>
                  <a:pt x="72" y="1020"/>
                </a:lnTo>
                <a:lnTo>
                  <a:pt x="78" y="1020"/>
                </a:lnTo>
                <a:lnTo>
                  <a:pt x="84" y="1020"/>
                </a:lnTo>
                <a:lnTo>
                  <a:pt x="90" y="1020"/>
                </a:lnTo>
                <a:lnTo>
                  <a:pt x="96" y="1020"/>
                </a:lnTo>
                <a:lnTo>
                  <a:pt x="102" y="1020"/>
                </a:lnTo>
                <a:lnTo>
                  <a:pt x="108" y="1020"/>
                </a:lnTo>
                <a:lnTo>
                  <a:pt x="114" y="1020"/>
                </a:lnTo>
                <a:lnTo>
                  <a:pt x="126" y="1020"/>
                </a:lnTo>
                <a:lnTo>
                  <a:pt x="132" y="1026"/>
                </a:lnTo>
                <a:lnTo>
                  <a:pt x="138" y="1026"/>
                </a:lnTo>
                <a:lnTo>
                  <a:pt x="144" y="1026"/>
                </a:lnTo>
                <a:lnTo>
                  <a:pt x="150" y="1026"/>
                </a:lnTo>
                <a:lnTo>
                  <a:pt x="156" y="1026"/>
                </a:lnTo>
                <a:lnTo>
                  <a:pt x="162" y="1026"/>
                </a:lnTo>
                <a:lnTo>
                  <a:pt x="168" y="1026"/>
                </a:lnTo>
                <a:lnTo>
                  <a:pt x="174" y="1026"/>
                </a:lnTo>
                <a:lnTo>
                  <a:pt x="180" y="1026"/>
                </a:lnTo>
                <a:lnTo>
                  <a:pt x="186" y="1026"/>
                </a:lnTo>
                <a:lnTo>
                  <a:pt x="192" y="1026"/>
                </a:lnTo>
                <a:lnTo>
                  <a:pt x="204" y="1026"/>
                </a:lnTo>
                <a:lnTo>
                  <a:pt x="210" y="1026"/>
                </a:lnTo>
                <a:lnTo>
                  <a:pt x="216" y="1026"/>
                </a:lnTo>
                <a:lnTo>
                  <a:pt x="222" y="1020"/>
                </a:lnTo>
                <a:lnTo>
                  <a:pt x="228" y="1020"/>
                </a:lnTo>
                <a:lnTo>
                  <a:pt x="234" y="1020"/>
                </a:lnTo>
                <a:lnTo>
                  <a:pt x="240" y="1020"/>
                </a:lnTo>
                <a:lnTo>
                  <a:pt x="246" y="1020"/>
                </a:lnTo>
                <a:lnTo>
                  <a:pt x="252" y="1020"/>
                </a:lnTo>
                <a:lnTo>
                  <a:pt x="258" y="1020"/>
                </a:lnTo>
                <a:lnTo>
                  <a:pt x="264" y="1020"/>
                </a:lnTo>
                <a:lnTo>
                  <a:pt x="270" y="1020"/>
                </a:lnTo>
                <a:lnTo>
                  <a:pt x="282" y="1020"/>
                </a:lnTo>
                <a:lnTo>
                  <a:pt x="288" y="1020"/>
                </a:lnTo>
                <a:lnTo>
                  <a:pt x="294" y="1020"/>
                </a:lnTo>
                <a:lnTo>
                  <a:pt x="300" y="1020"/>
                </a:lnTo>
                <a:lnTo>
                  <a:pt x="306" y="1026"/>
                </a:lnTo>
                <a:lnTo>
                  <a:pt x="312" y="1026"/>
                </a:lnTo>
                <a:lnTo>
                  <a:pt x="318" y="1026"/>
                </a:lnTo>
                <a:lnTo>
                  <a:pt x="324" y="1026"/>
                </a:lnTo>
                <a:lnTo>
                  <a:pt x="330" y="1026"/>
                </a:lnTo>
                <a:lnTo>
                  <a:pt x="336" y="1026"/>
                </a:lnTo>
                <a:lnTo>
                  <a:pt x="342" y="1026"/>
                </a:lnTo>
                <a:lnTo>
                  <a:pt x="348" y="1026"/>
                </a:lnTo>
                <a:lnTo>
                  <a:pt x="360" y="1026"/>
                </a:lnTo>
                <a:lnTo>
                  <a:pt x="366" y="1026"/>
                </a:lnTo>
                <a:lnTo>
                  <a:pt x="372" y="1026"/>
                </a:lnTo>
                <a:lnTo>
                  <a:pt x="378" y="1026"/>
                </a:lnTo>
                <a:lnTo>
                  <a:pt x="384" y="1026"/>
                </a:lnTo>
                <a:lnTo>
                  <a:pt x="390" y="1020"/>
                </a:lnTo>
                <a:lnTo>
                  <a:pt x="396" y="1020"/>
                </a:lnTo>
                <a:lnTo>
                  <a:pt x="402" y="1020"/>
                </a:lnTo>
                <a:lnTo>
                  <a:pt x="408" y="1020"/>
                </a:lnTo>
                <a:lnTo>
                  <a:pt x="414" y="1020"/>
                </a:lnTo>
                <a:lnTo>
                  <a:pt x="420" y="1014"/>
                </a:lnTo>
                <a:lnTo>
                  <a:pt x="426" y="1014"/>
                </a:lnTo>
                <a:lnTo>
                  <a:pt x="438" y="1014"/>
                </a:lnTo>
                <a:lnTo>
                  <a:pt x="444" y="1014"/>
                </a:lnTo>
                <a:lnTo>
                  <a:pt x="450" y="1014"/>
                </a:lnTo>
                <a:lnTo>
                  <a:pt x="456" y="1014"/>
                </a:lnTo>
                <a:lnTo>
                  <a:pt x="462" y="1020"/>
                </a:lnTo>
                <a:lnTo>
                  <a:pt x="468" y="1020"/>
                </a:lnTo>
                <a:lnTo>
                  <a:pt x="474" y="1020"/>
                </a:lnTo>
                <a:lnTo>
                  <a:pt x="480" y="1026"/>
                </a:lnTo>
                <a:lnTo>
                  <a:pt x="486" y="1026"/>
                </a:lnTo>
                <a:lnTo>
                  <a:pt x="492" y="1032"/>
                </a:lnTo>
                <a:lnTo>
                  <a:pt x="498" y="1032"/>
                </a:lnTo>
                <a:lnTo>
                  <a:pt x="504" y="1038"/>
                </a:lnTo>
                <a:lnTo>
                  <a:pt x="516" y="1038"/>
                </a:lnTo>
                <a:lnTo>
                  <a:pt x="522" y="1044"/>
                </a:lnTo>
                <a:lnTo>
                  <a:pt x="528" y="1044"/>
                </a:lnTo>
                <a:lnTo>
                  <a:pt x="534" y="1044"/>
                </a:lnTo>
                <a:lnTo>
                  <a:pt x="540" y="1038"/>
                </a:lnTo>
                <a:lnTo>
                  <a:pt x="546" y="1038"/>
                </a:lnTo>
                <a:lnTo>
                  <a:pt x="552" y="1032"/>
                </a:lnTo>
                <a:lnTo>
                  <a:pt x="558" y="1026"/>
                </a:lnTo>
                <a:lnTo>
                  <a:pt x="564" y="1020"/>
                </a:lnTo>
                <a:lnTo>
                  <a:pt x="570" y="1014"/>
                </a:lnTo>
                <a:lnTo>
                  <a:pt x="576" y="1008"/>
                </a:lnTo>
                <a:lnTo>
                  <a:pt x="582" y="996"/>
                </a:lnTo>
                <a:lnTo>
                  <a:pt x="594" y="990"/>
                </a:lnTo>
                <a:lnTo>
                  <a:pt x="600" y="984"/>
                </a:lnTo>
                <a:lnTo>
                  <a:pt x="606" y="978"/>
                </a:lnTo>
                <a:lnTo>
                  <a:pt x="612" y="978"/>
                </a:lnTo>
                <a:lnTo>
                  <a:pt x="618" y="978"/>
                </a:lnTo>
                <a:lnTo>
                  <a:pt x="624" y="984"/>
                </a:lnTo>
                <a:lnTo>
                  <a:pt x="630" y="990"/>
                </a:lnTo>
                <a:lnTo>
                  <a:pt x="636" y="996"/>
                </a:lnTo>
                <a:lnTo>
                  <a:pt x="642" y="1008"/>
                </a:lnTo>
                <a:lnTo>
                  <a:pt x="648" y="1026"/>
                </a:lnTo>
                <a:lnTo>
                  <a:pt x="654" y="1038"/>
                </a:lnTo>
                <a:lnTo>
                  <a:pt x="660" y="1056"/>
                </a:lnTo>
                <a:lnTo>
                  <a:pt x="666" y="1074"/>
                </a:lnTo>
                <a:lnTo>
                  <a:pt x="678" y="1086"/>
                </a:lnTo>
                <a:lnTo>
                  <a:pt x="684" y="1098"/>
                </a:lnTo>
                <a:lnTo>
                  <a:pt x="690" y="1110"/>
                </a:lnTo>
                <a:lnTo>
                  <a:pt x="696" y="1116"/>
                </a:lnTo>
                <a:lnTo>
                  <a:pt x="702" y="1116"/>
                </a:lnTo>
                <a:lnTo>
                  <a:pt x="708" y="1110"/>
                </a:lnTo>
                <a:lnTo>
                  <a:pt x="714" y="1098"/>
                </a:lnTo>
                <a:lnTo>
                  <a:pt x="720" y="1080"/>
                </a:lnTo>
                <a:lnTo>
                  <a:pt x="726" y="1056"/>
                </a:lnTo>
                <a:lnTo>
                  <a:pt x="732" y="1032"/>
                </a:lnTo>
                <a:lnTo>
                  <a:pt x="738" y="1002"/>
                </a:lnTo>
                <a:lnTo>
                  <a:pt x="744" y="966"/>
                </a:lnTo>
                <a:lnTo>
                  <a:pt x="756" y="936"/>
                </a:lnTo>
                <a:lnTo>
                  <a:pt x="762" y="906"/>
                </a:lnTo>
                <a:lnTo>
                  <a:pt x="768" y="882"/>
                </a:lnTo>
                <a:lnTo>
                  <a:pt x="774" y="864"/>
                </a:lnTo>
                <a:lnTo>
                  <a:pt x="780" y="852"/>
                </a:lnTo>
                <a:lnTo>
                  <a:pt x="786" y="846"/>
                </a:lnTo>
                <a:lnTo>
                  <a:pt x="792" y="858"/>
                </a:lnTo>
                <a:lnTo>
                  <a:pt x="798" y="876"/>
                </a:lnTo>
                <a:lnTo>
                  <a:pt x="804" y="906"/>
                </a:lnTo>
                <a:lnTo>
                  <a:pt x="810" y="942"/>
                </a:lnTo>
                <a:lnTo>
                  <a:pt x="816" y="990"/>
                </a:lnTo>
                <a:lnTo>
                  <a:pt x="822" y="1044"/>
                </a:lnTo>
                <a:lnTo>
                  <a:pt x="834" y="1098"/>
                </a:lnTo>
                <a:lnTo>
                  <a:pt x="840" y="1158"/>
                </a:lnTo>
                <a:lnTo>
                  <a:pt x="846" y="1212"/>
                </a:lnTo>
                <a:lnTo>
                  <a:pt x="852" y="1260"/>
                </a:lnTo>
                <a:lnTo>
                  <a:pt x="858" y="1296"/>
                </a:lnTo>
                <a:lnTo>
                  <a:pt x="864" y="1314"/>
                </a:lnTo>
                <a:lnTo>
                  <a:pt x="870" y="1326"/>
                </a:lnTo>
                <a:lnTo>
                  <a:pt x="876" y="1314"/>
                </a:lnTo>
                <a:lnTo>
                  <a:pt x="882" y="1284"/>
                </a:lnTo>
                <a:lnTo>
                  <a:pt x="888" y="1242"/>
                </a:lnTo>
                <a:lnTo>
                  <a:pt x="894" y="1182"/>
                </a:lnTo>
                <a:lnTo>
                  <a:pt x="900" y="1104"/>
                </a:lnTo>
                <a:lnTo>
                  <a:pt x="912" y="1020"/>
                </a:lnTo>
                <a:lnTo>
                  <a:pt x="918" y="930"/>
                </a:lnTo>
                <a:lnTo>
                  <a:pt x="924" y="840"/>
                </a:lnTo>
                <a:lnTo>
                  <a:pt x="930" y="750"/>
                </a:lnTo>
                <a:lnTo>
                  <a:pt x="936" y="672"/>
                </a:lnTo>
                <a:lnTo>
                  <a:pt x="942" y="612"/>
                </a:lnTo>
                <a:lnTo>
                  <a:pt x="948" y="570"/>
                </a:lnTo>
                <a:lnTo>
                  <a:pt x="954" y="558"/>
                </a:lnTo>
                <a:lnTo>
                  <a:pt x="960" y="564"/>
                </a:lnTo>
                <a:lnTo>
                  <a:pt x="966" y="600"/>
                </a:lnTo>
                <a:lnTo>
                  <a:pt x="972" y="666"/>
                </a:lnTo>
                <a:lnTo>
                  <a:pt x="978" y="750"/>
                </a:lnTo>
                <a:lnTo>
                  <a:pt x="990" y="858"/>
                </a:lnTo>
                <a:lnTo>
                  <a:pt x="996" y="984"/>
                </a:lnTo>
                <a:lnTo>
                  <a:pt x="1002" y="1116"/>
                </a:lnTo>
                <a:lnTo>
                  <a:pt x="1008" y="1248"/>
                </a:lnTo>
                <a:lnTo>
                  <a:pt x="1014" y="1380"/>
                </a:lnTo>
                <a:lnTo>
                  <a:pt x="1020" y="1494"/>
                </a:lnTo>
                <a:lnTo>
                  <a:pt x="1026" y="1584"/>
                </a:lnTo>
                <a:lnTo>
                  <a:pt x="1032" y="1650"/>
                </a:lnTo>
                <a:lnTo>
                  <a:pt x="1038" y="1680"/>
                </a:lnTo>
                <a:lnTo>
                  <a:pt x="1044" y="1674"/>
                </a:lnTo>
                <a:lnTo>
                  <a:pt x="1050" y="1632"/>
                </a:lnTo>
                <a:lnTo>
                  <a:pt x="1056" y="1554"/>
                </a:lnTo>
                <a:lnTo>
                  <a:pt x="1068" y="1440"/>
                </a:lnTo>
                <a:lnTo>
                  <a:pt x="1074" y="1296"/>
                </a:lnTo>
                <a:lnTo>
                  <a:pt x="1080" y="1134"/>
                </a:lnTo>
                <a:lnTo>
                  <a:pt x="1086" y="960"/>
                </a:lnTo>
                <a:lnTo>
                  <a:pt x="1092" y="780"/>
                </a:lnTo>
                <a:lnTo>
                  <a:pt x="1098" y="612"/>
                </a:lnTo>
                <a:lnTo>
                  <a:pt x="1104" y="456"/>
                </a:lnTo>
                <a:lnTo>
                  <a:pt x="1110" y="330"/>
                </a:lnTo>
                <a:lnTo>
                  <a:pt x="1116" y="240"/>
                </a:lnTo>
                <a:lnTo>
                  <a:pt x="1122" y="192"/>
                </a:lnTo>
                <a:lnTo>
                  <a:pt x="1128" y="186"/>
                </a:lnTo>
                <a:lnTo>
                  <a:pt x="1134" y="228"/>
                </a:lnTo>
                <a:lnTo>
                  <a:pt x="1146" y="318"/>
                </a:lnTo>
                <a:lnTo>
                  <a:pt x="1152" y="450"/>
                </a:lnTo>
                <a:lnTo>
                  <a:pt x="1158" y="618"/>
                </a:lnTo>
                <a:lnTo>
                  <a:pt x="1164" y="816"/>
                </a:lnTo>
                <a:lnTo>
                  <a:pt x="1170" y="1026"/>
                </a:lnTo>
                <a:lnTo>
                  <a:pt x="1176" y="1242"/>
                </a:lnTo>
                <a:lnTo>
                  <a:pt x="1182" y="1452"/>
                </a:lnTo>
                <a:lnTo>
                  <a:pt x="1188" y="1638"/>
                </a:lnTo>
                <a:lnTo>
                  <a:pt x="1194" y="1794"/>
                </a:lnTo>
                <a:lnTo>
                  <a:pt x="1200" y="1914"/>
                </a:lnTo>
                <a:lnTo>
                  <a:pt x="1206" y="1980"/>
                </a:lnTo>
                <a:lnTo>
                  <a:pt x="1212" y="1998"/>
                </a:lnTo>
                <a:lnTo>
                  <a:pt x="1224" y="1956"/>
                </a:lnTo>
                <a:lnTo>
                  <a:pt x="1230" y="1866"/>
                </a:lnTo>
                <a:lnTo>
                  <a:pt x="1236" y="1728"/>
                </a:lnTo>
                <a:lnTo>
                  <a:pt x="1242" y="1542"/>
                </a:lnTo>
                <a:lnTo>
                  <a:pt x="1248" y="1332"/>
                </a:lnTo>
                <a:lnTo>
                  <a:pt x="1254" y="1104"/>
                </a:lnTo>
                <a:lnTo>
                  <a:pt x="1260" y="864"/>
                </a:lnTo>
                <a:lnTo>
                  <a:pt x="1266" y="636"/>
                </a:lnTo>
                <a:lnTo>
                  <a:pt x="1272" y="426"/>
                </a:lnTo>
                <a:lnTo>
                  <a:pt x="1278" y="246"/>
                </a:lnTo>
                <a:lnTo>
                  <a:pt x="1284" y="114"/>
                </a:lnTo>
                <a:lnTo>
                  <a:pt x="1290" y="30"/>
                </a:lnTo>
                <a:lnTo>
                  <a:pt x="1302" y="0"/>
                </a:lnTo>
                <a:lnTo>
                  <a:pt x="1308" y="30"/>
                </a:lnTo>
                <a:lnTo>
                  <a:pt x="1314" y="114"/>
                </a:lnTo>
                <a:lnTo>
                  <a:pt x="1320" y="246"/>
                </a:lnTo>
                <a:lnTo>
                  <a:pt x="1326" y="426"/>
                </a:lnTo>
                <a:lnTo>
                  <a:pt x="1332" y="636"/>
                </a:lnTo>
                <a:lnTo>
                  <a:pt x="1338" y="864"/>
                </a:lnTo>
                <a:lnTo>
                  <a:pt x="1344" y="1104"/>
                </a:lnTo>
                <a:lnTo>
                  <a:pt x="1350" y="1332"/>
                </a:lnTo>
                <a:lnTo>
                  <a:pt x="1356" y="1542"/>
                </a:lnTo>
                <a:lnTo>
                  <a:pt x="1362" y="1728"/>
                </a:lnTo>
                <a:lnTo>
                  <a:pt x="1368" y="1866"/>
                </a:lnTo>
                <a:lnTo>
                  <a:pt x="1374" y="1956"/>
                </a:lnTo>
                <a:lnTo>
                  <a:pt x="1386" y="1998"/>
                </a:lnTo>
                <a:lnTo>
                  <a:pt x="1392" y="1980"/>
                </a:lnTo>
                <a:lnTo>
                  <a:pt x="1398" y="1914"/>
                </a:lnTo>
                <a:lnTo>
                  <a:pt x="1404" y="1794"/>
                </a:lnTo>
                <a:lnTo>
                  <a:pt x="1410" y="1638"/>
                </a:lnTo>
                <a:lnTo>
                  <a:pt x="1416" y="1452"/>
                </a:lnTo>
                <a:lnTo>
                  <a:pt x="1422" y="1242"/>
                </a:lnTo>
                <a:lnTo>
                  <a:pt x="1428" y="1026"/>
                </a:lnTo>
                <a:lnTo>
                  <a:pt x="1434" y="816"/>
                </a:lnTo>
                <a:lnTo>
                  <a:pt x="1440" y="618"/>
                </a:lnTo>
                <a:lnTo>
                  <a:pt x="1446" y="450"/>
                </a:lnTo>
                <a:lnTo>
                  <a:pt x="1452" y="318"/>
                </a:lnTo>
                <a:lnTo>
                  <a:pt x="1464" y="228"/>
                </a:lnTo>
                <a:lnTo>
                  <a:pt x="1470" y="186"/>
                </a:lnTo>
                <a:lnTo>
                  <a:pt x="1476" y="192"/>
                </a:lnTo>
                <a:lnTo>
                  <a:pt x="1482" y="240"/>
                </a:lnTo>
                <a:lnTo>
                  <a:pt x="1488" y="330"/>
                </a:lnTo>
                <a:lnTo>
                  <a:pt x="1494" y="456"/>
                </a:lnTo>
                <a:lnTo>
                  <a:pt x="1500" y="612"/>
                </a:lnTo>
                <a:lnTo>
                  <a:pt x="1506" y="780"/>
                </a:lnTo>
                <a:lnTo>
                  <a:pt x="1512" y="960"/>
                </a:lnTo>
                <a:lnTo>
                  <a:pt x="1518" y="1134"/>
                </a:lnTo>
                <a:lnTo>
                  <a:pt x="1524" y="1296"/>
                </a:lnTo>
                <a:lnTo>
                  <a:pt x="1530" y="1440"/>
                </a:lnTo>
                <a:lnTo>
                  <a:pt x="1542" y="1554"/>
                </a:lnTo>
                <a:lnTo>
                  <a:pt x="1548" y="1632"/>
                </a:lnTo>
                <a:lnTo>
                  <a:pt x="1554" y="1674"/>
                </a:lnTo>
                <a:lnTo>
                  <a:pt x="1560" y="1680"/>
                </a:lnTo>
                <a:lnTo>
                  <a:pt x="1566" y="1650"/>
                </a:lnTo>
                <a:lnTo>
                  <a:pt x="1572" y="1584"/>
                </a:lnTo>
                <a:lnTo>
                  <a:pt x="1578" y="1494"/>
                </a:lnTo>
                <a:lnTo>
                  <a:pt x="1584" y="1380"/>
                </a:lnTo>
                <a:lnTo>
                  <a:pt x="1590" y="1248"/>
                </a:lnTo>
                <a:lnTo>
                  <a:pt x="1596" y="1116"/>
                </a:lnTo>
                <a:lnTo>
                  <a:pt x="1602" y="984"/>
                </a:lnTo>
                <a:lnTo>
                  <a:pt x="1608" y="858"/>
                </a:lnTo>
                <a:lnTo>
                  <a:pt x="1620" y="750"/>
                </a:lnTo>
                <a:lnTo>
                  <a:pt x="1626" y="666"/>
                </a:lnTo>
                <a:lnTo>
                  <a:pt x="1632" y="600"/>
                </a:lnTo>
                <a:lnTo>
                  <a:pt x="1638" y="564"/>
                </a:lnTo>
                <a:lnTo>
                  <a:pt x="1644" y="558"/>
                </a:lnTo>
                <a:lnTo>
                  <a:pt x="1650" y="570"/>
                </a:lnTo>
                <a:lnTo>
                  <a:pt x="1656" y="612"/>
                </a:lnTo>
                <a:lnTo>
                  <a:pt x="1662" y="672"/>
                </a:lnTo>
                <a:lnTo>
                  <a:pt x="1668" y="750"/>
                </a:lnTo>
                <a:lnTo>
                  <a:pt x="1674" y="840"/>
                </a:lnTo>
                <a:lnTo>
                  <a:pt x="1680" y="930"/>
                </a:lnTo>
                <a:lnTo>
                  <a:pt x="1686" y="1020"/>
                </a:lnTo>
                <a:lnTo>
                  <a:pt x="1698" y="1104"/>
                </a:lnTo>
                <a:lnTo>
                  <a:pt x="1704" y="1182"/>
                </a:lnTo>
                <a:lnTo>
                  <a:pt x="1710" y="1242"/>
                </a:lnTo>
                <a:lnTo>
                  <a:pt x="1716" y="1284"/>
                </a:lnTo>
                <a:lnTo>
                  <a:pt x="1722" y="1314"/>
                </a:lnTo>
                <a:lnTo>
                  <a:pt x="1728" y="1326"/>
                </a:lnTo>
                <a:lnTo>
                  <a:pt x="1734" y="1314"/>
                </a:lnTo>
                <a:lnTo>
                  <a:pt x="1740" y="1296"/>
                </a:lnTo>
                <a:lnTo>
                  <a:pt x="1746" y="1260"/>
                </a:lnTo>
                <a:lnTo>
                  <a:pt x="1752" y="1212"/>
                </a:lnTo>
                <a:lnTo>
                  <a:pt x="1758" y="1158"/>
                </a:lnTo>
                <a:lnTo>
                  <a:pt x="1764" y="1098"/>
                </a:lnTo>
                <a:lnTo>
                  <a:pt x="1776" y="1044"/>
                </a:lnTo>
                <a:lnTo>
                  <a:pt x="1782" y="990"/>
                </a:lnTo>
                <a:lnTo>
                  <a:pt x="1788" y="942"/>
                </a:lnTo>
                <a:lnTo>
                  <a:pt x="1794" y="906"/>
                </a:lnTo>
                <a:lnTo>
                  <a:pt x="1800" y="876"/>
                </a:lnTo>
                <a:lnTo>
                  <a:pt x="1806" y="858"/>
                </a:lnTo>
                <a:lnTo>
                  <a:pt x="1812" y="846"/>
                </a:lnTo>
                <a:lnTo>
                  <a:pt x="1818" y="852"/>
                </a:lnTo>
                <a:lnTo>
                  <a:pt x="1824" y="864"/>
                </a:lnTo>
                <a:lnTo>
                  <a:pt x="1830" y="882"/>
                </a:lnTo>
                <a:lnTo>
                  <a:pt x="1836" y="906"/>
                </a:lnTo>
                <a:lnTo>
                  <a:pt x="1842" y="936"/>
                </a:lnTo>
                <a:lnTo>
                  <a:pt x="1854" y="966"/>
                </a:lnTo>
                <a:lnTo>
                  <a:pt x="1860" y="1002"/>
                </a:lnTo>
                <a:lnTo>
                  <a:pt x="1866" y="1032"/>
                </a:lnTo>
                <a:lnTo>
                  <a:pt x="1872" y="1056"/>
                </a:lnTo>
                <a:lnTo>
                  <a:pt x="1878" y="1080"/>
                </a:lnTo>
                <a:lnTo>
                  <a:pt x="1884" y="1098"/>
                </a:lnTo>
                <a:lnTo>
                  <a:pt x="1890" y="1110"/>
                </a:lnTo>
                <a:lnTo>
                  <a:pt x="1896" y="1116"/>
                </a:lnTo>
                <a:lnTo>
                  <a:pt x="1902" y="1116"/>
                </a:lnTo>
                <a:lnTo>
                  <a:pt x="1908" y="1110"/>
                </a:lnTo>
                <a:lnTo>
                  <a:pt x="1914" y="1098"/>
                </a:lnTo>
                <a:lnTo>
                  <a:pt x="1920" y="1086"/>
                </a:lnTo>
                <a:lnTo>
                  <a:pt x="1932" y="1074"/>
                </a:lnTo>
                <a:lnTo>
                  <a:pt x="1938" y="1056"/>
                </a:lnTo>
                <a:lnTo>
                  <a:pt x="1944" y="1038"/>
                </a:lnTo>
                <a:lnTo>
                  <a:pt x="1950" y="1026"/>
                </a:lnTo>
                <a:lnTo>
                  <a:pt x="1956" y="1008"/>
                </a:lnTo>
                <a:lnTo>
                  <a:pt x="1962" y="996"/>
                </a:lnTo>
                <a:lnTo>
                  <a:pt x="1968" y="990"/>
                </a:lnTo>
                <a:lnTo>
                  <a:pt x="1974" y="984"/>
                </a:lnTo>
                <a:lnTo>
                  <a:pt x="1980" y="978"/>
                </a:lnTo>
                <a:lnTo>
                  <a:pt x="1986" y="978"/>
                </a:lnTo>
                <a:lnTo>
                  <a:pt x="1992" y="978"/>
                </a:lnTo>
                <a:lnTo>
                  <a:pt x="1998" y="984"/>
                </a:lnTo>
                <a:lnTo>
                  <a:pt x="2004" y="990"/>
                </a:lnTo>
                <a:lnTo>
                  <a:pt x="2016" y="996"/>
                </a:lnTo>
                <a:lnTo>
                  <a:pt x="2022" y="1008"/>
                </a:lnTo>
                <a:lnTo>
                  <a:pt x="2028" y="1014"/>
                </a:lnTo>
                <a:lnTo>
                  <a:pt x="2034" y="1020"/>
                </a:lnTo>
                <a:lnTo>
                  <a:pt x="2040" y="1026"/>
                </a:lnTo>
                <a:lnTo>
                  <a:pt x="2046" y="1032"/>
                </a:lnTo>
                <a:lnTo>
                  <a:pt x="2052" y="1038"/>
                </a:lnTo>
                <a:lnTo>
                  <a:pt x="2058" y="1038"/>
                </a:lnTo>
                <a:lnTo>
                  <a:pt x="2064" y="1044"/>
                </a:lnTo>
                <a:lnTo>
                  <a:pt x="2070" y="1044"/>
                </a:lnTo>
                <a:lnTo>
                  <a:pt x="2076" y="1044"/>
                </a:lnTo>
                <a:lnTo>
                  <a:pt x="2082" y="1038"/>
                </a:lnTo>
                <a:lnTo>
                  <a:pt x="2094" y="1038"/>
                </a:lnTo>
                <a:lnTo>
                  <a:pt x="2100" y="1032"/>
                </a:lnTo>
                <a:lnTo>
                  <a:pt x="2106" y="1032"/>
                </a:lnTo>
                <a:lnTo>
                  <a:pt x="2112" y="1026"/>
                </a:lnTo>
                <a:lnTo>
                  <a:pt x="2118" y="1026"/>
                </a:lnTo>
                <a:lnTo>
                  <a:pt x="2124" y="1020"/>
                </a:lnTo>
                <a:lnTo>
                  <a:pt x="2130" y="1020"/>
                </a:lnTo>
                <a:lnTo>
                  <a:pt x="2136" y="1020"/>
                </a:lnTo>
                <a:lnTo>
                  <a:pt x="2142" y="1014"/>
                </a:lnTo>
                <a:lnTo>
                  <a:pt x="2148" y="1014"/>
                </a:lnTo>
                <a:lnTo>
                  <a:pt x="2154" y="1014"/>
                </a:lnTo>
                <a:lnTo>
                  <a:pt x="2160" y="1014"/>
                </a:lnTo>
                <a:lnTo>
                  <a:pt x="2172" y="1014"/>
                </a:lnTo>
                <a:lnTo>
                  <a:pt x="2178" y="1014"/>
                </a:lnTo>
                <a:lnTo>
                  <a:pt x="2184" y="1020"/>
                </a:lnTo>
                <a:lnTo>
                  <a:pt x="2190" y="1020"/>
                </a:lnTo>
                <a:lnTo>
                  <a:pt x="2196" y="1020"/>
                </a:lnTo>
                <a:lnTo>
                  <a:pt x="2202" y="1020"/>
                </a:lnTo>
                <a:lnTo>
                  <a:pt x="2208" y="1020"/>
                </a:lnTo>
                <a:lnTo>
                  <a:pt x="2214" y="1026"/>
                </a:lnTo>
                <a:lnTo>
                  <a:pt x="2220" y="1026"/>
                </a:lnTo>
                <a:lnTo>
                  <a:pt x="2226" y="1026"/>
                </a:lnTo>
                <a:lnTo>
                  <a:pt x="2232" y="1026"/>
                </a:lnTo>
                <a:lnTo>
                  <a:pt x="2238" y="1026"/>
                </a:lnTo>
                <a:lnTo>
                  <a:pt x="2250" y="1026"/>
                </a:lnTo>
                <a:lnTo>
                  <a:pt x="2256" y="1026"/>
                </a:lnTo>
                <a:lnTo>
                  <a:pt x="2262" y="1026"/>
                </a:lnTo>
                <a:lnTo>
                  <a:pt x="2268" y="1026"/>
                </a:lnTo>
                <a:lnTo>
                  <a:pt x="2274" y="1026"/>
                </a:lnTo>
                <a:lnTo>
                  <a:pt x="2280" y="1026"/>
                </a:lnTo>
                <a:lnTo>
                  <a:pt x="2286" y="1026"/>
                </a:lnTo>
                <a:lnTo>
                  <a:pt x="2292" y="1026"/>
                </a:lnTo>
                <a:lnTo>
                  <a:pt x="2298" y="1020"/>
                </a:lnTo>
                <a:lnTo>
                  <a:pt x="2304" y="1020"/>
                </a:lnTo>
                <a:lnTo>
                  <a:pt x="2310" y="1020"/>
                </a:lnTo>
                <a:lnTo>
                  <a:pt x="2316" y="1020"/>
                </a:lnTo>
                <a:lnTo>
                  <a:pt x="2328" y="1020"/>
                </a:lnTo>
                <a:lnTo>
                  <a:pt x="2334" y="1020"/>
                </a:lnTo>
                <a:lnTo>
                  <a:pt x="2340" y="1020"/>
                </a:lnTo>
                <a:lnTo>
                  <a:pt x="2346" y="1020"/>
                </a:lnTo>
                <a:lnTo>
                  <a:pt x="2352" y="1020"/>
                </a:lnTo>
                <a:lnTo>
                  <a:pt x="2358" y="1020"/>
                </a:lnTo>
                <a:lnTo>
                  <a:pt x="2364" y="1020"/>
                </a:lnTo>
                <a:lnTo>
                  <a:pt x="2370" y="1020"/>
                </a:lnTo>
                <a:lnTo>
                  <a:pt x="2376" y="1020"/>
                </a:lnTo>
                <a:lnTo>
                  <a:pt x="2382" y="1026"/>
                </a:lnTo>
                <a:lnTo>
                  <a:pt x="2388" y="1026"/>
                </a:lnTo>
                <a:lnTo>
                  <a:pt x="2394" y="1026"/>
                </a:lnTo>
                <a:lnTo>
                  <a:pt x="2406" y="1026"/>
                </a:lnTo>
                <a:lnTo>
                  <a:pt x="2412" y="1026"/>
                </a:lnTo>
                <a:lnTo>
                  <a:pt x="2418" y="1026"/>
                </a:lnTo>
                <a:lnTo>
                  <a:pt x="2424" y="1026"/>
                </a:lnTo>
                <a:lnTo>
                  <a:pt x="2430" y="1026"/>
                </a:lnTo>
                <a:lnTo>
                  <a:pt x="2436" y="1026"/>
                </a:lnTo>
                <a:lnTo>
                  <a:pt x="2442" y="1026"/>
                </a:lnTo>
                <a:lnTo>
                  <a:pt x="2448" y="1026"/>
                </a:lnTo>
                <a:lnTo>
                  <a:pt x="2454" y="1026"/>
                </a:lnTo>
                <a:lnTo>
                  <a:pt x="2460" y="1026"/>
                </a:lnTo>
                <a:lnTo>
                  <a:pt x="2466" y="1026"/>
                </a:lnTo>
                <a:lnTo>
                  <a:pt x="2472" y="1020"/>
                </a:lnTo>
                <a:lnTo>
                  <a:pt x="2484" y="1020"/>
                </a:lnTo>
                <a:lnTo>
                  <a:pt x="2490" y="1020"/>
                </a:lnTo>
                <a:lnTo>
                  <a:pt x="2496" y="1020"/>
                </a:lnTo>
                <a:lnTo>
                  <a:pt x="2502" y="1020"/>
                </a:lnTo>
                <a:lnTo>
                  <a:pt x="2508" y="1020"/>
                </a:lnTo>
                <a:lnTo>
                  <a:pt x="2514" y="1020"/>
                </a:lnTo>
                <a:lnTo>
                  <a:pt x="2520" y="1020"/>
                </a:lnTo>
                <a:lnTo>
                  <a:pt x="2526" y="1020"/>
                </a:lnTo>
                <a:lnTo>
                  <a:pt x="2532" y="1020"/>
                </a:lnTo>
                <a:lnTo>
                  <a:pt x="2538" y="1020"/>
                </a:lnTo>
                <a:lnTo>
                  <a:pt x="2544" y="1020"/>
                </a:lnTo>
                <a:lnTo>
                  <a:pt x="2550" y="1020"/>
                </a:lnTo>
                <a:lnTo>
                  <a:pt x="2562" y="1026"/>
                </a:lnTo>
                <a:lnTo>
                  <a:pt x="2568" y="1026"/>
                </a:lnTo>
                <a:lnTo>
                  <a:pt x="2574" y="1026"/>
                </a:lnTo>
                <a:lnTo>
                  <a:pt x="2580" y="1026"/>
                </a:lnTo>
                <a:lnTo>
                  <a:pt x="2586" y="1026"/>
                </a:lnTo>
                <a:lnTo>
                  <a:pt x="2592" y="1026"/>
                </a:lnTo>
                <a:lnTo>
                  <a:pt x="2598" y="1026"/>
                </a:lnTo>
              </a:path>
            </a:pathLst>
          </a:custGeom>
          <a:noFill/>
          <a:ln w="38100">
            <a:solidFill>
              <a:srgbClr val="0099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33" name="Text Box 8"/>
          <p:cNvSpPr txBox="1">
            <a:spLocks noChangeArrowheads="1"/>
          </p:cNvSpPr>
          <p:nvPr/>
        </p:nvSpPr>
        <p:spPr bwMode="auto">
          <a:xfrm>
            <a:off x="5632451" y="1066800"/>
            <a:ext cx="3484563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/>
              <a:t>Before</a:t>
            </a:r>
            <a:r>
              <a:rPr lang="en-US" sz="2400"/>
              <a:t>	</a:t>
            </a:r>
            <a:endParaRPr lang="en-US" sz="2400"/>
          </a:p>
        </p:txBody>
      </p:sp>
      <p:sp>
        <p:nvSpPr>
          <p:cNvPr id="26634" name="Oval 10"/>
          <p:cNvSpPr>
            <a:spLocks noChangeArrowheads="1"/>
          </p:cNvSpPr>
          <p:nvPr/>
        </p:nvSpPr>
        <p:spPr bwMode="auto">
          <a:xfrm>
            <a:off x="6248401" y="2088244"/>
            <a:ext cx="131763" cy="13176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Oval 11"/>
          <p:cNvSpPr>
            <a:spLocks noChangeArrowheads="1"/>
          </p:cNvSpPr>
          <p:nvPr/>
        </p:nvSpPr>
        <p:spPr bwMode="auto">
          <a:xfrm>
            <a:off x="7696200" y="3059114"/>
            <a:ext cx="763588" cy="763587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6" name="Oval 12"/>
          <p:cNvSpPr>
            <a:spLocks noChangeArrowheads="1"/>
          </p:cNvSpPr>
          <p:nvPr/>
        </p:nvSpPr>
        <p:spPr bwMode="auto">
          <a:xfrm>
            <a:off x="8012113" y="3363006"/>
            <a:ext cx="131762" cy="131762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Freeform 13"/>
          <p:cNvSpPr/>
          <p:nvPr/>
        </p:nvSpPr>
        <p:spPr bwMode="auto">
          <a:xfrm>
            <a:off x="8401051" y="3006725"/>
            <a:ext cx="1152525" cy="825500"/>
          </a:xfrm>
          <a:custGeom>
            <a:avLst/>
            <a:gdLst>
              <a:gd name="T0" fmla="*/ 2147483647 w 2598"/>
              <a:gd name="T1" fmla="*/ 2147483647 h 1998"/>
              <a:gd name="T2" fmla="*/ 2147483647 w 2598"/>
              <a:gd name="T3" fmla="*/ 2147483647 h 1998"/>
              <a:gd name="T4" fmla="*/ 2147483647 w 2598"/>
              <a:gd name="T5" fmla="*/ 2147483647 h 1998"/>
              <a:gd name="T6" fmla="*/ 2147483647 w 2598"/>
              <a:gd name="T7" fmla="*/ 2147483647 h 1998"/>
              <a:gd name="T8" fmla="*/ 2147483647 w 2598"/>
              <a:gd name="T9" fmla="*/ 2147483647 h 1998"/>
              <a:gd name="T10" fmla="*/ 2147483647 w 2598"/>
              <a:gd name="T11" fmla="*/ 2147483647 h 1998"/>
              <a:gd name="T12" fmla="*/ 2147483647 w 2598"/>
              <a:gd name="T13" fmla="*/ 2147483647 h 1998"/>
              <a:gd name="T14" fmla="*/ 2147483647 w 2598"/>
              <a:gd name="T15" fmla="*/ 2147483647 h 1998"/>
              <a:gd name="T16" fmla="*/ 2147483647 w 2598"/>
              <a:gd name="T17" fmla="*/ 2147483647 h 1998"/>
              <a:gd name="T18" fmla="*/ 2147483647 w 2598"/>
              <a:gd name="T19" fmla="*/ 2147483647 h 1998"/>
              <a:gd name="T20" fmla="*/ 2147483647 w 2598"/>
              <a:gd name="T21" fmla="*/ 2147483647 h 1998"/>
              <a:gd name="T22" fmla="*/ 2147483647 w 2598"/>
              <a:gd name="T23" fmla="*/ 2147483647 h 1998"/>
              <a:gd name="T24" fmla="*/ 2147483647 w 2598"/>
              <a:gd name="T25" fmla="*/ 2147483647 h 1998"/>
              <a:gd name="T26" fmla="*/ 2147483647 w 2598"/>
              <a:gd name="T27" fmla="*/ 2147483647 h 1998"/>
              <a:gd name="T28" fmla="*/ 2147483647 w 2598"/>
              <a:gd name="T29" fmla="*/ 2147483647 h 1998"/>
              <a:gd name="T30" fmla="*/ 2147483647 w 2598"/>
              <a:gd name="T31" fmla="*/ 2147483647 h 1998"/>
              <a:gd name="T32" fmla="*/ 2147483647 w 2598"/>
              <a:gd name="T33" fmla="*/ 2147483647 h 1998"/>
              <a:gd name="T34" fmla="*/ 2147483647 w 2598"/>
              <a:gd name="T35" fmla="*/ 2147483647 h 1998"/>
              <a:gd name="T36" fmla="*/ 2147483647 w 2598"/>
              <a:gd name="T37" fmla="*/ 2147483647 h 1998"/>
              <a:gd name="T38" fmla="*/ 2147483647 w 2598"/>
              <a:gd name="T39" fmla="*/ 2147483647 h 1998"/>
              <a:gd name="T40" fmla="*/ 2147483647 w 2598"/>
              <a:gd name="T41" fmla="*/ 2147483647 h 1998"/>
              <a:gd name="T42" fmla="*/ 2147483647 w 2598"/>
              <a:gd name="T43" fmla="*/ 2147483647 h 1998"/>
              <a:gd name="T44" fmla="*/ 2147483647 w 2598"/>
              <a:gd name="T45" fmla="*/ 2147483647 h 1998"/>
              <a:gd name="T46" fmla="*/ 2147483647 w 2598"/>
              <a:gd name="T47" fmla="*/ 2147483647 h 1998"/>
              <a:gd name="T48" fmla="*/ 2147483647 w 2598"/>
              <a:gd name="T49" fmla="*/ 2147483647 h 1998"/>
              <a:gd name="T50" fmla="*/ 2147483647 w 2598"/>
              <a:gd name="T51" fmla="*/ 2147483647 h 1998"/>
              <a:gd name="T52" fmla="*/ 2147483647 w 2598"/>
              <a:gd name="T53" fmla="*/ 2147483647 h 1998"/>
              <a:gd name="T54" fmla="*/ 2147483647 w 2598"/>
              <a:gd name="T55" fmla="*/ 2147483647 h 1998"/>
              <a:gd name="T56" fmla="*/ 2147483647 w 2598"/>
              <a:gd name="T57" fmla="*/ 2147483647 h 1998"/>
              <a:gd name="T58" fmla="*/ 2147483647 w 2598"/>
              <a:gd name="T59" fmla="*/ 2147483647 h 1998"/>
              <a:gd name="T60" fmla="*/ 2147483647 w 2598"/>
              <a:gd name="T61" fmla="*/ 2147483647 h 1998"/>
              <a:gd name="T62" fmla="*/ 2147483647 w 2598"/>
              <a:gd name="T63" fmla="*/ 2147483647 h 1998"/>
              <a:gd name="T64" fmla="*/ 2147483647 w 2598"/>
              <a:gd name="T65" fmla="*/ 2147483647 h 1998"/>
              <a:gd name="T66" fmla="*/ 2147483647 w 2598"/>
              <a:gd name="T67" fmla="*/ 2147483647 h 1998"/>
              <a:gd name="T68" fmla="*/ 2147483647 w 2598"/>
              <a:gd name="T69" fmla="*/ 2147483647 h 1998"/>
              <a:gd name="T70" fmla="*/ 2147483647 w 2598"/>
              <a:gd name="T71" fmla="*/ 2147483647 h 1998"/>
              <a:gd name="T72" fmla="*/ 2147483647 w 2598"/>
              <a:gd name="T73" fmla="*/ 2147483647 h 1998"/>
              <a:gd name="T74" fmla="*/ 2147483647 w 2598"/>
              <a:gd name="T75" fmla="*/ 2147483647 h 1998"/>
              <a:gd name="T76" fmla="*/ 2147483647 w 2598"/>
              <a:gd name="T77" fmla="*/ 2147483647 h 1998"/>
              <a:gd name="T78" fmla="*/ 2147483647 w 2598"/>
              <a:gd name="T79" fmla="*/ 2147483647 h 1998"/>
              <a:gd name="T80" fmla="*/ 2147483647 w 2598"/>
              <a:gd name="T81" fmla="*/ 2147483647 h 1998"/>
              <a:gd name="T82" fmla="*/ 2147483647 w 2598"/>
              <a:gd name="T83" fmla="*/ 2147483647 h 1998"/>
              <a:gd name="T84" fmla="*/ 2147483647 w 2598"/>
              <a:gd name="T85" fmla="*/ 2147483647 h 1998"/>
              <a:gd name="T86" fmla="*/ 2147483647 w 2598"/>
              <a:gd name="T87" fmla="*/ 2147483647 h 1998"/>
              <a:gd name="T88" fmla="*/ 2147483647 w 2598"/>
              <a:gd name="T89" fmla="*/ 2147483647 h 1998"/>
              <a:gd name="T90" fmla="*/ 2147483647 w 2598"/>
              <a:gd name="T91" fmla="*/ 2147483647 h 1998"/>
              <a:gd name="T92" fmla="*/ 2147483647 w 2598"/>
              <a:gd name="T93" fmla="*/ 2147483647 h 1998"/>
              <a:gd name="T94" fmla="*/ 2147483647 w 2598"/>
              <a:gd name="T95" fmla="*/ 2147483647 h 1998"/>
              <a:gd name="T96" fmla="*/ 2147483647 w 2598"/>
              <a:gd name="T97" fmla="*/ 2147483647 h 1998"/>
              <a:gd name="T98" fmla="*/ 2147483647 w 2598"/>
              <a:gd name="T99" fmla="*/ 2147483647 h 1998"/>
              <a:gd name="T100" fmla="*/ 2147483647 w 2598"/>
              <a:gd name="T101" fmla="*/ 2147483647 h 1998"/>
              <a:gd name="T102" fmla="*/ 2147483647 w 2598"/>
              <a:gd name="T103" fmla="*/ 2147483647 h 1998"/>
              <a:gd name="T104" fmla="*/ 2147483647 w 2598"/>
              <a:gd name="T105" fmla="*/ 2147483647 h 1998"/>
              <a:gd name="T106" fmla="*/ 2147483647 w 2598"/>
              <a:gd name="T107" fmla="*/ 2147483647 h 1998"/>
              <a:gd name="T108" fmla="*/ 2147483647 w 2598"/>
              <a:gd name="T109" fmla="*/ 2147483647 h 1998"/>
              <a:gd name="T110" fmla="*/ 2147483647 w 2598"/>
              <a:gd name="T111" fmla="*/ 2147483647 h 1998"/>
              <a:gd name="T112" fmla="*/ 2147483647 w 2598"/>
              <a:gd name="T113" fmla="*/ 2147483647 h 199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598"/>
              <a:gd name="T172" fmla="*/ 0 h 1998"/>
              <a:gd name="T173" fmla="*/ 2598 w 2598"/>
              <a:gd name="T174" fmla="*/ 1998 h 199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598" h="1998">
                <a:moveTo>
                  <a:pt x="0" y="1026"/>
                </a:moveTo>
                <a:lnTo>
                  <a:pt x="6" y="1026"/>
                </a:lnTo>
                <a:lnTo>
                  <a:pt x="12" y="1026"/>
                </a:lnTo>
                <a:lnTo>
                  <a:pt x="18" y="1026"/>
                </a:lnTo>
                <a:lnTo>
                  <a:pt x="24" y="1026"/>
                </a:lnTo>
                <a:lnTo>
                  <a:pt x="30" y="1026"/>
                </a:lnTo>
                <a:lnTo>
                  <a:pt x="36" y="1026"/>
                </a:lnTo>
                <a:lnTo>
                  <a:pt x="48" y="1020"/>
                </a:lnTo>
                <a:lnTo>
                  <a:pt x="54" y="1020"/>
                </a:lnTo>
                <a:lnTo>
                  <a:pt x="60" y="1020"/>
                </a:lnTo>
                <a:lnTo>
                  <a:pt x="66" y="1020"/>
                </a:lnTo>
                <a:lnTo>
                  <a:pt x="72" y="1020"/>
                </a:lnTo>
                <a:lnTo>
                  <a:pt x="78" y="1020"/>
                </a:lnTo>
                <a:lnTo>
                  <a:pt x="84" y="1020"/>
                </a:lnTo>
                <a:lnTo>
                  <a:pt x="90" y="1020"/>
                </a:lnTo>
                <a:lnTo>
                  <a:pt x="96" y="1020"/>
                </a:lnTo>
                <a:lnTo>
                  <a:pt x="102" y="1020"/>
                </a:lnTo>
                <a:lnTo>
                  <a:pt x="108" y="1020"/>
                </a:lnTo>
                <a:lnTo>
                  <a:pt x="114" y="1020"/>
                </a:lnTo>
                <a:lnTo>
                  <a:pt x="126" y="1020"/>
                </a:lnTo>
                <a:lnTo>
                  <a:pt x="132" y="1026"/>
                </a:lnTo>
                <a:lnTo>
                  <a:pt x="138" y="1026"/>
                </a:lnTo>
                <a:lnTo>
                  <a:pt x="144" y="1026"/>
                </a:lnTo>
                <a:lnTo>
                  <a:pt x="150" y="1026"/>
                </a:lnTo>
                <a:lnTo>
                  <a:pt x="156" y="1026"/>
                </a:lnTo>
                <a:lnTo>
                  <a:pt x="162" y="1026"/>
                </a:lnTo>
                <a:lnTo>
                  <a:pt x="168" y="1026"/>
                </a:lnTo>
                <a:lnTo>
                  <a:pt x="174" y="1026"/>
                </a:lnTo>
                <a:lnTo>
                  <a:pt x="180" y="1026"/>
                </a:lnTo>
                <a:lnTo>
                  <a:pt x="186" y="1026"/>
                </a:lnTo>
                <a:lnTo>
                  <a:pt x="192" y="1026"/>
                </a:lnTo>
                <a:lnTo>
                  <a:pt x="204" y="1026"/>
                </a:lnTo>
                <a:lnTo>
                  <a:pt x="210" y="1026"/>
                </a:lnTo>
                <a:lnTo>
                  <a:pt x="216" y="1026"/>
                </a:lnTo>
                <a:lnTo>
                  <a:pt x="222" y="1020"/>
                </a:lnTo>
                <a:lnTo>
                  <a:pt x="228" y="1020"/>
                </a:lnTo>
                <a:lnTo>
                  <a:pt x="234" y="1020"/>
                </a:lnTo>
                <a:lnTo>
                  <a:pt x="240" y="1020"/>
                </a:lnTo>
                <a:lnTo>
                  <a:pt x="246" y="1020"/>
                </a:lnTo>
                <a:lnTo>
                  <a:pt x="252" y="1020"/>
                </a:lnTo>
                <a:lnTo>
                  <a:pt x="258" y="1020"/>
                </a:lnTo>
                <a:lnTo>
                  <a:pt x="264" y="1020"/>
                </a:lnTo>
                <a:lnTo>
                  <a:pt x="270" y="1020"/>
                </a:lnTo>
                <a:lnTo>
                  <a:pt x="282" y="1020"/>
                </a:lnTo>
                <a:lnTo>
                  <a:pt x="288" y="1020"/>
                </a:lnTo>
                <a:lnTo>
                  <a:pt x="294" y="1020"/>
                </a:lnTo>
                <a:lnTo>
                  <a:pt x="300" y="1020"/>
                </a:lnTo>
                <a:lnTo>
                  <a:pt x="306" y="1026"/>
                </a:lnTo>
                <a:lnTo>
                  <a:pt x="312" y="1026"/>
                </a:lnTo>
                <a:lnTo>
                  <a:pt x="318" y="1026"/>
                </a:lnTo>
                <a:lnTo>
                  <a:pt x="324" y="1026"/>
                </a:lnTo>
                <a:lnTo>
                  <a:pt x="330" y="1026"/>
                </a:lnTo>
                <a:lnTo>
                  <a:pt x="336" y="1026"/>
                </a:lnTo>
                <a:lnTo>
                  <a:pt x="342" y="1026"/>
                </a:lnTo>
                <a:lnTo>
                  <a:pt x="348" y="1026"/>
                </a:lnTo>
                <a:lnTo>
                  <a:pt x="360" y="1026"/>
                </a:lnTo>
                <a:lnTo>
                  <a:pt x="366" y="1026"/>
                </a:lnTo>
                <a:lnTo>
                  <a:pt x="372" y="1026"/>
                </a:lnTo>
                <a:lnTo>
                  <a:pt x="378" y="1026"/>
                </a:lnTo>
                <a:lnTo>
                  <a:pt x="384" y="1026"/>
                </a:lnTo>
                <a:lnTo>
                  <a:pt x="390" y="1020"/>
                </a:lnTo>
                <a:lnTo>
                  <a:pt x="396" y="1020"/>
                </a:lnTo>
                <a:lnTo>
                  <a:pt x="402" y="1020"/>
                </a:lnTo>
                <a:lnTo>
                  <a:pt x="408" y="1020"/>
                </a:lnTo>
                <a:lnTo>
                  <a:pt x="414" y="1020"/>
                </a:lnTo>
                <a:lnTo>
                  <a:pt x="420" y="1014"/>
                </a:lnTo>
                <a:lnTo>
                  <a:pt x="426" y="1014"/>
                </a:lnTo>
                <a:lnTo>
                  <a:pt x="438" y="1014"/>
                </a:lnTo>
                <a:lnTo>
                  <a:pt x="444" y="1014"/>
                </a:lnTo>
                <a:lnTo>
                  <a:pt x="450" y="1014"/>
                </a:lnTo>
                <a:lnTo>
                  <a:pt x="456" y="1014"/>
                </a:lnTo>
                <a:lnTo>
                  <a:pt x="462" y="1020"/>
                </a:lnTo>
                <a:lnTo>
                  <a:pt x="468" y="1020"/>
                </a:lnTo>
                <a:lnTo>
                  <a:pt x="474" y="1020"/>
                </a:lnTo>
                <a:lnTo>
                  <a:pt x="480" y="1026"/>
                </a:lnTo>
                <a:lnTo>
                  <a:pt x="486" y="1026"/>
                </a:lnTo>
                <a:lnTo>
                  <a:pt x="492" y="1032"/>
                </a:lnTo>
                <a:lnTo>
                  <a:pt x="498" y="1032"/>
                </a:lnTo>
                <a:lnTo>
                  <a:pt x="504" y="1038"/>
                </a:lnTo>
                <a:lnTo>
                  <a:pt x="516" y="1038"/>
                </a:lnTo>
                <a:lnTo>
                  <a:pt x="522" y="1044"/>
                </a:lnTo>
                <a:lnTo>
                  <a:pt x="528" y="1044"/>
                </a:lnTo>
                <a:lnTo>
                  <a:pt x="534" y="1044"/>
                </a:lnTo>
                <a:lnTo>
                  <a:pt x="540" y="1038"/>
                </a:lnTo>
                <a:lnTo>
                  <a:pt x="546" y="1038"/>
                </a:lnTo>
                <a:lnTo>
                  <a:pt x="552" y="1032"/>
                </a:lnTo>
                <a:lnTo>
                  <a:pt x="558" y="1026"/>
                </a:lnTo>
                <a:lnTo>
                  <a:pt x="564" y="1020"/>
                </a:lnTo>
                <a:lnTo>
                  <a:pt x="570" y="1014"/>
                </a:lnTo>
                <a:lnTo>
                  <a:pt x="576" y="1008"/>
                </a:lnTo>
                <a:lnTo>
                  <a:pt x="582" y="996"/>
                </a:lnTo>
                <a:lnTo>
                  <a:pt x="594" y="990"/>
                </a:lnTo>
                <a:lnTo>
                  <a:pt x="600" y="984"/>
                </a:lnTo>
                <a:lnTo>
                  <a:pt x="606" y="978"/>
                </a:lnTo>
                <a:lnTo>
                  <a:pt x="612" y="978"/>
                </a:lnTo>
                <a:lnTo>
                  <a:pt x="618" y="978"/>
                </a:lnTo>
                <a:lnTo>
                  <a:pt x="624" y="984"/>
                </a:lnTo>
                <a:lnTo>
                  <a:pt x="630" y="990"/>
                </a:lnTo>
                <a:lnTo>
                  <a:pt x="636" y="996"/>
                </a:lnTo>
                <a:lnTo>
                  <a:pt x="642" y="1008"/>
                </a:lnTo>
                <a:lnTo>
                  <a:pt x="648" y="1026"/>
                </a:lnTo>
                <a:lnTo>
                  <a:pt x="654" y="1038"/>
                </a:lnTo>
                <a:lnTo>
                  <a:pt x="660" y="1056"/>
                </a:lnTo>
                <a:lnTo>
                  <a:pt x="666" y="1074"/>
                </a:lnTo>
                <a:lnTo>
                  <a:pt x="678" y="1086"/>
                </a:lnTo>
                <a:lnTo>
                  <a:pt x="684" y="1098"/>
                </a:lnTo>
                <a:lnTo>
                  <a:pt x="690" y="1110"/>
                </a:lnTo>
                <a:lnTo>
                  <a:pt x="696" y="1116"/>
                </a:lnTo>
                <a:lnTo>
                  <a:pt x="702" y="1116"/>
                </a:lnTo>
                <a:lnTo>
                  <a:pt x="708" y="1110"/>
                </a:lnTo>
                <a:lnTo>
                  <a:pt x="714" y="1098"/>
                </a:lnTo>
                <a:lnTo>
                  <a:pt x="720" y="1080"/>
                </a:lnTo>
                <a:lnTo>
                  <a:pt x="726" y="1056"/>
                </a:lnTo>
                <a:lnTo>
                  <a:pt x="732" y="1032"/>
                </a:lnTo>
                <a:lnTo>
                  <a:pt x="738" y="1002"/>
                </a:lnTo>
                <a:lnTo>
                  <a:pt x="744" y="966"/>
                </a:lnTo>
                <a:lnTo>
                  <a:pt x="756" y="936"/>
                </a:lnTo>
                <a:lnTo>
                  <a:pt x="762" y="906"/>
                </a:lnTo>
                <a:lnTo>
                  <a:pt x="768" y="882"/>
                </a:lnTo>
                <a:lnTo>
                  <a:pt x="774" y="864"/>
                </a:lnTo>
                <a:lnTo>
                  <a:pt x="780" y="852"/>
                </a:lnTo>
                <a:lnTo>
                  <a:pt x="786" y="846"/>
                </a:lnTo>
                <a:lnTo>
                  <a:pt x="792" y="858"/>
                </a:lnTo>
                <a:lnTo>
                  <a:pt x="798" y="876"/>
                </a:lnTo>
                <a:lnTo>
                  <a:pt x="804" y="906"/>
                </a:lnTo>
                <a:lnTo>
                  <a:pt x="810" y="942"/>
                </a:lnTo>
                <a:lnTo>
                  <a:pt x="816" y="990"/>
                </a:lnTo>
                <a:lnTo>
                  <a:pt x="822" y="1044"/>
                </a:lnTo>
                <a:lnTo>
                  <a:pt x="834" y="1098"/>
                </a:lnTo>
                <a:lnTo>
                  <a:pt x="840" y="1158"/>
                </a:lnTo>
                <a:lnTo>
                  <a:pt x="846" y="1212"/>
                </a:lnTo>
                <a:lnTo>
                  <a:pt x="852" y="1260"/>
                </a:lnTo>
                <a:lnTo>
                  <a:pt x="858" y="1296"/>
                </a:lnTo>
                <a:lnTo>
                  <a:pt x="864" y="1314"/>
                </a:lnTo>
                <a:lnTo>
                  <a:pt x="870" y="1326"/>
                </a:lnTo>
                <a:lnTo>
                  <a:pt x="876" y="1314"/>
                </a:lnTo>
                <a:lnTo>
                  <a:pt x="882" y="1284"/>
                </a:lnTo>
                <a:lnTo>
                  <a:pt x="888" y="1242"/>
                </a:lnTo>
                <a:lnTo>
                  <a:pt x="894" y="1182"/>
                </a:lnTo>
                <a:lnTo>
                  <a:pt x="900" y="1104"/>
                </a:lnTo>
                <a:lnTo>
                  <a:pt x="912" y="1020"/>
                </a:lnTo>
                <a:lnTo>
                  <a:pt x="918" y="930"/>
                </a:lnTo>
                <a:lnTo>
                  <a:pt x="924" y="840"/>
                </a:lnTo>
                <a:lnTo>
                  <a:pt x="930" y="750"/>
                </a:lnTo>
                <a:lnTo>
                  <a:pt x="936" y="672"/>
                </a:lnTo>
                <a:lnTo>
                  <a:pt x="942" y="612"/>
                </a:lnTo>
                <a:lnTo>
                  <a:pt x="948" y="570"/>
                </a:lnTo>
                <a:lnTo>
                  <a:pt x="954" y="558"/>
                </a:lnTo>
                <a:lnTo>
                  <a:pt x="960" y="564"/>
                </a:lnTo>
                <a:lnTo>
                  <a:pt x="966" y="600"/>
                </a:lnTo>
                <a:lnTo>
                  <a:pt x="972" y="666"/>
                </a:lnTo>
                <a:lnTo>
                  <a:pt x="978" y="750"/>
                </a:lnTo>
                <a:lnTo>
                  <a:pt x="990" y="858"/>
                </a:lnTo>
                <a:lnTo>
                  <a:pt x="996" y="984"/>
                </a:lnTo>
                <a:lnTo>
                  <a:pt x="1002" y="1116"/>
                </a:lnTo>
                <a:lnTo>
                  <a:pt x="1008" y="1248"/>
                </a:lnTo>
                <a:lnTo>
                  <a:pt x="1014" y="1380"/>
                </a:lnTo>
                <a:lnTo>
                  <a:pt x="1020" y="1494"/>
                </a:lnTo>
                <a:lnTo>
                  <a:pt x="1026" y="1584"/>
                </a:lnTo>
                <a:lnTo>
                  <a:pt x="1032" y="1650"/>
                </a:lnTo>
                <a:lnTo>
                  <a:pt x="1038" y="1680"/>
                </a:lnTo>
                <a:lnTo>
                  <a:pt x="1044" y="1674"/>
                </a:lnTo>
                <a:lnTo>
                  <a:pt x="1050" y="1632"/>
                </a:lnTo>
                <a:lnTo>
                  <a:pt x="1056" y="1554"/>
                </a:lnTo>
                <a:lnTo>
                  <a:pt x="1068" y="1440"/>
                </a:lnTo>
                <a:lnTo>
                  <a:pt x="1074" y="1296"/>
                </a:lnTo>
                <a:lnTo>
                  <a:pt x="1080" y="1134"/>
                </a:lnTo>
                <a:lnTo>
                  <a:pt x="1086" y="960"/>
                </a:lnTo>
                <a:lnTo>
                  <a:pt x="1092" y="780"/>
                </a:lnTo>
                <a:lnTo>
                  <a:pt x="1098" y="612"/>
                </a:lnTo>
                <a:lnTo>
                  <a:pt x="1104" y="456"/>
                </a:lnTo>
                <a:lnTo>
                  <a:pt x="1110" y="330"/>
                </a:lnTo>
                <a:lnTo>
                  <a:pt x="1116" y="240"/>
                </a:lnTo>
                <a:lnTo>
                  <a:pt x="1122" y="192"/>
                </a:lnTo>
                <a:lnTo>
                  <a:pt x="1128" y="186"/>
                </a:lnTo>
                <a:lnTo>
                  <a:pt x="1134" y="228"/>
                </a:lnTo>
                <a:lnTo>
                  <a:pt x="1146" y="318"/>
                </a:lnTo>
                <a:lnTo>
                  <a:pt x="1152" y="450"/>
                </a:lnTo>
                <a:lnTo>
                  <a:pt x="1158" y="618"/>
                </a:lnTo>
                <a:lnTo>
                  <a:pt x="1164" y="816"/>
                </a:lnTo>
                <a:lnTo>
                  <a:pt x="1170" y="1026"/>
                </a:lnTo>
                <a:lnTo>
                  <a:pt x="1176" y="1242"/>
                </a:lnTo>
                <a:lnTo>
                  <a:pt x="1182" y="1452"/>
                </a:lnTo>
                <a:lnTo>
                  <a:pt x="1188" y="1638"/>
                </a:lnTo>
                <a:lnTo>
                  <a:pt x="1194" y="1794"/>
                </a:lnTo>
                <a:lnTo>
                  <a:pt x="1200" y="1914"/>
                </a:lnTo>
                <a:lnTo>
                  <a:pt x="1206" y="1980"/>
                </a:lnTo>
                <a:lnTo>
                  <a:pt x="1212" y="1998"/>
                </a:lnTo>
                <a:lnTo>
                  <a:pt x="1224" y="1956"/>
                </a:lnTo>
                <a:lnTo>
                  <a:pt x="1230" y="1866"/>
                </a:lnTo>
                <a:lnTo>
                  <a:pt x="1236" y="1728"/>
                </a:lnTo>
                <a:lnTo>
                  <a:pt x="1242" y="1542"/>
                </a:lnTo>
                <a:lnTo>
                  <a:pt x="1248" y="1332"/>
                </a:lnTo>
                <a:lnTo>
                  <a:pt x="1254" y="1104"/>
                </a:lnTo>
                <a:lnTo>
                  <a:pt x="1260" y="864"/>
                </a:lnTo>
                <a:lnTo>
                  <a:pt x="1266" y="636"/>
                </a:lnTo>
                <a:lnTo>
                  <a:pt x="1272" y="426"/>
                </a:lnTo>
                <a:lnTo>
                  <a:pt x="1278" y="246"/>
                </a:lnTo>
                <a:lnTo>
                  <a:pt x="1284" y="114"/>
                </a:lnTo>
                <a:lnTo>
                  <a:pt x="1290" y="30"/>
                </a:lnTo>
                <a:lnTo>
                  <a:pt x="1302" y="0"/>
                </a:lnTo>
                <a:lnTo>
                  <a:pt x="1308" y="30"/>
                </a:lnTo>
                <a:lnTo>
                  <a:pt x="1314" y="114"/>
                </a:lnTo>
                <a:lnTo>
                  <a:pt x="1320" y="246"/>
                </a:lnTo>
                <a:lnTo>
                  <a:pt x="1326" y="426"/>
                </a:lnTo>
                <a:lnTo>
                  <a:pt x="1332" y="636"/>
                </a:lnTo>
                <a:lnTo>
                  <a:pt x="1338" y="864"/>
                </a:lnTo>
                <a:lnTo>
                  <a:pt x="1344" y="1104"/>
                </a:lnTo>
                <a:lnTo>
                  <a:pt x="1350" y="1332"/>
                </a:lnTo>
                <a:lnTo>
                  <a:pt x="1356" y="1542"/>
                </a:lnTo>
                <a:lnTo>
                  <a:pt x="1362" y="1728"/>
                </a:lnTo>
                <a:lnTo>
                  <a:pt x="1368" y="1866"/>
                </a:lnTo>
                <a:lnTo>
                  <a:pt x="1374" y="1956"/>
                </a:lnTo>
                <a:lnTo>
                  <a:pt x="1386" y="1998"/>
                </a:lnTo>
                <a:lnTo>
                  <a:pt x="1392" y="1980"/>
                </a:lnTo>
                <a:lnTo>
                  <a:pt x="1398" y="1914"/>
                </a:lnTo>
                <a:lnTo>
                  <a:pt x="1404" y="1794"/>
                </a:lnTo>
                <a:lnTo>
                  <a:pt x="1410" y="1638"/>
                </a:lnTo>
                <a:lnTo>
                  <a:pt x="1416" y="1452"/>
                </a:lnTo>
                <a:lnTo>
                  <a:pt x="1422" y="1242"/>
                </a:lnTo>
                <a:lnTo>
                  <a:pt x="1428" y="1026"/>
                </a:lnTo>
                <a:lnTo>
                  <a:pt x="1434" y="816"/>
                </a:lnTo>
                <a:lnTo>
                  <a:pt x="1440" y="618"/>
                </a:lnTo>
                <a:lnTo>
                  <a:pt x="1446" y="450"/>
                </a:lnTo>
                <a:lnTo>
                  <a:pt x="1452" y="318"/>
                </a:lnTo>
                <a:lnTo>
                  <a:pt x="1464" y="228"/>
                </a:lnTo>
                <a:lnTo>
                  <a:pt x="1470" y="186"/>
                </a:lnTo>
                <a:lnTo>
                  <a:pt x="1476" y="192"/>
                </a:lnTo>
                <a:lnTo>
                  <a:pt x="1482" y="240"/>
                </a:lnTo>
                <a:lnTo>
                  <a:pt x="1488" y="330"/>
                </a:lnTo>
                <a:lnTo>
                  <a:pt x="1494" y="456"/>
                </a:lnTo>
                <a:lnTo>
                  <a:pt x="1500" y="612"/>
                </a:lnTo>
                <a:lnTo>
                  <a:pt x="1506" y="780"/>
                </a:lnTo>
                <a:lnTo>
                  <a:pt x="1512" y="960"/>
                </a:lnTo>
                <a:lnTo>
                  <a:pt x="1518" y="1134"/>
                </a:lnTo>
                <a:lnTo>
                  <a:pt x="1524" y="1296"/>
                </a:lnTo>
                <a:lnTo>
                  <a:pt x="1530" y="1440"/>
                </a:lnTo>
                <a:lnTo>
                  <a:pt x="1542" y="1554"/>
                </a:lnTo>
                <a:lnTo>
                  <a:pt x="1548" y="1632"/>
                </a:lnTo>
                <a:lnTo>
                  <a:pt x="1554" y="1674"/>
                </a:lnTo>
                <a:lnTo>
                  <a:pt x="1560" y="1680"/>
                </a:lnTo>
                <a:lnTo>
                  <a:pt x="1566" y="1650"/>
                </a:lnTo>
                <a:lnTo>
                  <a:pt x="1572" y="1584"/>
                </a:lnTo>
                <a:lnTo>
                  <a:pt x="1578" y="1494"/>
                </a:lnTo>
                <a:lnTo>
                  <a:pt x="1584" y="1380"/>
                </a:lnTo>
                <a:lnTo>
                  <a:pt x="1590" y="1248"/>
                </a:lnTo>
                <a:lnTo>
                  <a:pt x="1596" y="1116"/>
                </a:lnTo>
                <a:lnTo>
                  <a:pt x="1602" y="984"/>
                </a:lnTo>
                <a:lnTo>
                  <a:pt x="1608" y="858"/>
                </a:lnTo>
                <a:lnTo>
                  <a:pt x="1620" y="750"/>
                </a:lnTo>
                <a:lnTo>
                  <a:pt x="1626" y="666"/>
                </a:lnTo>
                <a:lnTo>
                  <a:pt x="1632" y="600"/>
                </a:lnTo>
                <a:lnTo>
                  <a:pt x="1638" y="564"/>
                </a:lnTo>
                <a:lnTo>
                  <a:pt x="1644" y="558"/>
                </a:lnTo>
                <a:lnTo>
                  <a:pt x="1650" y="570"/>
                </a:lnTo>
                <a:lnTo>
                  <a:pt x="1656" y="612"/>
                </a:lnTo>
                <a:lnTo>
                  <a:pt x="1662" y="672"/>
                </a:lnTo>
                <a:lnTo>
                  <a:pt x="1668" y="750"/>
                </a:lnTo>
                <a:lnTo>
                  <a:pt x="1674" y="840"/>
                </a:lnTo>
                <a:lnTo>
                  <a:pt x="1680" y="930"/>
                </a:lnTo>
                <a:lnTo>
                  <a:pt x="1686" y="1020"/>
                </a:lnTo>
                <a:lnTo>
                  <a:pt x="1698" y="1104"/>
                </a:lnTo>
                <a:lnTo>
                  <a:pt x="1704" y="1182"/>
                </a:lnTo>
                <a:lnTo>
                  <a:pt x="1710" y="1242"/>
                </a:lnTo>
                <a:lnTo>
                  <a:pt x="1716" y="1284"/>
                </a:lnTo>
                <a:lnTo>
                  <a:pt x="1722" y="1314"/>
                </a:lnTo>
                <a:lnTo>
                  <a:pt x="1728" y="1326"/>
                </a:lnTo>
                <a:lnTo>
                  <a:pt x="1734" y="1314"/>
                </a:lnTo>
                <a:lnTo>
                  <a:pt x="1740" y="1296"/>
                </a:lnTo>
                <a:lnTo>
                  <a:pt x="1746" y="1260"/>
                </a:lnTo>
                <a:lnTo>
                  <a:pt x="1752" y="1212"/>
                </a:lnTo>
                <a:lnTo>
                  <a:pt x="1758" y="1158"/>
                </a:lnTo>
                <a:lnTo>
                  <a:pt x="1764" y="1098"/>
                </a:lnTo>
                <a:lnTo>
                  <a:pt x="1776" y="1044"/>
                </a:lnTo>
                <a:lnTo>
                  <a:pt x="1782" y="990"/>
                </a:lnTo>
                <a:lnTo>
                  <a:pt x="1788" y="942"/>
                </a:lnTo>
                <a:lnTo>
                  <a:pt x="1794" y="906"/>
                </a:lnTo>
                <a:lnTo>
                  <a:pt x="1800" y="876"/>
                </a:lnTo>
                <a:lnTo>
                  <a:pt x="1806" y="858"/>
                </a:lnTo>
                <a:lnTo>
                  <a:pt x="1812" y="846"/>
                </a:lnTo>
                <a:lnTo>
                  <a:pt x="1818" y="852"/>
                </a:lnTo>
                <a:lnTo>
                  <a:pt x="1824" y="864"/>
                </a:lnTo>
                <a:lnTo>
                  <a:pt x="1830" y="882"/>
                </a:lnTo>
                <a:lnTo>
                  <a:pt x="1836" y="906"/>
                </a:lnTo>
                <a:lnTo>
                  <a:pt x="1842" y="936"/>
                </a:lnTo>
                <a:lnTo>
                  <a:pt x="1854" y="966"/>
                </a:lnTo>
                <a:lnTo>
                  <a:pt x="1860" y="1002"/>
                </a:lnTo>
                <a:lnTo>
                  <a:pt x="1866" y="1032"/>
                </a:lnTo>
                <a:lnTo>
                  <a:pt x="1872" y="1056"/>
                </a:lnTo>
                <a:lnTo>
                  <a:pt x="1878" y="1080"/>
                </a:lnTo>
                <a:lnTo>
                  <a:pt x="1884" y="1098"/>
                </a:lnTo>
                <a:lnTo>
                  <a:pt x="1890" y="1110"/>
                </a:lnTo>
                <a:lnTo>
                  <a:pt x="1896" y="1116"/>
                </a:lnTo>
                <a:lnTo>
                  <a:pt x="1902" y="1116"/>
                </a:lnTo>
                <a:lnTo>
                  <a:pt x="1908" y="1110"/>
                </a:lnTo>
                <a:lnTo>
                  <a:pt x="1914" y="1098"/>
                </a:lnTo>
                <a:lnTo>
                  <a:pt x="1920" y="1086"/>
                </a:lnTo>
                <a:lnTo>
                  <a:pt x="1932" y="1074"/>
                </a:lnTo>
                <a:lnTo>
                  <a:pt x="1938" y="1056"/>
                </a:lnTo>
                <a:lnTo>
                  <a:pt x="1944" y="1038"/>
                </a:lnTo>
                <a:lnTo>
                  <a:pt x="1950" y="1026"/>
                </a:lnTo>
                <a:lnTo>
                  <a:pt x="1956" y="1008"/>
                </a:lnTo>
                <a:lnTo>
                  <a:pt x="1962" y="996"/>
                </a:lnTo>
                <a:lnTo>
                  <a:pt x="1968" y="990"/>
                </a:lnTo>
                <a:lnTo>
                  <a:pt x="1974" y="984"/>
                </a:lnTo>
                <a:lnTo>
                  <a:pt x="1980" y="978"/>
                </a:lnTo>
                <a:lnTo>
                  <a:pt x="1986" y="978"/>
                </a:lnTo>
                <a:lnTo>
                  <a:pt x="1992" y="978"/>
                </a:lnTo>
                <a:lnTo>
                  <a:pt x="1998" y="984"/>
                </a:lnTo>
                <a:lnTo>
                  <a:pt x="2004" y="990"/>
                </a:lnTo>
                <a:lnTo>
                  <a:pt x="2016" y="996"/>
                </a:lnTo>
                <a:lnTo>
                  <a:pt x="2022" y="1008"/>
                </a:lnTo>
                <a:lnTo>
                  <a:pt x="2028" y="1014"/>
                </a:lnTo>
                <a:lnTo>
                  <a:pt x="2034" y="1020"/>
                </a:lnTo>
                <a:lnTo>
                  <a:pt x="2040" y="1026"/>
                </a:lnTo>
                <a:lnTo>
                  <a:pt x="2046" y="1032"/>
                </a:lnTo>
                <a:lnTo>
                  <a:pt x="2052" y="1038"/>
                </a:lnTo>
                <a:lnTo>
                  <a:pt x="2058" y="1038"/>
                </a:lnTo>
                <a:lnTo>
                  <a:pt x="2064" y="1044"/>
                </a:lnTo>
                <a:lnTo>
                  <a:pt x="2070" y="1044"/>
                </a:lnTo>
                <a:lnTo>
                  <a:pt x="2076" y="1044"/>
                </a:lnTo>
                <a:lnTo>
                  <a:pt x="2082" y="1038"/>
                </a:lnTo>
                <a:lnTo>
                  <a:pt x="2094" y="1038"/>
                </a:lnTo>
                <a:lnTo>
                  <a:pt x="2100" y="1032"/>
                </a:lnTo>
                <a:lnTo>
                  <a:pt x="2106" y="1032"/>
                </a:lnTo>
                <a:lnTo>
                  <a:pt x="2112" y="1026"/>
                </a:lnTo>
                <a:lnTo>
                  <a:pt x="2118" y="1026"/>
                </a:lnTo>
                <a:lnTo>
                  <a:pt x="2124" y="1020"/>
                </a:lnTo>
                <a:lnTo>
                  <a:pt x="2130" y="1020"/>
                </a:lnTo>
                <a:lnTo>
                  <a:pt x="2136" y="1020"/>
                </a:lnTo>
                <a:lnTo>
                  <a:pt x="2142" y="1014"/>
                </a:lnTo>
                <a:lnTo>
                  <a:pt x="2148" y="1014"/>
                </a:lnTo>
                <a:lnTo>
                  <a:pt x="2154" y="1014"/>
                </a:lnTo>
                <a:lnTo>
                  <a:pt x="2160" y="1014"/>
                </a:lnTo>
                <a:lnTo>
                  <a:pt x="2172" y="1014"/>
                </a:lnTo>
                <a:lnTo>
                  <a:pt x="2178" y="1014"/>
                </a:lnTo>
                <a:lnTo>
                  <a:pt x="2184" y="1020"/>
                </a:lnTo>
                <a:lnTo>
                  <a:pt x="2190" y="1020"/>
                </a:lnTo>
                <a:lnTo>
                  <a:pt x="2196" y="1020"/>
                </a:lnTo>
                <a:lnTo>
                  <a:pt x="2202" y="1020"/>
                </a:lnTo>
                <a:lnTo>
                  <a:pt x="2208" y="1020"/>
                </a:lnTo>
                <a:lnTo>
                  <a:pt x="2214" y="1026"/>
                </a:lnTo>
                <a:lnTo>
                  <a:pt x="2220" y="1026"/>
                </a:lnTo>
                <a:lnTo>
                  <a:pt x="2226" y="1026"/>
                </a:lnTo>
                <a:lnTo>
                  <a:pt x="2232" y="1026"/>
                </a:lnTo>
                <a:lnTo>
                  <a:pt x="2238" y="1026"/>
                </a:lnTo>
                <a:lnTo>
                  <a:pt x="2250" y="1026"/>
                </a:lnTo>
                <a:lnTo>
                  <a:pt x="2256" y="1026"/>
                </a:lnTo>
                <a:lnTo>
                  <a:pt x="2262" y="1026"/>
                </a:lnTo>
                <a:lnTo>
                  <a:pt x="2268" y="1026"/>
                </a:lnTo>
                <a:lnTo>
                  <a:pt x="2274" y="1026"/>
                </a:lnTo>
                <a:lnTo>
                  <a:pt x="2280" y="1026"/>
                </a:lnTo>
                <a:lnTo>
                  <a:pt x="2286" y="1026"/>
                </a:lnTo>
                <a:lnTo>
                  <a:pt x="2292" y="1026"/>
                </a:lnTo>
                <a:lnTo>
                  <a:pt x="2298" y="1020"/>
                </a:lnTo>
                <a:lnTo>
                  <a:pt x="2304" y="1020"/>
                </a:lnTo>
                <a:lnTo>
                  <a:pt x="2310" y="1020"/>
                </a:lnTo>
                <a:lnTo>
                  <a:pt x="2316" y="1020"/>
                </a:lnTo>
                <a:lnTo>
                  <a:pt x="2328" y="1020"/>
                </a:lnTo>
                <a:lnTo>
                  <a:pt x="2334" y="1020"/>
                </a:lnTo>
                <a:lnTo>
                  <a:pt x="2340" y="1020"/>
                </a:lnTo>
                <a:lnTo>
                  <a:pt x="2346" y="1020"/>
                </a:lnTo>
                <a:lnTo>
                  <a:pt x="2352" y="1020"/>
                </a:lnTo>
                <a:lnTo>
                  <a:pt x="2358" y="1020"/>
                </a:lnTo>
                <a:lnTo>
                  <a:pt x="2364" y="1020"/>
                </a:lnTo>
                <a:lnTo>
                  <a:pt x="2370" y="1020"/>
                </a:lnTo>
                <a:lnTo>
                  <a:pt x="2376" y="1020"/>
                </a:lnTo>
                <a:lnTo>
                  <a:pt x="2382" y="1026"/>
                </a:lnTo>
                <a:lnTo>
                  <a:pt x="2388" y="1026"/>
                </a:lnTo>
                <a:lnTo>
                  <a:pt x="2394" y="1026"/>
                </a:lnTo>
                <a:lnTo>
                  <a:pt x="2406" y="1026"/>
                </a:lnTo>
                <a:lnTo>
                  <a:pt x="2412" y="1026"/>
                </a:lnTo>
                <a:lnTo>
                  <a:pt x="2418" y="1026"/>
                </a:lnTo>
                <a:lnTo>
                  <a:pt x="2424" y="1026"/>
                </a:lnTo>
                <a:lnTo>
                  <a:pt x="2430" y="1026"/>
                </a:lnTo>
                <a:lnTo>
                  <a:pt x="2436" y="1026"/>
                </a:lnTo>
                <a:lnTo>
                  <a:pt x="2442" y="1026"/>
                </a:lnTo>
                <a:lnTo>
                  <a:pt x="2448" y="1026"/>
                </a:lnTo>
                <a:lnTo>
                  <a:pt x="2454" y="1026"/>
                </a:lnTo>
                <a:lnTo>
                  <a:pt x="2460" y="1026"/>
                </a:lnTo>
                <a:lnTo>
                  <a:pt x="2466" y="1026"/>
                </a:lnTo>
                <a:lnTo>
                  <a:pt x="2472" y="1020"/>
                </a:lnTo>
                <a:lnTo>
                  <a:pt x="2484" y="1020"/>
                </a:lnTo>
                <a:lnTo>
                  <a:pt x="2490" y="1020"/>
                </a:lnTo>
                <a:lnTo>
                  <a:pt x="2496" y="1020"/>
                </a:lnTo>
                <a:lnTo>
                  <a:pt x="2502" y="1020"/>
                </a:lnTo>
                <a:lnTo>
                  <a:pt x="2508" y="1020"/>
                </a:lnTo>
                <a:lnTo>
                  <a:pt x="2514" y="1020"/>
                </a:lnTo>
                <a:lnTo>
                  <a:pt x="2520" y="1020"/>
                </a:lnTo>
                <a:lnTo>
                  <a:pt x="2526" y="1020"/>
                </a:lnTo>
                <a:lnTo>
                  <a:pt x="2532" y="1020"/>
                </a:lnTo>
                <a:lnTo>
                  <a:pt x="2538" y="1020"/>
                </a:lnTo>
                <a:lnTo>
                  <a:pt x="2544" y="1020"/>
                </a:lnTo>
                <a:lnTo>
                  <a:pt x="2550" y="1020"/>
                </a:lnTo>
                <a:lnTo>
                  <a:pt x="2562" y="1026"/>
                </a:lnTo>
                <a:lnTo>
                  <a:pt x="2568" y="1026"/>
                </a:lnTo>
                <a:lnTo>
                  <a:pt x="2574" y="1026"/>
                </a:lnTo>
                <a:lnTo>
                  <a:pt x="2580" y="1026"/>
                </a:lnTo>
                <a:lnTo>
                  <a:pt x="2586" y="1026"/>
                </a:lnTo>
                <a:lnTo>
                  <a:pt x="2592" y="1026"/>
                </a:lnTo>
                <a:lnTo>
                  <a:pt x="2598" y="1026"/>
                </a:lnTo>
              </a:path>
            </a:pathLst>
          </a:custGeom>
          <a:noFill/>
          <a:ln w="38100">
            <a:solidFill>
              <a:srgbClr val="0099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0062" name="Oval 14"/>
          <p:cNvSpPr>
            <a:spLocks noChangeArrowheads="1"/>
          </p:cNvSpPr>
          <p:nvPr/>
        </p:nvSpPr>
        <p:spPr bwMode="auto">
          <a:xfrm>
            <a:off x="6265864" y="4752975"/>
            <a:ext cx="763587" cy="763588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9" name="Oval 15"/>
          <p:cNvSpPr>
            <a:spLocks noChangeArrowheads="1"/>
          </p:cNvSpPr>
          <p:nvPr/>
        </p:nvSpPr>
        <p:spPr bwMode="auto">
          <a:xfrm>
            <a:off x="6580188" y="5056642"/>
            <a:ext cx="131762" cy="131762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0" name="Oval 16"/>
          <p:cNvSpPr>
            <a:spLocks noChangeArrowheads="1"/>
          </p:cNvSpPr>
          <p:nvPr/>
        </p:nvSpPr>
        <p:spPr bwMode="auto">
          <a:xfrm>
            <a:off x="7762875" y="4770439"/>
            <a:ext cx="763588" cy="763587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Oval 17"/>
          <p:cNvSpPr>
            <a:spLocks noChangeArrowheads="1"/>
          </p:cNvSpPr>
          <p:nvPr/>
        </p:nvSpPr>
        <p:spPr bwMode="auto">
          <a:xfrm>
            <a:off x="8078788" y="5045302"/>
            <a:ext cx="131762" cy="131762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Freeform 18"/>
          <p:cNvSpPr/>
          <p:nvPr/>
        </p:nvSpPr>
        <p:spPr bwMode="auto">
          <a:xfrm>
            <a:off x="8467726" y="4283075"/>
            <a:ext cx="1152525" cy="825500"/>
          </a:xfrm>
          <a:custGeom>
            <a:avLst/>
            <a:gdLst>
              <a:gd name="T0" fmla="*/ 2147483647 w 2598"/>
              <a:gd name="T1" fmla="*/ 2147483647 h 1998"/>
              <a:gd name="T2" fmla="*/ 2147483647 w 2598"/>
              <a:gd name="T3" fmla="*/ 2147483647 h 1998"/>
              <a:gd name="T4" fmla="*/ 2147483647 w 2598"/>
              <a:gd name="T5" fmla="*/ 2147483647 h 1998"/>
              <a:gd name="T6" fmla="*/ 2147483647 w 2598"/>
              <a:gd name="T7" fmla="*/ 2147483647 h 1998"/>
              <a:gd name="T8" fmla="*/ 2147483647 w 2598"/>
              <a:gd name="T9" fmla="*/ 2147483647 h 1998"/>
              <a:gd name="T10" fmla="*/ 2147483647 w 2598"/>
              <a:gd name="T11" fmla="*/ 2147483647 h 1998"/>
              <a:gd name="T12" fmla="*/ 2147483647 w 2598"/>
              <a:gd name="T13" fmla="*/ 2147483647 h 1998"/>
              <a:gd name="T14" fmla="*/ 2147483647 w 2598"/>
              <a:gd name="T15" fmla="*/ 2147483647 h 1998"/>
              <a:gd name="T16" fmla="*/ 2147483647 w 2598"/>
              <a:gd name="T17" fmla="*/ 2147483647 h 1998"/>
              <a:gd name="T18" fmla="*/ 2147483647 w 2598"/>
              <a:gd name="T19" fmla="*/ 2147483647 h 1998"/>
              <a:gd name="T20" fmla="*/ 2147483647 w 2598"/>
              <a:gd name="T21" fmla="*/ 2147483647 h 1998"/>
              <a:gd name="T22" fmla="*/ 2147483647 w 2598"/>
              <a:gd name="T23" fmla="*/ 2147483647 h 1998"/>
              <a:gd name="T24" fmla="*/ 2147483647 w 2598"/>
              <a:gd name="T25" fmla="*/ 2147483647 h 1998"/>
              <a:gd name="T26" fmla="*/ 2147483647 w 2598"/>
              <a:gd name="T27" fmla="*/ 2147483647 h 1998"/>
              <a:gd name="T28" fmla="*/ 2147483647 w 2598"/>
              <a:gd name="T29" fmla="*/ 2147483647 h 1998"/>
              <a:gd name="T30" fmla="*/ 2147483647 w 2598"/>
              <a:gd name="T31" fmla="*/ 2147483647 h 1998"/>
              <a:gd name="T32" fmla="*/ 2147483647 w 2598"/>
              <a:gd name="T33" fmla="*/ 2147483647 h 1998"/>
              <a:gd name="T34" fmla="*/ 2147483647 w 2598"/>
              <a:gd name="T35" fmla="*/ 2147483647 h 1998"/>
              <a:gd name="T36" fmla="*/ 2147483647 w 2598"/>
              <a:gd name="T37" fmla="*/ 2147483647 h 1998"/>
              <a:gd name="T38" fmla="*/ 2147483647 w 2598"/>
              <a:gd name="T39" fmla="*/ 2147483647 h 1998"/>
              <a:gd name="T40" fmla="*/ 2147483647 w 2598"/>
              <a:gd name="T41" fmla="*/ 2147483647 h 1998"/>
              <a:gd name="T42" fmla="*/ 2147483647 w 2598"/>
              <a:gd name="T43" fmla="*/ 2147483647 h 1998"/>
              <a:gd name="T44" fmla="*/ 2147483647 w 2598"/>
              <a:gd name="T45" fmla="*/ 2147483647 h 1998"/>
              <a:gd name="T46" fmla="*/ 2147483647 w 2598"/>
              <a:gd name="T47" fmla="*/ 2147483647 h 1998"/>
              <a:gd name="T48" fmla="*/ 2147483647 w 2598"/>
              <a:gd name="T49" fmla="*/ 2147483647 h 1998"/>
              <a:gd name="T50" fmla="*/ 2147483647 w 2598"/>
              <a:gd name="T51" fmla="*/ 2147483647 h 1998"/>
              <a:gd name="T52" fmla="*/ 2147483647 w 2598"/>
              <a:gd name="T53" fmla="*/ 2147483647 h 1998"/>
              <a:gd name="T54" fmla="*/ 2147483647 w 2598"/>
              <a:gd name="T55" fmla="*/ 2147483647 h 1998"/>
              <a:gd name="T56" fmla="*/ 2147483647 w 2598"/>
              <a:gd name="T57" fmla="*/ 2147483647 h 1998"/>
              <a:gd name="T58" fmla="*/ 2147483647 w 2598"/>
              <a:gd name="T59" fmla="*/ 2147483647 h 1998"/>
              <a:gd name="T60" fmla="*/ 2147483647 w 2598"/>
              <a:gd name="T61" fmla="*/ 2147483647 h 1998"/>
              <a:gd name="T62" fmla="*/ 2147483647 w 2598"/>
              <a:gd name="T63" fmla="*/ 2147483647 h 1998"/>
              <a:gd name="T64" fmla="*/ 2147483647 w 2598"/>
              <a:gd name="T65" fmla="*/ 2147483647 h 1998"/>
              <a:gd name="T66" fmla="*/ 2147483647 w 2598"/>
              <a:gd name="T67" fmla="*/ 2147483647 h 1998"/>
              <a:gd name="T68" fmla="*/ 2147483647 w 2598"/>
              <a:gd name="T69" fmla="*/ 2147483647 h 1998"/>
              <a:gd name="T70" fmla="*/ 2147483647 w 2598"/>
              <a:gd name="T71" fmla="*/ 2147483647 h 1998"/>
              <a:gd name="T72" fmla="*/ 2147483647 w 2598"/>
              <a:gd name="T73" fmla="*/ 2147483647 h 1998"/>
              <a:gd name="T74" fmla="*/ 2147483647 w 2598"/>
              <a:gd name="T75" fmla="*/ 2147483647 h 1998"/>
              <a:gd name="T76" fmla="*/ 2147483647 w 2598"/>
              <a:gd name="T77" fmla="*/ 2147483647 h 1998"/>
              <a:gd name="T78" fmla="*/ 2147483647 w 2598"/>
              <a:gd name="T79" fmla="*/ 2147483647 h 1998"/>
              <a:gd name="T80" fmla="*/ 2147483647 w 2598"/>
              <a:gd name="T81" fmla="*/ 2147483647 h 1998"/>
              <a:gd name="T82" fmla="*/ 2147483647 w 2598"/>
              <a:gd name="T83" fmla="*/ 2147483647 h 1998"/>
              <a:gd name="T84" fmla="*/ 2147483647 w 2598"/>
              <a:gd name="T85" fmla="*/ 2147483647 h 1998"/>
              <a:gd name="T86" fmla="*/ 2147483647 w 2598"/>
              <a:gd name="T87" fmla="*/ 2147483647 h 1998"/>
              <a:gd name="T88" fmla="*/ 2147483647 w 2598"/>
              <a:gd name="T89" fmla="*/ 2147483647 h 1998"/>
              <a:gd name="T90" fmla="*/ 2147483647 w 2598"/>
              <a:gd name="T91" fmla="*/ 2147483647 h 1998"/>
              <a:gd name="T92" fmla="*/ 2147483647 w 2598"/>
              <a:gd name="T93" fmla="*/ 2147483647 h 1998"/>
              <a:gd name="T94" fmla="*/ 2147483647 w 2598"/>
              <a:gd name="T95" fmla="*/ 2147483647 h 1998"/>
              <a:gd name="T96" fmla="*/ 2147483647 w 2598"/>
              <a:gd name="T97" fmla="*/ 2147483647 h 1998"/>
              <a:gd name="T98" fmla="*/ 2147483647 w 2598"/>
              <a:gd name="T99" fmla="*/ 2147483647 h 1998"/>
              <a:gd name="T100" fmla="*/ 2147483647 w 2598"/>
              <a:gd name="T101" fmla="*/ 2147483647 h 1998"/>
              <a:gd name="T102" fmla="*/ 2147483647 w 2598"/>
              <a:gd name="T103" fmla="*/ 2147483647 h 1998"/>
              <a:gd name="T104" fmla="*/ 2147483647 w 2598"/>
              <a:gd name="T105" fmla="*/ 2147483647 h 1998"/>
              <a:gd name="T106" fmla="*/ 2147483647 w 2598"/>
              <a:gd name="T107" fmla="*/ 2147483647 h 1998"/>
              <a:gd name="T108" fmla="*/ 2147483647 w 2598"/>
              <a:gd name="T109" fmla="*/ 2147483647 h 1998"/>
              <a:gd name="T110" fmla="*/ 2147483647 w 2598"/>
              <a:gd name="T111" fmla="*/ 2147483647 h 1998"/>
              <a:gd name="T112" fmla="*/ 2147483647 w 2598"/>
              <a:gd name="T113" fmla="*/ 2147483647 h 199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598"/>
              <a:gd name="T172" fmla="*/ 0 h 1998"/>
              <a:gd name="T173" fmla="*/ 2598 w 2598"/>
              <a:gd name="T174" fmla="*/ 1998 h 199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598" h="1998">
                <a:moveTo>
                  <a:pt x="0" y="1026"/>
                </a:moveTo>
                <a:lnTo>
                  <a:pt x="6" y="1026"/>
                </a:lnTo>
                <a:lnTo>
                  <a:pt x="12" y="1026"/>
                </a:lnTo>
                <a:lnTo>
                  <a:pt x="18" y="1026"/>
                </a:lnTo>
                <a:lnTo>
                  <a:pt x="24" y="1026"/>
                </a:lnTo>
                <a:lnTo>
                  <a:pt x="30" y="1026"/>
                </a:lnTo>
                <a:lnTo>
                  <a:pt x="36" y="1026"/>
                </a:lnTo>
                <a:lnTo>
                  <a:pt x="48" y="1020"/>
                </a:lnTo>
                <a:lnTo>
                  <a:pt x="54" y="1020"/>
                </a:lnTo>
                <a:lnTo>
                  <a:pt x="60" y="1020"/>
                </a:lnTo>
                <a:lnTo>
                  <a:pt x="66" y="1020"/>
                </a:lnTo>
                <a:lnTo>
                  <a:pt x="72" y="1020"/>
                </a:lnTo>
                <a:lnTo>
                  <a:pt x="78" y="1020"/>
                </a:lnTo>
                <a:lnTo>
                  <a:pt x="84" y="1020"/>
                </a:lnTo>
                <a:lnTo>
                  <a:pt x="90" y="1020"/>
                </a:lnTo>
                <a:lnTo>
                  <a:pt x="96" y="1020"/>
                </a:lnTo>
                <a:lnTo>
                  <a:pt x="102" y="1020"/>
                </a:lnTo>
                <a:lnTo>
                  <a:pt x="108" y="1020"/>
                </a:lnTo>
                <a:lnTo>
                  <a:pt x="114" y="1020"/>
                </a:lnTo>
                <a:lnTo>
                  <a:pt x="126" y="1020"/>
                </a:lnTo>
                <a:lnTo>
                  <a:pt x="132" y="1026"/>
                </a:lnTo>
                <a:lnTo>
                  <a:pt x="138" y="1026"/>
                </a:lnTo>
                <a:lnTo>
                  <a:pt x="144" y="1026"/>
                </a:lnTo>
                <a:lnTo>
                  <a:pt x="150" y="1026"/>
                </a:lnTo>
                <a:lnTo>
                  <a:pt x="156" y="1026"/>
                </a:lnTo>
                <a:lnTo>
                  <a:pt x="162" y="1026"/>
                </a:lnTo>
                <a:lnTo>
                  <a:pt x="168" y="1026"/>
                </a:lnTo>
                <a:lnTo>
                  <a:pt x="174" y="1026"/>
                </a:lnTo>
                <a:lnTo>
                  <a:pt x="180" y="1026"/>
                </a:lnTo>
                <a:lnTo>
                  <a:pt x="186" y="1026"/>
                </a:lnTo>
                <a:lnTo>
                  <a:pt x="192" y="1026"/>
                </a:lnTo>
                <a:lnTo>
                  <a:pt x="204" y="1026"/>
                </a:lnTo>
                <a:lnTo>
                  <a:pt x="210" y="1026"/>
                </a:lnTo>
                <a:lnTo>
                  <a:pt x="216" y="1026"/>
                </a:lnTo>
                <a:lnTo>
                  <a:pt x="222" y="1020"/>
                </a:lnTo>
                <a:lnTo>
                  <a:pt x="228" y="1020"/>
                </a:lnTo>
                <a:lnTo>
                  <a:pt x="234" y="1020"/>
                </a:lnTo>
                <a:lnTo>
                  <a:pt x="240" y="1020"/>
                </a:lnTo>
                <a:lnTo>
                  <a:pt x="246" y="1020"/>
                </a:lnTo>
                <a:lnTo>
                  <a:pt x="252" y="1020"/>
                </a:lnTo>
                <a:lnTo>
                  <a:pt x="258" y="1020"/>
                </a:lnTo>
                <a:lnTo>
                  <a:pt x="264" y="1020"/>
                </a:lnTo>
                <a:lnTo>
                  <a:pt x="270" y="1020"/>
                </a:lnTo>
                <a:lnTo>
                  <a:pt x="282" y="1020"/>
                </a:lnTo>
                <a:lnTo>
                  <a:pt x="288" y="1020"/>
                </a:lnTo>
                <a:lnTo>
                  <a:pt x="294" y="1020"/>
                </a:lnTo>
                <a:lnTo>
                  <a:pt x="300" y="1020"/>
                </a:lnTo>
                <a:lnTo>
                  <a:pt x="306" y="1026"/>
                </a:lnTo>
                <a:lnTo>
                  <a:pt x="312" y="1026"/>
                </a:lnTo>
                <a:lnTo>
                  <a:pt x="318" y="1026"/>
                </a:lnTo>
                <a:lnTo>
                  <a:pt x="324" y="1026"/>
                </a:lnTo>
                <a:lnTo>
                  <a:pt x="330" y="1026"/>
                </a:lnTo>
                <a:lnTo>
                  <a:pt x="336" y="1026"/>
                </a:lnTo>
                <a:lnTo>
                  <a:pt x="342" y="1026"/>
                </a:lnTo>
                <a:lnTo>
                  <a:pt x="348" y="1026"/>
                </a:lnTo>
                <a:lnTo>
                  <a:pt x="360" y="1026"/>
                </a:lnTo>
                <a:lnTo>
                  <a:pt x="366" y="1026"/>
                </a:lnTo>
                <a:lnTo>
                  <a:pt x="372" y="1026"/>
                </a:lnTo>
                <a:lnTo>
                  <a:pt x="378" y="1026"/>
                </a:lnTo>
                <a:lnTo>
                  <a:pt x="384" y="1026"/>
                </a:lnTo>
                <a:lnTo>
                  <a:pt x="390" y="1020"/>
                </a:lnTo>
                <a:lnTo>
                  <a:pt x="396" y="1020"/>
                </a:lnTo>
                <a:lnTo>
                  <a:pt x="402" y="1020"/>
                </a:lnTo>
                <a:lnTo>
                  <a:pt x="408" y="1020"/>
                </a:lnTo>
                <a:lnTo>
                  <a:pt x="414" y="1020"/>
                </a:lnTo>
                <a:lnTo>
                  <a:pt x="420" y="1014"/>
                </a:lnTo>
                <a:lnTo>
                  <a:pt x="426" y="1014"/>
                </a:lnTo>
                <a:lnTo>
                  <a:pt x="438" y="1014"/>
                </a:lnTo>
                <a:lnTo>
                  <a:pt x="444" y="1014"/>
                </a:lnTo>
                <a:lnTo>
                  <a:pt x="450" y="1014"/>
                </a:lnTo>
                <a:lnTo>
                  <a:pt x="456" y="1014"/>
                </a:lnTo>
                <a:lnTo>
                  <a:pt x="462" y="1020"/>
                </a:lnTo>
                <a:lnTo>
                  <a:pt x="468" y="1020"/>
                </a:lnTo>
                <a:lnTo>
                  <a:pt x="474" y="1020"/>
                </a:lnTo>
                <a:lnTo>
                  <a:pt x="480" y="1026"/>
                </a:lnTo>
                <a:lnTo>
                  <a:pt x="486" y="1026"/>
                </a:lnTo>
                <a:lnTo>
                  <a:pt x="492" y="1032"/>
                </a:lnTo>
                <a:lnTo>
                  <a:pt x="498" y="1032"/>
                </a:lnTo>
                <a:lnTo>
                  <a:pt x="504" y="1038"/>
                </a:lnTo>
                <a:lnTo>
                  <a:pt x="516" y="1038"/>
                </a:lnTo>
                <a:lnTo>
                  <a:pt x="522" y="1044"/>
                </a:lnTo>
                <a:lnTo>
                  <a:pt x="528" y="1044"/>
                </a:lnTo>
                <a:lnTo>
                  <a:pt x="534" y="1044"/>
                </a:lnTo>
                <a:lnTo>
                  <a:pt x="540" y="1038"/>
                </a:lnTo>
                <a:lnTo>
                  <a:pt x="546" y="1038"/>
                </a:lnTo>
                <a:lnTo>
                  <a:pt x="552" y="1032"/>
                </a:lnTo>
                <a:lnTo>
                  <a:pt x="558" y="1026"/>
                </a:lnTo>
                <a:lnTo>
                  <a:pt x="564" y="1020"/>
                </a:lnTo>
                <a:lnTo>
                  <a:pt x="570" y="1014"/>
                </a:lnTo>
                <a:lnTo>
                  <a:pt x="576" y="1008"/>
                </a:lnTo>
                <a:lnTo>
                  <a:pt x="582" y="996"/>
                </a:lnTo>
                <a:lnTo>
                  <a:pt x="594" y="990"/>
                </a:lnTo>
                <a:lnTo>
                  <a:pt x="600" y="984"/>
                </a:lnTo>
                <a:lnTo>
                  <a:pt x="606" y="978"/>
                </a:lnTo>
                <a:lnTo>
                  <a:pt x="612" y="978"/>
                </a:lnTo>
                <a:lnTo>
                  <a:pt x="618" y="978"/>
                </a:lnTo>
                <a:lnTo>
                  <a:pt x="624" y="984"/>
                </a:lnTo>
                <a:lnTo>
                  <a:pt x="630" y="990"/>
                </a:lnTo>
                <a:lnTo>
                  <a:pt x="636" y="996"/>
                </a:lnTo>
                <a:lnTo>
                  <a:pt x="642" y="1008"/>
                </a:lnTo>
                <a:lnTo>
                  <a:pt x="648" y="1026"/>
                </a:lnTo>
                <a:lnTo>
                  <a:pt x="654" y="1038"/>
                </a:lnTo>
                <a:lnTo>
                  <a:pt x="660" y="1056"/>
                </a:lnTo>
                <a:lnTo>
                  <a:pt x="666" y="1074"/>
                </a:lnTo>
                <a:lnTo>
                  <a:pt x="678" y="1086"/>
                </a:lnTo>
                <a:lnTo>
                  <a:pt x="684" y="1098"/>
                </a:lnTo>
                <a:lnTo>
                  <a:pt x="690" y="1110"/>
                </a:lnTo>
                <a:lnTo>
                  <a:pt x="696" y="1116"/>
                </a:lnTo>
                <a:lnTo>
                  <a:pt x="702" y="1116"/>
                </a:lnTo>
                <a:lnTo>
                  <a:pt x="708" y="1110"/>
                </a:lnTo>
                <a:lnTo>
                  <a:pt x="714" y="1098"/>
                </a:lnTo>
                <a:lnTo>
                  <a:pt x="720" y="1080"/>
                </a:lnTo>
                <a:lnTo>
                  <a:pt x="726" y="1056"/>
                </a:lnTo>
                <a:lnTo>
                  <a:pt x="732" y="1032"/>
                </a:lnTo>
                <a:lnTo>
                  <a:pt x="738" y="1002"/>
                </a:lnTo>
                <a:lnTo>
                  <a:pt x="744" y="966"/>
                </a:lnTo>
                <a:lnTo>
                  <a:pt x="756" y="936"/>
                </a:lnTo>
                <a:lnTo>
                  <a:pt x="762" y="906"/>
                </a:lnTo>
                <a:lnTo>
                  <a:pt x="768" y="882"/>
                </a:lnTo>
                <a:lnTo>
                  <a:pt x="774" y="864"/>
                </a:lnTo>
                <a:lnTo>
                  <a:pt x="780" y="852"/>
                </a:lnTo>
                <a:lnTo>
                  <a:pt x="786" y="846"/>
                </a:lnTo>
                <a:lnTo>
                  <a:pt x="792" y="858"/>
                </a:lnTo>
                <a:lnTo>
                  <a:pt x="798" y="876"/>
                </a:lnTo>
                <a:lnTo>
                  <a:pt x="804" y="906"/>
                </a:lnTo>
                <a:lnTo>
                  <a:pt x="810" y="942"/>
                </a:lnTo>
                <a:lnTo>
                  <a:pt x="816" y="990"/>
                </a:lnTo>
                <a:lnTo>
                  <a:pt x="822" y="1044"/>
                </a:lnTo>
                <a:lnTo>
                  <a:pt x="834" y="1098"/>
                </a:lnTo>
                <a:lnTo>
                  <a:pt x="840" y="1158"/>
                </a:lnTo>
                <a:lnTo>
                  <a:pt x="846" y="1212"/>
                </a:lnTo>
                <a:lnTo>
                  <a:pt x="852" y="1260"/>
                </a:lnTo>
                <a:lnTo>
                  <a:pt x="858" y="1296"/>
                </a:lnTo>
                <a:lnTo>
                  <a:pt x="864" y="1314"/>
                </a:lnTo>
                <a:lnTo>
                  <a:pt x="870" y="1326"/>
                </a:lnTo>
                <a:lnTo>
                  <a:pt x="876" y="1314"/>
                </a:lnTo>
                <a:lnTo>
                  <a:pt x="882" y="1284"/>
                </a:lnTo>
                <a:lnTo>
                  <a:pt x="888" y="1242"/>
                </a:lnTo>
                <a:lnTo>
                  <a:pt x="894" y="1182"/>
                </a:lnTo>
                <a:lnTo>
                  <a:pt x="900" y="1104"/>
                </a:lnTo>
                <a:lnTo>
                  <a:pt x="912" y="1020"/>
                </a:lnTo>
                <a:lnTo>
                  <a:pt x="918" y="930"/>
                </a:lnTo>
                <a:lnTo>
                  <a:pt x="924" y="840"/>
                </a:lnTo>
                <a:lnTo>
                  <a:pt x="930" y="750"/>
                </a:lnTo>
                <a:lnTo>
                  <a:pt x="936" y="672"/>
                </a:lnTo>
                <a:lnTo>
                  <a:pt x="942" y="612"/>
                </a:lnTo>
                <a:lnTo>
                  <a:pt x="948" y="570"/>
                </a:lnTo>
                <a:lnTo>
                  <a:pt x="954" y="558"/>
                </a:lnTo>
                <a:lnTo>
                  <a:pt x="960" y="564"/>
                </a:lnTo>
                <a:lnTo>
                  <a:pt x="966" y="600"/>
                </a:lnTo>
                <a:lnTo>
                  <a:pt x="972" y="666"/>
                </a:lnTo>
                <a:lnTo>
                  <a:pt x="978" y="750"/>
                </a:lnTo>
                <a:lnTo>
                  <a:pt x="990" y="858"/>
                </a:lnTo>
                <a:lnTo>
                  <a:pt x="996" y="984"/>
                </a:lnTo>
                <a:lnTo>
                  <a:pt x="1002" y="1116"/>
                </a:lnTo>
                <a:lnTo>
                  <a:pt x="1008" y="1248"/>
                </a:lnTo>
                <a:lnTo>
                  <a:pt x="1014" y="1380"/>
                </a:lnTo>
                <a:lnTo>
                  <a:pt x="1020" y="1494"/>
                </a:lnTo>
                <a:lnTo>
                  <a:pt x="1026" y="1584"/>
                </a:lnTo>
                <a:lnTo>
                  <a:pt x="1032" y="1650"/>
                </a:lnTo>
                <a:lnTo>
                  <a:pt x="1038" y="1680"/>
                </a:lnTo>
                <a:lnTo>
                  <a:pt x="1044" y="1674"/>
                </a:lnTo>
                <a:lnTo>
                  <a:pt x="1050" y="1632"/>
                </a:lnTo>
                <a:lnTo>
                  <a:pt x="1056" y="1554"/>
                </a:lnTo>
                <a:lnTo>
                  <a:pt x="1068" y="1440"/>
                </a:lnTo>
                <a:lnTo>
                  <a:pt x="1074" y="1296"/>
                </a:lnTo>
                <a:lnTo>
                  <a:pt x="1080" y="1134"/>
                </a:lnTo>
                <a:lnTo>
                  <a:pt x="1086" y="960"/>
                </a:lnTo>
                <a:lnTo>
                  <a:pt x="1092" y="780"/>
                </a:lnTo>
                <a:lnTo>
                  <a:pt x="1098" y="612"/>
                </a:lnTo>
                <a:lnTo>
                  <a:pt x="1104" y="456"/>
                </a:lnTo>
                <a:lnTo>
                  <a:pt x="1110" y="330"/>
                </a:lnTo>
                <a:lnTo>
                  <a:pt x="1116" y="240"/>
                </a:lnTo>
                <a:lnTo>
                  <a:pt x="1122" y="192"/>
                </a:lnTo>
                <a:lnTo>
                  <a:pt x="1128" y="186"/>
                </a:lnTo>
                <a:lnTo>
                  <a:pt x="1134" y="228"/>
                </a:lnTo>
                <a:lnTo>
                  <a:pt x="1146" y="318"/>
                </a:lnTo>
                <a:lnTo>
                  <a:pt x="1152" y="450"/>
                </a:lnTo>
                <a:lnTo>
                  <a:pt x="1158" y="618"/>
                </a:lnTo>
                <a:lnTo>
                  <a:pt x="1164" y="816"/>
                </a:lnTo>
                <a:lnTo>
                  <a:pt x="1170" y="1026"/>
                </a:lnTo>
                <a:lnTo>
                  <a:pt x="1176" y="1242"/>
                </a:lnTo>
                <a:lnTo>
                  <a:pt x="1182" y="1452"/>
                </a:lnTo>
                <a:lnTo>
                  <a:pt x="1188" y="1638"/>
                </a:lnTo>
                <a:lnTo>
                  <a:pt x="1194" y="1794"/>
                </a:lnTo>
                <a:lnTo>
                  <a:pt x="1200" y="1914"/>
                </a:lnTo>
                <a:lnTo>
                  <a:pt x="1206" y="1980"/>
                </a:lnTo>
                <a:lnTo>
                  <a:pt x="1212" y="1998"/>
                </a:lnTo>
                <a:lnTo>
                  <a:pt x="1224" y="1956"/>
                </a:lnTo>
                <a:lnTo>
                  <a:pt x="1230" y="1866"/>
                </a:lnTo>
                <a:lnTo>
                  <a:pt x="1236" y="1728"/>
                </a:lnTo>
                <a:lnTo>
                  <a:pt x="1242" y="1542"/>
                </a:lnTo>
                <a:lnTo>
                  <a:pt x="1248" y="1332"/>
                </a:lnTo>
                <a:lnTo>
                  <a:pt x="1254" y="1104"/>
                </a:lnTo>
                <a:lnTo>
                  <a:pt x="1260" y="864"/>
                </a:lnTo>
                <a:lnTo>
                  <a:pt x="1266" y="636"/>
                </a:lnTo>
                <a:lnTo>
                  <a:pt x="1272" y="426"/>
                </a:lnTo>
                <a:lnTo>
                  <a:pt x="1278" y="246"/>
                </a:lnTo>
                <a:lnTo>
                  <a:pt x="1284" y="114"/>
                </a:lnTo>
                <a:lnTo>
                  <a:pt x="1290" y="30"/>
                </a:lnTo>
                <a:lnTo>
                  <a:pt x="1302" y="0"/>
                </a:lnTo>
                <a:lnTo>
                  <a:pt x="1308" y="30"/>
                </a:lnTo>
                <a:lnTo>
                  <a:pt x="1314" y="114"/>
                </a:lnTo>
                <a:lnTo>
                  <a:pt x="1320" y="246"/>
                </a:lnTo>
                <a:lnTo>
                  <a:pt x="1326" y="426"/>
                </a:lnTo>
                <a:lnTo>
                  <a:pt x="1332" y="636"/>
                </a:lnTo>
                <a:lnTo>
                  <a:pt x="1338" y="864"/>
                </a:lnTo>
                <a:lnTo>
                  <a:pt x="1344" y="1104"/>
                </a:lnTo>
                <a:lnTo>
                  <a:pt x="1350" y="1332"/>
                </a:lnTo>
                <a:lnTo>
                  <a:pt x="1356" y="1542"/>
                </a:lnTo>
                <a:lnTo>
                  <a:pt x="1362" y="1728"/>
                </a:lnTo>
                <a:lnTo>
                  <a:pt x="1368" y="1866"/>
                </a:lnTo>
                <a:lnTo>
                  <a:pt x="1374" y="1956"/>
                </a:lnTo>
                <a:lnTo>
                  <a:pt x="1386" y="1998"/>
                </a:lnTo>
                <a:lnTo>
                  <a:pt x="1392" y="1980"/>
                </a:lnTo>
                <a:lnTo>
                  <a:pt x="1398" y="1914"/>
                </a:lnTo>
                <a:lnTo>
                  <a:pt x="1404" y="1794"/>
                </a:lnTo>
                <a:lnTo>
                  <a:pt x="1410" y="1638"/>
                </a:lnTo>
                <a:lnTo>
                  <a:pt x="1416" y="1452"/>
                </a:lnTo>
                <a:lnTo>
                  <a:pt x="1422" y="1242"/>
                </a:lnTo>
                <a:lnTo>
                  <a:pt x="1428" y="1026"/>
                </a:lnTo>
                <a:lnTo>
                  <a:pt x="1434" y="816"/>
                </a:lnTo>
                <a:lnTo>
                  <a:pt x="1440" y="618"/>
                </a:lnTo>
                <a:lnTo>
                  <a:pt x="1446" y="450"/>
                </a:lnTo>
                <a:lnTo>
                  <a:pt x="1452" y="318"/>
                </a:lnTo>
                <a:lnTo>
                  <a:pt x="1464" y="228"/>
                </a:lnTo>
                <a:lnTo>
                  <a:pt x="1470" y="186"/>
                </a:lnTo>
                <a:lnTo>
                  <a:pt x="1476" y="192"/>
                </a:lnTo>
                <a:lnTo>
                  <a:pt x="1482" y="240"/>
                </a:lnTo>
                <a:lnTo>
                  <a:pt x="1488" y="330"/>
                </a:lnTo>
                <a:lnTo>
                  <a:pt x="1494" y="456"/>
                </a:lnTo>
                <a:lnTo>
                  <a:pt x="1500" y="612"/>
                </a:lnTo>
                <a:lnTo>
                  <a:pt x="1506" y="780"/>
                </a:lnTo>
                <a:lnTo>
                  <a:pt x="1512" y="960"/>
                </a:lnTo>
                <a:lnTo>
                  <a:pt x="1518" y="1134"/>
                </a:lnTo>
                <a:lnTo>
                  <a:pt x="1524" y="1296"/>
                </a:lnTo>
                <a:lnTo>
                  <a:pt x="1530" y="1440"/>
                </a:lnTo>
                <a:lnTo>
                  <a:pt x="1542" y="1554"/>
                </a:lnTo>
                <a:lnTo>
                  <a:pt x="1548" y="1632"/>
                </a:lnTo>
                <a:lnTo>
                  <a:pt x="1554" y="1674"/>
                </a:lnTo>
                <a:lnTo>
                  <a:pt x="1560" y="1680"/>
                </a:lnTo>
                <a:lnTo>
                  <a:pt x="1566" y="1650"/>
                </a:lnTo>
                <a:lnTo>
                  <a:pt x="1572" y="1584"/>
                </a:lnTo>
                <a:lnTo>
                  <a:pt x="1578" y="1494"/>
                </a:lnTo>
                <a:lnTo>
                  <a:pt x="1584" y="1380"/>
                </a:lnTo>
                <a:lnTo>
                  <a:pt x="1590" y="1248"/>
                </a:lnTo>
                <a:lnTo>
                  <a:pt x="1596" y="1116"/>
                </a:lnTo>
                <a:lnTo>
                  <a:pt x="1602" y="984"/>
                </a:lnTo>
                <a:lnTo>
                  <a:pt x="1608" y="858"/>
                </a:lnTo>
                <a:lnTo>
                  <a:pt x="1620" y="750"/>
                </a:lnTo>
                <a:lnTo>
                  <a:pt x="1626" y="666"/>
                </a:lnTo>
                <a:lnTo>
                  <a:pt x="1632" y="600"/>
                </a:lnTo>
                <a:lnTo>
                  <a:pt x="1638" y="564"/>
                </a:lnTo>
                <a:lnTo>
                  <a:pt x="1644" y="558"/>
                </a:lnTo>
                <a:lnTo>
                  <a:pt x="1650" y="570"/>
                </a:lnTo>
                <a:lnTo>
                  <a:pt x="1656" y="612"/>
                </a:lnTo>
                <a:lnTo>
                  <a:pt x="1662" y="672"/>
                </a:lnTo>
                <a:lnTo>
                  <a:pt x="1668" y="750"/>
                </a:lnTo>
                <a:lnTo>
                  <a:pt x="1674" y="840"/>
                </a:lnTo>
                <a:lnTo>
                  <a:pt x="1680" y="930"/>
                </a:lnTo>
                <a:lnTo>
                  <a:pt x="1686" y="1020"/>
                </a:lnTo>
                <a:lnTo>
                  <a:pt x="1698" y="1104"/>
                </a:lnTo>
                <a:lnTo>
                  <a:pt x="1704" y="1182"/>
                </a:lnTo>
                <a:lnTo>
                  <a:pt x="1710" y="1242"/>
                </a:lnTo>
                <a:lnTo>
                  <a:pt x="1716" y="1284"/>
                </a:lnTo>
                <a:lnTo>
                  <a:pt x="1722" y="1314"/>
                </a:lnTo>
                <a:lnTo>
                  <a:pt x="1728" y="1326"/>
                </a:lnTo>
                <a:lnTo>
                  <a:pt x="1734" y="1314"/>
                </a:lnTo>
                <a:lnTo>
                  <a:pt x="1740" y="1296"/>
                </a:lnTo>
                <a:lnTo>
                  <a:pt x="1746" y="1260"/>
                </a:lnTo>
                <a:lnTo>
                  <a:pt x="1752" y="1212"/>
                </a:lnTo>
                <a:lnTo>
                  <a:pt x="1758" y="1158"/>
                </a:lnTo>
                <a:lnTo>
                  <a:pt x="1764" y="1098"/>
                </a:lnTo>
                <a:lnTo>
                  <a:pt x="1776" y="1044"/>
                </a:lnTo>
                <a:lnTo>
                  <a:pt x="1782" y="990"/>
                </a:lnTo>
                <a:lnTo>
                  <a:pt x="1788" y="942"/>
                </a:lnTo>
                <a:lnTo>
                  <a:pt x="1794" y="906"/>
                </a:lnTo>
                <a:lnTo>
                  <a:pt x="1800" y="876"/>
                </a:lnTo>
                <a:lnTo>
                  <a:pt x="1806" y="858"/>
                </a:lnTo>
                <a:lnTo>
                  <a:pt x="1812" y="846"/>
                </a:lnTo>
                <a:lnTo>
                  <a:pt x="1818" y="852"/>
                </a:lnTo>
                <a:lnTo>
                  <a:pt x="1824" y="864"/>
                </a:lnTo>
                <a:lnTo>
                  <a:pt x="1830" y="882"/>
                </a:lnTo>
                <a:lnTo>
                  <a:pt x="1836" y="906"/>
                </a:lnTo>
                <a:lnTo>
                  <a:pt x="1842" y="936"/>
                </a:lnTo>
                <a:lnTo>
                  <a:pt x="1854" y="966"/>
                </a:lnTo>
                <a:lnTo>
                  <a:pt x="1860" y="1002"/>
                </a:lnTo>
                <a:lnTo>
                  <a:pt x="1866" y="1032"/>
                </a:lnTo>
                <a:lnTo>
                  <a:pt x="1872" y="1056"/>
                </a:lnTo>
                <a:lnTo>
                  <a:pt x="1878" y="1080"/>
                </a:lnTo>
                <a:lnTo>
                  <a:pt x="1884" y="1098"/>
                </a:lnTo>
                <a:lnTo>
                  <a:pt x="1890" y="1110"/>
                </a:lnTo>
                <a:lnTo>
                  <a:pt x="1896" y="1116"/>
                </a:lnTo>
                <a:lnTo>
                  <a:pt x="1902" y="1116"/>
                </a:lnTo>
                <a:lnTo>
                  <a:pt x="1908" y="1110"/>
                </a:lnTo>
                <a:lnTo>
                  <a:pt x="1914" y="1098"/>
                </a:lnTo>
                <a:lnTo>
                  <a:pt x="1920" y="1086"/>
                </a:lnTo>
                <a:lnTo>
                  <a:pt x="1932" y="1074"/>
                </a:lnTo>
                <a:lnTo>
                  <a:pt x="1938" y="1056"/>
                </a:lnTo>
                <a:lnTo>
                  <a:pt x="1944" y="1038"/>
                </a:lnTo>
                <a:lnTo>
                  <a:pt x="1950" y="1026"/>
                </a:lnTo>
                <a:lnTo>
                  <a:pt x="1956" y="1008"/>
                </a:lnTo>
                <a:lnTo>
                  <a:pt x="1962" y="996"/>
                </a:lnTo>
                <a:lnTo>
                  <a:pt x="1968" y="990"/>
                </a:lnTo>
                <a:lnTo>
                  <a:pt x="1974" y="984"/>
                </a:lnTo>
                <a:lnTo>
                  <a:pt x="1980" y="978"/>
                </a:lnTo>
                <a:lnTo>
                  <a:pt x="1986" y="978"/>
                </a:lnTo>
                <a:lnTo>
                  <a:pt x="1992" y="978"/>
                </a:lnTo>
                <a:lnTo>
                  <a:pt x="1998" y="984"/>
                </a:lnTo>
                <a:lnTo>
                  <a:pt x="2004" y="990"/>
                </a:lnTo>
                <a:lnTo>
                  <a:pt x="2016" y="996"/>
                </a:lnTo>
                <a:lnTo>
                  <a:pt x="2022" y="1008"/>
                </a:lnTo>
                <a:lnTo>
                  <a:pt x="2028" y="1014"/>
                </a:lnTo>
                <a:lnTo>
                  <a:pt x="2034" y="1020"/>
                </a:lnTo>
                <a:lnTo>
                  <a:pt x="2040" y="1026"/>
                </a:lnTo>
                <a:lnTo>
                  <a:pt x="2046" y="1032"/>
                </a:lnTo>
                <a:lnTo>
                  <a:pt x="2052" y="1038"/>
                </a:lnTo>
                <a:lnTo>
                  <a:pt x="2058" y="1038"/>
                </a:lnTo>
                <a:lnTo>
                  <a:pt x="2064" y="1044"/>
                </a:lnTo>
                <a:lnTo>
                  <a:pt x="2070" y="1044"/>
                </a:lnTo>
                <a:lnTo>
                  <a:pt x="2076" y="1044"/>
                </a:lnTo>
                <a:lnTo>
                  <a:pt x="2082" y="1038"/>
                </a:lnTo>
                <a:lnTo>
                  <a:pt x="2094" y="1038"/>
                </a:lnTo>
                <a:lnTo>
                  <a:pt x="2100" y="1032"/>
                </a:lnTo>
                <a:lnTo>
                  <a:pt x="2106" y="1032"/>
                </a:lnTo>
                <a:lnTo>
                  <a:pt x="2112" y="1026"/>
                </a:lnTo>
                <a:lnTo>
                  <a:pt x="2118" y="1026"/>
                </a:lnTo>
                <a:lnTo>
                  <a:pt x="2124" y="1020"/>
                </a:lnTo>
                <a:lnTo>
                  <a:pt x="2130" y="1020"/>
                </a:lnTo>
                <a:lnTo>
                  <a:pt x="2136" y="1020"/>
                </a:lnTo>
                <a:lnTo>
                  <a:pt x="2142" y="1014"/>
                </a:lnTo>
                <a:lnTo>
                  <a:pt x="2148" y="1014"/>
                </a:lnTo>
                <a:lnTo>
                  <a:pt x="2154" y="1014"/>
                </a:lnTo>
                <a:lnTo>
                  <a:pt x="2160" y="1014"/>
                </a:lnTo>
                <a:lnTo>
                  <a:pt x="2172" y="1014"/>
                </a:lnTo>
                <a:lnTo>
                  <a:pt x="2178" y="1014"/>
                </a:lnTo>
                <a:lnTo>
                  <a:pt x="2184" y="1020"/>
                </a:lnTo>
                <a:lnTo>
                  <a:pt x="2190" y="1020"/>
                </a:lnTo>
                <a:lnTo>
                  <a:pt x="2196" y="1020"/>
                </a:lnTo>
                <a:lnTo>
                  <a:pt x="2202" y="1020"/>
                </a:lnTo>
                <a:lnTo>
                  <a:pt x="2208" y="1020"/>
                </a:lnTo>
                <a:lnTo>
                  <a:pt x="2214" y="1026"/>
                </a:lnTo>
                <a:lnTo>
                  <a:pt x="2220" y="1026"/>
                </a:lnTo>
                <a:lnTo>
                  <a:pt x="2226" y="1026"/>
                </a:lnTo>
                <a:lnTo>
                  <a:pt x="2232" y="1026"/>
                </a:lnTo>
                <a:lnTo>
                  <a:pt x="2238" y="1026"/>
                </a:lnTo>
                <a:lnTo>
                  <a:pt x="2250" y="1026"/>
                </a:lnTo>
                <a:lnTo>
                  <a:pt x="2256" y="1026"/>
                </a:lnTo>
                <a:lnTo>
                  <a:pt x="2262" y="1026"/>
                </a:lnTo>
                <a:lnTo>
                  <a:pt x="2268" y="1026"/>
                </a:lnTo>
                <a:lnTo>
                  <a:pt x="2274" y="1026"/>
                </a:lnTo>
                <a:lnTo>
                  <a:pt x="2280" y="1026"/>
                </a:lnTo>
                <a:lnTo>
                  <a:pt x="2286" y="1026"/>
                </a:lnTo>
                <a:lnTo>
                  <a:pt x="2292" y="1026"/>
                </a:lnTo>
                <a:lnTo>
                  <a:pt x="2298" y="1020"/>
                </a:lnTo>
                <a:lnTo>
                  <a:pt x="2304" y="1020"/>
                </a:lnTo>
                <a:lnTo>
                  <a:pt x="2310" y="1020"/>
                </a:lnTo>
                <a:lnTo>
                  <a:pt x="2316" y="1020"/>
                </a:lnTo>
                <a:lnTo>
                  <a:pt x="2328" y="1020"/>
                </a:lnTo>
                <a:lnTo>
                  <a:pt x="2334" y="1020"/>
                </a:lnTo>
                <a:lnTo>
                  <a:pt x="2340" y="1020"/>
                </a:lnTo>
                <a:lnTo>
                  <a:pt x="2346" y="1020"/>
                </a:lnTo>
                <a:lnTo>
                  <a:pt x="2352" y="1020"/>
                </a:lnTo>
                <a:lnTo>
                  <a:pt x="2358" y="1020"/>
                </a:lnTo>
                <a:lnTo>
                  <a:pt x="2364" y="1020"/>
                </a:lnTo>
                <a:lnTo>
                  <a:pt x="2370" y="1020"/>
                </a:lnTo>
                <a:lnTo>
                  <a:pt x="2376" y="1020"/>
                </a:lnTo>
                <a:lnTo>
                  <a:pt x="2382" y="1026"/>
                </a:lnTo>
                <a:lnTo>
                  <a:pt x="2388" y="1026"/>
                </a:lnTo>
                <a:lnTo>
                  <a:pt x="2394" y="1026"/>
                </a:lnTo>
                <a:lnTo>
                  <a:pt x="2406" y="1026"/>
                </a:lnTo>
                <a:lnTo>
                  <a:pt x="2412" y="1026"/>
                </a:lnTo>
                <a:lnTo>
                  <a:pt x="2418" y="1026"/>
                </a:lnTo>
                <a:lnTo>
                  <a:pt x="2424" y="1026"/>
                </a:lnTo>
                <a:lnTo>
                  <a:pt x="2430" y="1026"/>
                </a:lnTo>
                <a:lnTo>
                  <a:pt x="2436" y="1026"/>
                </a:lnTo>
                <a:lnTo>
                  <a:pt x="2442" y="1026"/>
                </a:lnTo>
                <a:lnTo>
                  <a:pt x="2448" y="1026"/>
                </a:lnTo>
                <a:lnTo>
                  <a:pt x="2454" y="1026"/>
                </a:lnTo>
                <a:lnTo>
                  <a:pt x="2460" y="1026"/>
                </a:lnTo>
                <a:lnTo>
                  <a:pt x="2466" y="1026"/>
                </a:lnTo>
                <a:lnTo>
                  <a:pt x="2472" y="1020"/>
                </a:lnTo>
                <a:lnTo>
                  <a:pt x="2484" y="1020"/>
                </a:lnTo>
                <a:lnTo>
                  <a:pt x="2490" y="1020"/>
                </a:lnTo>
                <a:lnTo>
                  <a:pt x="2496" y="1020"/>
                </a:lnTo>
                <a:lnTo>
                  <a:pt x="2502" y="1020"/>
                </a:lnTo>
                <a:lnTo>
                  <a:pt x="2508" y="1020"/>
                </a:lnTo>
                <a:lnTo>
                  <a:pt x="2514" y="1020"/>
                </a:lnTo>
                <a:lnTo>
                  <a:pt x="2520" y="1020"/>
                </a:lnTo>
                <a:lnTo>
                  <a:pt x="2526" y="1020"/>
                </a:lnTo>
                <a:lnTo>
                  <a:pt x="2532" y="1020"/>
                </a:lnTo>
                <a:lnTo>
                  <a:pt x="2538" y="1020"/>
                </a:lnTo>
                <a:lnTo>
                  <a:pt x="2544" y="1020"/>
                </a:lnTo>
                <a:lnTo>
                  <a:pt x="2550" y="1020"/>
                </a:lnTo>
                <a:lnTo>
                  <a:pt x="2562" y="1026"/>
                </a:lnTo>
                <a:lnTo>
                  <a:pt x="2568" y="1026"/>
                </a:lnTo>
                <a:lnTo>
                  <a:pt x="2574" y="1026"/>
                </a:lnTo>
                <a:lnTo>
                  <a:pt x="2580" y="1026"/>
                </a:lnTo>
                <a:lnTo>
                  <a:pt x="2586" y="1026"/>
                </a:lnTo>
                <a:lnTo>
                  <a:pt x="2592" y="1026"/>
                </a:lnTo>
                <a:lnTo>
                  <a:pt x="2598" y="1026"/>
                </a:lnTo>
              </a:path>
            </a:pathLst>
          </a:custGeom>
          <a:noFill/>
          <a:ln w="38100">
            <a:solidFill>
              <a:srgbClr val="0099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43" name="Freeform 19"/>
          <p:cNvSpPr/>
          <p:nvPr/>
        </p:nvSpPr>
        <p:spPr bwMode="auto">
          <a:xfrm>
            <a:off x="8467726" y="5160963"/>
            <a:ext cx="1152525" cy="825500"/>
          </a:xfrm>
          <a:custGeom>
            <a:avLst/>
            <a:gdLst>
              <a:gd name="T0" fmla="*/ 2147483647 w 2598"/>
              <a:gd name="T1" fmla="*/ 2147483647 h 1998"/>
              <a:gd name="T2" fmla="*/ 2147483647 w 2598"/>
              <a:gd name="T3" fmla="*/ 2147483647 h 1998"/>
              <a:gd name="T4" fmla="*/ 2147483647 w 2598"/>
              <a:gd name="T5" fmla="*/ 2147483647 h 1998"/>
              <a:gd name="T6" fmla="*/ 2147483647 w 2598"/>
              <a:gd name="T7" fmla="*/ 2147483647 h 1998"/>
              <a:gd name="T8" fmla="*/ 2147483647 w 2598"/>
              <a:gd name="T9" fmla="*/ 2147483647 h 1998"/>
              <a:gd name="T10" fmla="*/ 2147483647 w 2598"/>
              <a:gd name="T11" fmla="*/ 2147483647 h 1998"/>
              <a:gd name="T12" fmla="*/ 2147483647 w 2598"/>
              <a:gd name="T13" fmla="*/ 2147483647 h 1998"/>
              <a:gd name="T14" fmla="*/ 2147483647 w 2598"/>
              <a:gd name="T15" fmla="*/ 2147483647 h 1998"/>
              <a:gd name="T16" fmla="*/ 2147483647 w 2598"/>
              <a:gd name="T17" fmla="*/ 2147483647 h 1998"/>
              <a:gd name="T18" fmla="*/ 2147483647 w 2598"/>
              <a:gd name="T19" fmla="*/ 2147483647 h 1998"/>
              <a:gd name="T20" fmla="*/ 2147483647 w 2598"/>
              <a:gd name="T21" fmla="*/ 2147483647 h 1998"/>
              <a:gd name="T22" fmla="*/ 2147483647 w 2598"/>
              <a:gd name="T23" fmla="*/ 2147483647 h 1998"/>
              <a:gd name="T24" fmla="*/ 2147483647 w 2598"/>
              <a:gd name="T25" fmla="*/ 2147483647 h 1998"/>
              <a:gd name="T26" fmla="*/ 2147483647 w 2598"/>
              <a:gd name="T27" fmla="*/ 2147483647 h 1998"/>
              <a:gd name="T28" fmla="*/ 2147483647 w 2598"/>
              <a:gd name="T29" fmla="*/ 2147483647 h 1998"/>
              <a:gd name="T30" fmla="*/ 2147483647 w 2598"/>
              <a:gd name="T31" fmla="*/ 2147483647 h 1998"/>
              <a:gd name="T32" fmla="*/ 2147483647 w 2598"/>
              <a:gd name="T33" fmla="*/ 2147483647 h 1998"/>
              <a:gd name="T34" fmla="*/ 2147483647 w 2598"/>
              <a:gd name="T35" fmla="*/ 2147483647 h 1998"/>
              <a:gd name="T36" fmla="*/ 2147483647 w 2598"/>
              <a:gd name="T37" fmla="*/ 2147483647 h 1998"/>
              <a:gd name="T38" fmla="*/ 2147483647 w 2598"/>
              <a:gd name="T39" fmla="*/ 2147483647 h 1998"/>
              <a:gd name="T40" fmla="*/ 2147483647 w 2598"/>
              <a:gd name="T41" fmla="*/ 2147483647 h 1998"/>
              <a:gd name="T42" fmla="*/ 2147483647 w 2598"/>
              <a:gd name="T43" fmla="*/ 2147483647 h 1998"/>
              <a:gd name="T44" fmla="*/ 2147483647 w 2598"/>
              <a:gd name="T45" fmla="*/ 2147483647 h 1998"/>
              <a:gd name="T46" fmla="*/ 2147483647 w 2598"/>
              <a:gd name="T47" fmla="*/ 2147483647 h 1998"/>
              <a:gd name="T48" fmla="*/ 2147483647 w 2598"/>
              <a:gd name="T49" fmla="*/ 2147483647 h 1998"/>
              <a:gd name="T50" fmla="*/ 2147483647 w 2598"/>
              <a:gd name="T51" fmla="*/ 2147483647 h 1998"/>
              <a:gd name="T52" fmla="*/ 2147483647 w 2598"/>
              <a:gd name="T53" fmla="*/ 2147483647 h 1998"/>
              <a:gd name="T54" fmla="*/ 2147483647 w 2598"/>
              <a:gd name="T55" fmla="*/ 2147483647 h 1998"/>
              <a:gd name="T56" fmla="*/ 2147483647 w 2598"/>
              <a:gd name="T57" fmla="*/ 2147483647 h 1998"/>
              <a:gd name="T58" fmla="*/ 2147483647 w 2598"/>
              <a:gd name="T59" fmla="*/ 2147483647 h 1998"/>
              <a:gd name="T60" fmla="*/ 2147483647 w 2598"/>
              <a:gd name="T61" fmla="*/ 2147483647 h 1998"/>
              <a:gd name="T62" fmla="*/ 2147483647 w 2598"/>
              <a:gd name="T63" fmla="*/ 2147483647 h 1998"/>
              <a:gd name="T64" fmla="*/ 2147483647 w 2598"/>
              <a:gd name="T65" fmla="*/ 2147483647 h 1998"/>
              <a:gd name="T66" fmla="*/ 2147483647 w 2598"/>
              <a:gd name="T67" fmla="*/ 2147483647 h 1998"/>
              <a:gd name="T68" fmla="*/ 2147483647 w 2598"/>
              <a:gd name="T69" fmla="*/ 2147483647 h 1998"/>
              <a:gd name="T70" fmla="*/ 2147483647 w 2598"/>
              <a:gd name="T71" fmla="*/ 2147483647 h 1998"/>
              <a:gd name="T72" fmla="*/ 2147483647 w 2598"/>
              <a:gd name="T73" fmla="*/ 2147483647 h 1998"/>
              <a:gd name="T74" fmla="*/ 2147483647 w 2598"/>
              <a:gd name="T75" fmla="*/ 2147483647 h 1998"/>
              <a:gd name="T76" fmla="*/ 2147483647 w 2598"/>
              <a:gd name="T77" fmla="*/ 2147483647 h 1998"/>
              <a:gd name="T78" fmla="*/ 2147483647 w 2598"/>
              <a:gd name="T79" fmla="*/ 2147483647 h 1998"/>
              <a:gd name="T80" fmla="*/ 2147483647 w 2598"/>
              <a:gd name="T81" fmla="*/ 2147483647 h 1998"/>
              <a:gd name="T82" fmla="*/ 2147483647 w 2598"/>
              <a:gd name="T83" fmla="*/ 2147483647 h 1998"/>
              <a:gd name="T84" fmla="*/ 2147483647 w 2598"/>
              <a:gd name="T85" fmla="*/ 2147483647 h 1998"/>
              <a:gd name="T86" fmla="*/ 2147483647 w 2598"/>
              <a:gd name="T87" fmla="*/ 2147483647 h 1998"/>
              <a:gd name="T88" fmla="*/ 2147483647 w 2598"/>
              <a:gd name="T89" fmla="*/ 2147483647 h 1998"/>
              <a:gd name="T90" fmla="*/ 2147483647 w 2598"/>
              <a:gd name="T91" fmla="*/ 2147483647 h 1998"/>
              <a:gd name="T92" fmla="*/ 2147483647 w 2598"/>
              <a:gd name="T93" fmla="*/ 2147483647 h 1998"/>
              <a:gd name="T94" fmla="*/ 2147483647 w 2598"/>
              <a:gd name="T95" fmla="*/ 2147483647 h 1998"/>
              <a:gd name="T96" fmla="*/ 2147483647 w 2598"/>
              <a:gd name="T97" fmla="*/ 2147483647 h 1998"/>
              <a:gd name="T98" fmla="*/ 2147483647 w 2598"/>
              <a:gd name="T99" fmla="*/ 2147483647 h 1998"/>
              <a:gd name="T100" fmla="*/ 2147483647 w 2598"/>
              <a:gd name="T101" fmla="*/ 2147483647 h 1998"/>
              <a:gd name="T102" fmla="*/ 2147483647 w 2598"/>
              <a:gd name="T103" fmla="*/ 2147483647 h 1998"/>
              <a:gd name="T104" fmla="*/ 2147483647 w 2598"/>
              <a:gd name="T105" fmla="*/ 2147483647 h 1998"/>
              <a:gd name="T106" fmla="*/ 2147483647 w 2598"/>
              <a:gd name="T107" fmla="*/ 2147483647 h 1998"/>
              <a:gd name="T108" fmla="*/ 2147483647 w 2598"/>
              <a:gd name="T109" fmla="*/ 2147483647 h 1998"/>
              <a:gd name="T110" fmla="*/ 2147483647 w 2598"/>
              <a:gd name="T111" fmla="*/ 2147483647 h 1998"/>
              <a:gd name="T112" fmla="*/ 2147483647 w 2598"/>
              <a:gd name="T113" fmla="*/ 2147483647 h 199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598"/>
              <a:gd name="T172" fmla="*/ 0 h 1998"/>
              <a:gd name="T173" fmla="*/ 2598 w 2598"/>
              <a:gd name="T174" fmla="*/ 1998 h 199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598" h="1998">
                <a:moveTo>
                  <a:pt x="0" y="1026"/>
                </a:moveTo>
                <a:lnTo>
                  <a:pt x="6" y="1026"/>
                </a:lnTo>
                <a:lnTo>
                  <a:pt x="12" y="1026"/>
                </a:lnTo>
                <a:lnTo>
                  <a:pt x="18" y="1026"/>
                </a:lnTo>
                <a:lnTo>
                  <a:pt x="24" y="1026"/>
                </a:lnTo>
                <a:lnTo>
                  <a:pt x="30" y="1026"/>
                </a:lnTo>
                <a:lnTo>
                  <a:pt x="36" y="1026"/>
                </a:lnTo>
                <a:lnTo>
                  <a:pt x="48" y="1020"/>
                </a:lnTo>
                <a:lnTo>
                  <a:pt x="54" y="1020"/>
                </a:lnTo>
                <a:lnTo>
                  <a:pt x="60" y="1020"/>
                </a:lnTo>
                <a:lnTo>
                  <a:pt x="66" y="1020"/>
                </a:lnTo>
                <a:lnTo>
                  <a:pt x="72" y="1020"/>
                </a:lnTo>
                <a:lnTo>
                  <a:pt x="78" y="1020"/>
                </a:lnTo>
                <a:lnTo>
                  <a:pt x="84" y="1020"/>
                </a:lnTo>
                <a:lnTo>
                  <a:pt x="90" y="1020"/>
                </a:lnTo>
                <a:lnTo>
                  <a:pt x="96" y="1020"/>
                </a:lnTo>
                <a:lnTo>
                  <a:pt x="102" y="1020"/>
                </a:lnTo>
                <a:lnTo>
                  <a:pt x="108" y="1020"/>
                </a:lnTo>
                <a:lnTo>
                  <a:pt x="114" y="1020"/>
                </a:lnTo>
                <a:lnTo>
                  <a:pt x="126" y="1020"/>
                </a:lnTo>
                <a:lnTo>
                  <a:pt x="132" y="1026"/>
                </a:lnTo>
                <a:lnTo>
                  <a:pt x="138" y="1026"/>
                </a:lnTo>
                <a:lnTo>
                  <a:pt x="144" y="1026"/>
                </a:lnTo>
                <a:lnTo>
                  <a:pt x="150" y="1026"/>
                </a:lnTo>
                <a:lnTo>
                  <a:pt x="156" y="1026"/>
                </a:lnTo>
                <a:lnTo>
                  <a:pt x="162" y="1026"/>
                </a:lnTo>
                <a:lnTo>
                  <a:pt x="168" y="1026"/>
                </a:lnTo>
                <a:lnTo>
                  <a:pt x="174" y="1026"/>
                </a:lnTo>
                <a:lnTo>
                  <a:pt x="180" y="1026"/>
                </a:lnTo>
                <a:lnTo>
                  <a:pt x="186" y="1026"/>
                </a:lnTo>
                <a:lnTo>
                  <a:pt x="192" y="1026"/>
                </a:lnTo>
                <a:lnTo>
                  <a:pt x="204" y="1026"/>
                </a:lnTo>
                <a:lnTo>
                  <a:pt x="210" y="1026"/>
                </a:lnTo>
                <a:lnTo>
                  <a:pt x="216" y="1026"/>
                </a:lnTo>
                <a:lnTo>
                  <a:pt x="222" y="1020"/>
                </a:lnTo>
                <a:lnTo>
                  <a:pt x="228" y="1020"/>
                </a:lnTo>
                <a:lnTo>
                  <a:pt x="234" y="1020"/>
                </a:lnTo>
                <a:lnTo>
                  <a:pt x="240" y="1020"/>
                </a:lnTo>
                <a:lnTo>
                  <a:pt x="246" y="1020"/>
                </a:lnTo>
                <a:lnTo>
                  <a:pt x="252" y="1020"/>
                </a:lnTo>
                <a:lnTo>
                  <a:pt x="258" y="1020"/>
                </a:lnTo>
                <a:lnTo>
                  <a:pt x="264" y="1020"/>
                </a:lnTo>
                <a:lnTo>
                  <a:pt x="270" y="1020"/>
                </a:lnTo>
                <a:lnTo>
                  <a:pt x="282" y="1020"/>
                </a:lnTo>
                <a:lnTo>
                  <a:pt x="288" y="1020"/>
                </a:lnTo>
                <a:lnTo>
                  <a:pt x="294" y="1020"/>
                </a:lnTo>
                <a:lnTo>
                  <a:pt x="300" y="1020"/>
                </a:lnTo>
                <a:lnTo>
                  <a:pt x="306" y="1026"/>
                </a:lnTo>
                <a:lnTo>
                  <a:pt x="312" y="1026"/>
                </a:lnTo>
                <a:lnTo>
                  <a:pt x="318" y="1026"/>
                </a:lnTo>
                <a:lnTo>
                  <a:pt x="324" y="1026"/>
                </a:lnTo>
                <a:lnTo>
                  <a:pt x="330" y="1026"/>
                </a:lnTo>
                <a:lnTo>
                  <a:pt x="336" y="1026"/>
                </a:lnTo>
                <a:lnTo>
                  <a:pt x="342" y="1026"/>
                </a:lnTo>
                <a:lnTo>
                  <a:pt x="348" y="1026"/>
                </a:lnTo>
                <a:lnTo>
                  <a:pt x="360" y="1026"/>
                </a:lnTo>
                <a:lnTo>
                  <a:pt x="366" y="1026"/>
                </a:lnTo>
                <a:lnTo>
                  <a:pt x="372" y="1026"/>
                </a:lnTo>
                <a:lnTo>
                  <a:pt x="378" y="1026"/>
                </a:lnTo>
                <a:lnTo>
                  <a:pt x="384" y="1026"/>
                </a:lnTo>
                <a:lnTo>
                  <a:pt x="390" y="1020"/>
                </a:lnTo>
                <a:lnTo>
                  <a:pt x="396" y="1020"/>
                </a:lnTo>
                <a:lnTo>
                  <a:pt x="402" y="1020"/>
                </a:lnTo>
                <a:lnTo>
                  <a:pt x="408" y="1020"/>
                </a:lnTo>
                <a:lnTo>
                  <a:pt x="414" y="1020"/>
                </a:lnTo>
                <a:lnTo>
                  <a:pt x="420" y="1014"/>
                </a:lnTo>
                <a:lnTo>
                  <a:pt x="426" y="1014"/>
                </a:lnTo>
                <a:lnTo>
                  <a:pt x="438" y="1014"/>
                </a:lnTo>
                <a:lnTo>
                  <a:pt x="444" y="1014"/>
                </a:lnTo>
                <a:lnTo>
                  <a:pt x="450" y="1014"/>
                </a:lnTo>
                <a:lnTo>
                  <a:pt x="456" y="1014"/>
                </a:lnTo>
                <a:lnTo>
                  <a:pt x="462" y="1020"/>
                </a:lnTo>
                <a:lnTo>
                  <a:pt x="468" y="1020"/>
                </a:lnTo>
                <a:lnTo>
                  <a:pt x="474" y="1020"/>
                </a:lnTo>
                <a:lnTo>
                  <a:pt x="480" y="1026"/>
                </a:lnTo>
                <a:lnTo>
                  <a:pt x="486" y="1026"/>
                </a:lnTo>
                <a:lnTo>
                  <a:pt x="492" y="1032"/>
                </a:lnTo>
                <a:lnTo>
                  <a:pt x="498" y="1032"/>
                </a:lnTo>
                <a:lnTo>
                  <a:pt x="504" y="1038"/>
                </a:lnTo>
                <a:lnTo>
                  <a:pt x="516" y="1038"/>
                </a:lnTo>
                <a:lnTo>
                  <a:pt x="522" y="1044"/>
                </a:lnTo>
                <a:lnTo>
                  <a:pt x="528" y="1044"/>
                </a:lnTo>
                <a:lnTo>
                  <a:pt x="534" y="1044"/>
                </a:lnTo>
                <a:lnTo>
                  <a:pt x="540" y="1038"/>
                </a:lnTo>
                <a:lnTo>
                  <a:pt x="546" y="1038"/>
                </a:lnTo>
                <a:lnTo>
                  <a:pt x="552" y="1032"/>
                </a:lnTo>
                <a:lnTo>
                  <a:pt x="558" y="1026"/>
                </a:lnTo>
                <a:lnTo>
                  <a:pt x="564" y="1020"/>
                </a:lnTo>
                <a:lnTo>
                  <a:pt x="570" y="1014"/>
                </a:lnTo>
                <a:lnTo>
                  <a:pt x="576" y="1008"/>
                </a:lnTo>
                <a:lnTo>
                  <a:pt x="582" y="996"/>
                </a:lnTo>
                <a:lnTo>
                  <a:pt x="594" y="990"/>
                </a:lnTo>
                <a:lnTo>
                  <a:pt x="600" y="984"/>
                </a:lnTo>
                <a:lnTo>
                  <a:pt x="606" y="978"/>
                </a:lnTo>
                <a:lnTo>
                  <a:pt x="612" y="978"/>
                </a:lnTo>
                <a:lnTo>
                  <a:pt x="618" y="978"/>
                </a:lnTo>
                <a:lnTo>
                  <a:pt x="624" y="984"/>
                </a:lnTo>
                <a:lnTo>
                  <a:pt x="630" y="990"/>
                </a:lnTo>
                <a:lnTo>
                  <a:pt x="636" y="996"/>
                </a:lnTo>
                <a:lnTo>
                  <a:pt x="642" y="1008"/>
                </a:lnTo>
                <a:lnTo>
                  <a:pt x="648" y="1026"/>
                </a:lnTo>
                <a:lnTo>
                  <a:pt x="654" y="1038"/>
                </a:lnTo>
                <a:lnTo>
                  <a:pt x="660" y="1056"/>
                </a:lnTo>
                <a:lnTo>
                  <a:pt x="666" y="1074"/>
                </a:lnTo>
                <a:lnTo>
                  <a:pt x="678" y="1086"/>
                </a:lnTo>
                <a:lnTo>
                  <a:pt x="684" y="1098"/>
                </a:lnTo>
                <a:lnTo>
                  <a:pt x="690" y="1110"/>
                </a:lnTo>
                <a:lnTo>
                  <a:pt x="696" y="1116"/>
                </a:lnTo>
                <a:lnTo>
                  <a:pt x="702" y="1116"/>
                </a:lnTo>
                <a:lnTo>
                  <a:pt x="708" y="1110"/>
                </a:lnTo>
                <a:lnTo>
                  <a:pt x="714" y="1098"/>
                </a:lnTo>
                <a:lnTo>
                  <a:pt x="720" y="1080"/>
                </a:lnTo>
                <a:lnTo>
                  <a:pt x="726" y="1056"/>
                </a:lnTo>
                <a:lnTo>
                  <a:pt x="732" y="1032"/>
                </a:lnTo>
                <a:lnTo>
                  <a:pt x="738" y="1002"/>
                </a:lnTo>
                <a:lnTo>
                  <a:pt x="744" y="966"/>
                </a:lnTo>
                <a:lnTo>
                  <a:pt x="756" y="936"/>
                </a:lnTo>
                <a:lnTo>
                  <a:pt x="762" y="906"/>
                </a:lnTo>
                <a:lnTo>
                  <a:pt x="768" y="882"/>
                </a:lnTo>
                <a:lnTo>
                  <a:pt x="774" y="864"/>
                </a:lnTo>
                <a:lnTo>
                  <a:pt x="780" y="852"/>
                </a:lnTo>
                <a:lnTo>
                  <a:pt x="786" y="846"/>
                </a:lnTo>
                <a:lnTo>
                  <a:pt x="792" y="858"/>
                </a:lnTo>
                <a:lnTo>
                  <a:pt x="798" y="876"/>
                </a:lnTo>
                <a:lnTo>
                  <a:pt x="804" y="906"/>
                </a:lnTo>
                <a:lnTo>
                  <a:pt x="810" y="942"/>
                </a:lnTo>
                <a:lnTo>
                  <a:pt x="816" y="990"/>
                </a:lnTo>
                <a:lnTo>
                  <a:pt x="822" y="1044"/>
                </a:lnTo>
                <a:lnTo>
                  <a:pt x="834" y="1098"/>
                </a:lnTo>
                <a:lnTo>
                  <a:pt x="840" y="1158"/>
                </a:lnTo>
                <a:lnTo>
                  <a:pt x="846" y="1212"/>
                </a:lnTo>
                <a:lnTo>
                  <a:pt x="852" y="1260"/>
                </a:lnTo>
                <a:lnTo>
                  <a:pt x="858" y="1296"/>
                </a:lnTo>
                <a:lnTo>
                  <a:pt x="864" y="1314"/>
                </a:lnTo>
                <a:lnTo>
                  <a:pt x="870" y="1326"/>
                </a:lnTo>
                <a:lnTo>
                  <a:pt x="876" y="1314"/>
                </a:lnTo>
                <a:lnTo>
                  <a:pt x="882" y="1284"/>
                </a:lnTo>
                <a:lnTo>
                  <a:pt x="888" y="1242"/>
                </a:lnTo>
                <a:lnTo>
                  <a:pt x="894" y="1182"/>
                </a:lnTo>
                <a:lnTo>
                  <a:pt x="900" y="1104"/>
                </a:lnTo>
                <a:lnTo>
                  <a:pt x="912" y="1020"/>
                </a:lnTo>
                <a:lnTo>
                  <a:pt x="918" y="930"/>
                </a:lnTo>
                <a:lnTo>
                  <a:pt x="924" y="840"/>
                </a:lnTo>
                <a:lnTo>
                  <a:pt x="930" y="750"/>
                </a:lnTo>
                <a:lnTo>
                  <a:pt x="936" y="672"/>
                </a:lnTo>
                <a:lnTo>
                  <a:pt x="942" y="612"/>
                </a:lnTo>
                <a:lnTo>
                  <a:pt x="948" y="570"/>
                </a:lnTo>
                <a:lnTo>
                  <a:pt x="954" y="558"/>
                </a:lnTo>
                <a:lnTo>
                  <a:pt x="960" y="564"/>
                </a:lnTo>
                <a:lnTo>
                  <a:pt x="966" y="600"/>
                </a:lnTo>
                <a:lnTo>
                  <a:pt x="972" y="666"/>
                </a:lnTo>
                <a:lnTo>
                  <a:pt x="978" y="750"/>
                </a:lnTo>
                <a:lnTo>
                  <a:pt x="990" y="858"/>
                </a:lnTo>
                <a:lnTo>
                  <a:pt x="996" y="984"/>
                </a:lnTo>
                <a:lnTo>
                  <a:pt x="1002" y="1116"/>
                </a:lnTo>
                <a:lnTo>
                  <a:pt x="1008" y="1248"/>
                </a:lnTo>
                <a:lnTo>
                  <a:pt x="1014" y="1380"/>
                </a:lnTo>
                <a:lnTo>
                  <a:pt x="1020" y="1494"/>
                </a:lnTo>
                <a:lnTo>
                  <a:pt x="1026" y="1584"/>
                </a:lnTo>
                <a:lnTo>
                  <a:pt x="1032" y="1650"/>
                </a:lnTo>
                <a:lnTo>
                  <a:pt x="1038" y="1680"/>
                </a:lnTo>
                <a:lnTo>
                  <a:pt x="1044" y="1674"/>
                </a:lnTo>
                <a:lnTo>
                  <a:pt x="1050" y="1632"/>
                </a:lnTo>
                <a:lnTo>
                  <a:pt x="1056" y="1554"/>
                </a:lnTo>
                <a:lnTo>
                  <a:pt x="1068" y="1440"/>
                </a:lnTo>
                <a:lnTo>
                  <a:pt x="1074" y="1296"/>
                </a:lnTo>
                <a:lnTo>
                  <a:pt x="1080" y="1134"/>
                </a:lnTo>
                <a:lnTo>
                  <a:pt x="1086" y="960"/>
                </a:lnTo>
                <a:lnTo>
                  <a:pt x="1092" y="780"/>
                </a:lnTo>
                <a:lnTo>
                  <a:pt x="1098" y="612"/>
                </a:lnTo>
                <a:lnTo>
                  <a:pt x="1104" y="456"/>
                </a:lnTo>
                <a:lnTo>
                  <a:pt x="1110" y="330"/>
                </a:lnTo>
                <a:lnTo>
                  <a:pt x="1116" y="240"/>
                </a:lnTo>
                <a:lnTo>
                  <a:pt x="1122" y="192"/>
                </a:lnTo>
                <a:lnTo>
                  <a:pt x="1128" y="186"/>
                </a:lnTo>
                <a:lnTo>
                  <a:pt x="1134" y="228"/>
                </a:lnTo>
                <a:lnTo>
                  <a:pt x="1146" y="318"/>
                </a:lnTo>
                <a:lnTo>
                  <a:pt x="1152" y="450"/>
                </a:lnTo>
                <a:lnTo>
                  <a:pt x="1158" y="618"/>
                </a:lnTo>
                <a:lnTo>
                  <a:pt x="1164" y="816"/>
                </a:lnTo>
                <a:lnTo>
                  <a:pt x="1170" y="1026"/>
                </a:lnTo>
                <a:lnTo>
                  <a:pt x="1176" y="1242"/>
                </a:lnTo>
                <a:lnTo>
                  <a:pt x="1182" y="1452"/>
                </a:lnTo>
                <a:lnTo>
                  <a:pt x="1188" y="1638"/>
                </a:lnTo>
                <a:lnTo>
                  <a:pt x="1194" y="1794"/>
                </a:lnTo>
                <a:lnTo>
                  <a:pt x="1200" y="1914"/>
                </a:lnTo>
                <a:lnTo>
                  <a:pt x="1206" y="1980"/>
                </a:lnTo>
                <a:lnTo>
                  <a:pt x="1212" y="1998"/>
                </a:lnTo>
                <a:lnTo>
                  <a:pt x="1224" y="1956"/>
                </a:lnTo>
                <a:lnTo>
                  <a:pt x="1230" y="1866"/>
                </a:lnTo>
                <a:lnTo>
                  <a:pt x="1236" y="1728"/>
                </a:lnTo>
                <a:lnTo>
                  <a:pt x="1242" y="1542"/>
                </a:lnTo>
                <a:lnTo>
                  <a:pt x="1248" y="1332"/>
                </a:lnTo>
                <a:lnTo>
                  <a:pt x="1254" y="1104"/>
                </a:lnTo>
                <a:lnTo>
                  <a:pt x="1260" y="864"/>
                </a:lnTo>
                <a:lnTo>
                  <a:pt x="1266" y="636"/>
                </a:lnTo>
                <a:lnTo>
                  <a:pt x="1272" y="426"/>
                </a:lnTo>
                <a:lnTo>
                  <a:pt x="1278" y="246"/>
                </a:lnTo>
                <a:lnTo>
                  <a:pt x="1284" y="114"/>
                </a:lnTo>
                <a:lnTo>
                  <a:pt x="1290" y="30"/>
                </a:lnTo>
                <a:lnTo>
                  <a:pt x="1302" y="0"/>
                </a:lnTo>
                <a:lnTo>
                  <a:pt x="1308" y="30"/>
                </a:lnTo>
                <a:lnTo>
                  <a:pt x="1314" y="114"/>
                </a:lnTo>
                <a:lnTo>
                  <a:pt x="1320" y="246"/>
                </a:lnTo>
                <a:lnTo>
                  <a:pt x="1326" y="426"/>
                </a:lnTo>
                <a:lnTo>
                  <a:pt x="1332" y="636"/>
                </a:lnTo>
                <a:lnTo>
                  <a:pt x="1338" y="864"/>
                </a:lnTo>
                <a:lnTo>
                  <a:pt x="1344" y="1104"/>
                </a:lnTo>
                <a:lnTo>
                  <a:pt x="1350" y="1332"/>
                </a:lnTo>
                <a:lnTo>
                  <a:pt x="1356" y="1542"/>
                </a:lnTo>
                <a:lnTo>
                  <a:pt x="1362" y="1728"/>
                </a:lnTo>
                <a:lnTo>
                  <a:pt x="1368" y="1866"/>
                </a:lnTo>
                <a:lnTo>
                  <a:pt x="1374" y="1956"/>
                </a:lnTo>
                <a:lnTo>
                  <a:pt x="1386" y="1998"/>
                </a:lnTo>
                <a:lnTo>
                  <a:pt x="1392" y="1980"/>
                </a:lnTo>
                <a:lnTo>
                  <a:pt x="1398" y="1914"/>
                </a:lnTo>
                <a:lnTo>
                  <a:pt x="1404" y="1794"/>
                </a:lnTo>
                <a:lnTo>
                  <a:pt x="1410" y="1638"/>
                </a:lnTo>
                <a:lnTo>
                  <a:pt x="1416" y="1452"/>
                </a:lnTo>
                <a:lnTo>
                  <a:pt x="1422" y="1242"/>
                </a:lnTo>
                <a:lnTo>
                  <a:pt x="1428" y="1026"/>
                </a:lnTo>
                <a:lnTo>
                  <a:pt x="1434" y="816"/>
                </a:lnTo>
                <a:lnTo>
                  <a:pt x="1440" y="618"/>
                </a:lnTo>
                <a:lnTo>
                  <a:pt x="1446" y="450"/>
                </a:lnTo>
                <a:lnTo>
                  <a:pt x="1452" y="318"/>
                </a:lnTo>
                <a:lnTo>
                  <a:pt x="1464" y="228"/>
                </a:lnTo>
                <a:lnTo>
                  <a:pt x="1470" y="186"/>
                </a:lnTo>
                <a:lnTo>
                  <a:pt x="1476" y="192"/>
                </a:lnTo>
                <a:lnTo>
                  <a:pt x="1482" y="240"/>
                </a:lnTo>
                <a:lnTo>
                  <a:pt x="1488" y="330"/>
                </a:lnTo>
                <a:lnTo>
                  <a:pt x="1494" y="456"/>
                </a:lnTo>
                <a:lnTo>
                  <a:pt x="1500" y="612"/>
                </a:lnTo>
                <a:lnTo>
                  <a:pt x="1506" y="780"/>
                </a:lnTo>
                <a:lnTo>
                  <a:pt x="1512" y="960"/>
                </a:lnTo>
                <a:lnTo>
                  <a:pt x="1518" y="1134"/>
                </a:lnTo>
                <a:lnTo>
                  <a:pt x="1524" y="1296"/>
                </a:lnTo>
                <a:lnTo>
                  <a:pt x="1530" y="1440"/>
                </a:lnTo>
                <a:lnTo>
                  <a:pt x="1542" y="1554"/>
                </a:lnTo>
                <a:lnTo>
                  <a:pt x="1548" y="1632"/>
                </a:lnTo>
                <a:lnTo>
                  <a:pt x="1554" y="1674"/>
                </a:lnTo>
                <a:lnTo>
                  <a:pt x="1560" y="1680"/>
                </a:lnTo>
                <a:lnTo>
                  <a:pt x="1566" y="1650"/>
                </a:lnTo>
                <a:lnTo>
                  <a:pt x="1572" y="1584"/>
                </a:lnTo>
                <a:lnTo>
                  <a:pt x="1578" y="1494"/>
                </a:lnTo>
                <a:lnTo>
                  <a:pt x="1584" y="1380"/>
                </a:lnTo>
                <a:lnTo>
                  <a:pt x="1590" y="1248"/>
                </a:lnTo>
                <a:lnTo>
                  <a:pt x="1596" y="1116"/>
                </a:lnTo>
                <a:lnTo>
                  <a:pt x="1602" y="984"/>
                </a:lnTo>
                <a:lnTo>
                  <a:pt x="1608" y="858"/>
                </a:lnTo>
                <a:lnTo>
                  <a:pt x="1620" y="750"/>
                </a:lnTo>
                <a:lnTo>
                  <a:pt x="1626" y="666"/>
                </a:lnTo>
                <a:lnTo>
                  <a:pt x="1632" y="600"/>
                </a:lnTo>
                <a:lnTo>
                  <a:pt x="1638" y="564"/>
                </a:lnTo>
                <a:lnTo>
                  <a:pt x="1644" y="558"/>
                </a:lnTo>
                <a:lnTo>
                  <a:pt x="1650" y="570"/>
                </a:lnTo>
                <a:lnTo>
                  <a:pt x="1656" y="612"/>
                </a:lnTo>
                <a:lnTo>
                  <a:pt x="1662" y="672"/>
                </a:lnTo>
                <a:lnTo>
                  <a:pt x="1668" y="750"/>
                </a:lnTo>
                <a:lnTo>
                  <a:pt x="1674" y="840"/>
                </a:lnTo>
                <a:lnTo>
                  <a:pt x="1680" y="930"/>
                </a:lnTo>
                <a:lnTo>
                  <a:pt x="1686" y="1020"/>
                </a:lnTo>
                <a:lnTo>
                  <a:pt x="1698" y="1104"/>
                </a:lnTo>
                <a:lnTo>
                  <a:pt x="1704" y="1182"/>
                </a:lnTo>
                <a:lnTo>
                  <a:pt x="1710" y="1242"/>
                </a:lnTo>
                <a:lnTo>
                  <a:pt x="1716" y="1284"/>
                </a:lnTo>
                <a:lnTo>
                  <a:pt x="1722" y="1314"/>
                </a:lnTo>
                <a:lnTo>
                  <a:pt x="1728" y="1326"/>
                </a:lnTo>
                <a:lnTo>
                  <a:pt x="1734" y="1314"/>
                </a:lnTo>
                <a:lnTo>
                  <a:pt x="1740" y="1296"/>
                </a:lnTo>
                <a:lnTo>
                  <a:pt x="1746" y="1260"/>
                </a:lnTo>
                <a:lnTo>
                  <a:pt x="1752" y="1212"/>
                </a:lnTo>
                <a:lnTo>
                  <a:pt x="1758" y="1158"/>
                </a:lnTo>
                <a:lnTo>
                  <a:pt x="1764" y="1098"/>
                </a:lnTo>
                <a:lnTo>
                  <a:pt x="1776" y="1044"/>
                </a:lnTo>
                <a:lnTo>
                  <a:pt x="1782" y="990"/>
                </a:lnTo>
                <a:lnTo>
                  <a:pt x="1788" y="942"/>
                </a:lnTo>
                <a:lnTo>
                  <a:pt x="1794" y="906"/>
                </a:lnTo>
                <a:lnTo>
                  <a:pt x="1800" y="876"/>
                </a:lnTo>
                <a:lnTo>
                  <a:pt x="1806" y="858"/>
                </a:lnTo>
                <a:lnTo>
                  <a:pt x="1812" y="846"/>
                </a:lnTo>
                <a:lnTo>
                  <a:pt x="1818" y="852"/>
                </a:lnTo>
                <a:lnTo>
                  <a:pt x="1824" y="864"/>
                </a:lnTo>
                <a:lnTo>
                  <a:pt x="1830" y="882"/>
                </a:lnTo>
                <a:lnTo>
                  <a:pt x="1836" y="906"/>
                </a:lnTo>
                <a:lnTo>
                  <a:pt x="1842" y="936"/>
                </a:lnTo>
                <a:lnTo>
                  <a:pt x="1854" y="966"/>
                </a:lnTo>
                <a:lnTo>
                  <a:pt x="1860" y="1002"/>
                </a:lnTo>
                <a:lnTo>
                  <a:pt x="1866" y="1032"/>
                </a:lnTo>
                <a:lnTo>
                  <a:pt x="1872" y="1056"/>
                </a:lnTo>
                <a:lnTo>
                  <a:pt x="1878" y="1080"/>
                </a:lnTo>
                <a:lnTo>
                  <a:pt x="1884" y="1098"/>
                </a:lnTo>
                <a:lnTo>
                  <a:pt x="1890" y="1110"/>
                </a:lnTo>
                <a:lnTo>
                  <a:pt x="1896" y="1116"/>
                </a:lnTo>
                <a:lnTo>
                  <a:pt x="1902" y="1116"/>
                </a:lnTo>
                <a:lnTo>
                  <a:pt x="1908" y="1110"/>
                </a:lnTo>
                <a:lnTo>
                  <a:pt x="1914" y="1098"/>
                </a:lnTo>
                <a:lnTo>
                  <a:pt x="1920" y="1086"/>
                </a:lnTo>
                <a:lnTo>
                  <a:pt x="1932" y="1074"/>
                </a:lnTo>
                <a:lnTo>
                  <a:pt x="1938" y="1056"/>
                </a:lnTo>
                <a:lnTo>
                  <a:pt x="1944" y="1038"/>
                </a:lnTo>
                <a:lnTo>
                  <a:pt x="1950" y="1026"/>
                </a:lnTo>
                <a:lnTo>
                  <a:pt x="1956" y="1008"/>
                </a:lnTo>
                <a:lnTo>
                  <a:pt x="1962" y="996"/>
                </a:lnTo>
                <a:lnTo>
                  <a:pt x="1968" y="990"/>
                </a:lnTo>
                <a:lnTo>
                  <a:pt x="1974" y="984"/>
                </a:lnTo>
                <a:lnTo>
                  <a:pt x="1980" y="978"/>
                </a:lnTo>
                <a:lnTo>
                  <a:pt x="1986" y="978"/>
                </a:lnTo>
                <a:lnTo>
                  <a:pt x="1992" y="978"/>
                </a:lnTo>
                <a:lnTo>
                  <a:pt x="1998" y="984"/>
                </a:lnTo>
                <a:lnTo>
                  <a:pt x="2004" y="990"/>
                </a:lnTo>
                <a:lnTo>
                  <a:pt x="2016" y="996"/>
                </a:lnTo>
                <a:lnTo>
                  <a:pt x="2022" y="1008"/>
                </a:lnTo>
                <a:lnTo>
                  <a:pt x="2028" y="1014"/>
                </a:lnTo>
                <a:lnTo>
                  <a:pt x="2034" y="1020"/>
                </a:lnTo>
                <a:lnTo>
                  <a:pt x="2040" y="1026"/>
                </a:lnTo>
                <a:lnTo>
                  <a:pt x="2046" y="1032"/>
                </a:lnTo>
                <a:lnTo>
                  <a:pt x="2052" y="1038"/>
                </a:lnTo>
                <a:lnTo>
                  <a:pt x="2058" y="1038"/>
                </a:lnTo>
                <a:lnTo>
                  <a:pt x="2064" y="1044"/>
                </a:lnTo>
                <a:lnTo>
                  <a:pt x="2070" y="1044"/>
                </a:lnTo>
                <a:lnTo>
                  <a:pt x="2076" y="1044"/>
                </a:lnTo>
                <a:lnTo>
                  <a:pt x="2082" y="1038"/>
                </a:lnTo>
                <a:lnTo>
                  <a:pt x="2094" y="1038"/>
                </a:lnTo>
                <a:lnTo>
                  <a:pt x="2100" y="1032"/>
                </a:lnTo>
                <a:lnTo>
                  <a:pt x="2106" y="1032"/>
                </a:lnTo>
                <a:lnTo>
                  <a:pt x="2112" y="1026"/>
                </a:lnTo>
                <a:lnTo>
                  <a:pt x="2118" y="1026"/>
                </a:lnTo>
                <a:lnTo>
                  <a:pt x="2124" y="1020"/>
                </a:lnTo>
                <a:lnTo>
                  <a:pt x="2130" y="1020"/>
                </a:lnTo>
                <a:lnTo>
                  <a:pt x="2136" y="1020"/>
                </a:lnTo>
                <a:lnTo>
                  <a:pt x="2142" y="1014"/>
                </a:lnTo>
                <a:lnTo>
                  <a:pt x="2148" y="1014"/>
                </a:lnTo>
                <a:lnTo>
                  <a:pt x="2154" y="1014"/>
                </a:lnTo>
                <a:lnTo>
                  <a:pt x="2160" y="1014"/>
                </a:lnTo>
                <a:lnTo>
                  <a:pt x="2172" y="1014"/>
                </a:lnTo>
                <a:lnTo>
                  <a:pt x="2178" y="1014"/>
                </a:lnTo>
                <a:lnTo>
                  <a:pt x="2184" y="1020"/>
                </a:lnTo>
                <a:lnTo>
                  <a:pt x="2190" y="1020"/>
                </a:lnTo>
                <a:lnTo>
                  <a:pt x="2196" y="1020"/>
                </a:lnTo>
                <a:lnTo>
                  <a:pt x="2202" y="1020"/>
                </a:lnTo>
                <a:lnTo>
                  <a:pt x="2208" y="1020"/>
                </a:lnTo>
                <a:lnTo>
                  <a:pt x="2214" y="1026"/>
                </a:lnTo>
                <a:lnTo>
                  <a:pt x="2220" y="1026"/>
                </a:lnTo>
                <a:lnTo>
                  <a:pt x="2226" y="1026"/>
                </a:lnTo>
                <a:lnTo>
                  <a:pt x="2232" y="1026"/>
                </a:lnTo>
                <a:lnTo>
                  <a:pt x="2238" y="1026"/>
                </a:lnTo>
                <a:lnTo>
                  <a:pt x="2250" y="1026"/>
                </a:lnTo>
                <a:lnTo>
                  <a:pt x="2256" y="1026"/>
                </a:lnTo>
                <a:lnTo>
                  <a:pt x="2262" y="1026"/>
                </a:lnTo>
                <a:lnTo>
                  <a:pt x="2268" y="1026"/>
                </a:lnTo>
                <a:lnTo>
                  <a:pt x="2274" y="1026"/>
                </a:lnTo>
                <a:lnTo>
                  <a:pt x="2280" y="1026"/>
                </a:lnTo>
                <a:lnTo>
                  <a:pt x="2286" y="1026"/>
                </a:lnTo>
                <a:lnTo>
                  <a:pt x="2292" y="1026"/>
                </a:lnTo>
                <a:lnTo>
                  <a:pt x="2298" y="1020"/>
                </a:lnTo>
                <a:lnTo>
                  <a:pt x="2304" y="1020"/>
                </a:lnTo>
                <a:lnTo>
                  <a:pt x="2310" y="1020"/>
                </a:lnTo>
                <a:lnTo>
                  <a:pt x="2316" y="1020"/>
                </a:lnTo>
                <a:lnTo>
                  <a:pt x="2328" y="1020"/>
                </a:lnTo>
                <a:lnTo>
                  <a:pt x="2334" y="1020"/>
                </a:lnTo>
                <a:lnTo>
                  <a:pt x="2340" y="1020"/>
                </a:lnTo>
                <a:lnTo>
                  <a:pt x="2346" y="1020"/>
                </a:lnTo>
                <a:lnTo>
                  <a:pt x="2352" y="1020"/>
                </a:lnTo>
                <a:lnTo>
                  <a:pt x="2358" y="1020"/>
                </a:lnTo>
                <a:lnTo>
                  <a:pt x="2364" y="1020"/>
                </a:lnTo>
                <a:lnTo>
                  <a:pt x="2370" y="1020"/>
                </a:lnTo>
                <a:lnTo>
                  <a:pt x="2376" y="1020"/>
                </a:lnTo>
                <a:lnTo>
                  <a:pt x="2382" y="1026"/>
                </a:lnTo>
                <a:lnTo>
                  <a:pt x="2388" y="1026"/>
                </a:lnTo>
                <a:lnTo>
                  <a:pt x="2394" y="1026"/>
                </a:lnTo>
                <a:lnTo>
                  <a:pt x="2406" y="1026"/>
                </a:lnTo>
                <a:lnTo>
                  <a:pt x="2412" y="1026"/>
                </a:lnTo>
                <a:lnTo>
                  <a:pt x="2418" y="1026"/>
                </a:lnTo>
                <a:lnTo>
                  <a:pt x="2424" y="1026"/>
                </a:lnTo>
                <a:lnTo>
                  <a:pt x="2430" y="1026"/>
                </a:lnTo>
                <a:lnTo>
                  <a:pt x="2436" y="1026"/>
                </a:lnTo>
                <a:lnTo>
                  <a:pt x="2442" y="1026"/>
                </a:lnTo>
                <a:lnTo>
                  <a:pt x="2448" y="1026"/>
                </a:lnTo>
                <a:lnTo>
                  <a:pt x="2454" y="1026"/>
                </a:lnTo>
                <a:lnTo>
                  <a:pt x="2460" y="1026"/>
                </a:lnTo>
                <a:lnTo>
                  <a:pt x="2466" y="1026"/>
                </a:lnTo>
                <a:lnTo>
                  <a:pt x="2472" y="1020"/>
                </a:lnTo>
                <a:lnTo>
                  <a:pt x="2484" y="1020"/>
                </a:lnTo>
                <a:lnTo>
                  <a:pt x="2490" y="1020"/>
                </a:lnTo>
                <a:lnTo>
                  <a:pt x="2496" y="1020"/>
                </a:lnTo>
                <a:lnTo>
                  <a:pt x="2502" y="1020"/>
                </a:lnTo>
                <a:lnTo>
                  <a:pt x="2508" y="1020"/>
                </a:lnTo>
                <a:lnTo>
                  <a:pt x="2514" y="1020"/>
                </a:lnTo>
                <a:lnTo>
                  <a:pt x="2520" y="1020"/>
                </a:lnTo>
                <a:lnTo>
                  <a:pt x="2526" y="1020"/>
                </a:lnTo>
                <a:lnTo>
                  <a:pt x="2532" y="1020"/>
                </a:lnTo>
                <a:lnTo>
                  <a:pt x="2538" y="1020"/>
                </a:lnTo>
                <a:lnTo>
                  <a:pt x="2544" y="1020"/>
                </a:lnTo>
                <a:lnTo>
                  <a:pt x="2550" y="1020"/>
                </a:lnTo>
                <a:lnTo>
                  <a:pt x="2562" y="1026"/>
                </a:lnTo>
                <a:lnTo>
                  <a:pt x="2568" y="1026"/>
                </a:lnTo>
                <a:lnTo>
                  <a:pt x="2574" y="1026"/>
                </a:lnTo>
                <a:lnTo>
                  <a:pt x="2580" y="1026"/>
                </a:lnTo>
                <a:lnTo>
                  <a:pt x="2586" y="1026"/>
                </a:lnTo>
                <a:lnTo>
                  <a:pt x="2592" y="1026"/>
                </a:lnTo>
                <a:lnTo>
                  <a:pt x="2598" y="1026"/>
                </a:lnTo>
              </a:path>
            </a:pathLst>
          </a:custGeom>
          <a:noFill/>
          <a:ln w="38100">
            <a:solidFill>
              <a:srgbClr val="0099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44" name="Freeform 20"/>
          <p:cNvSpPr/>
          <p:nvPr/>
        </p:nvSpPr>
        <p:spPr bwMode="auto">
          <a:xfrm>
            <a:off x="5229226" y="4718050"/>
            <a:ext cx="1152525" cy="825500"/>
          </a:xfrm>
          <a:custGeom>
            <a:avLst/>
            <a:gdLst>
              <a:gd name="T0" fmla="*/ 2147483647 w 2598"/>
              <a:gd name="T1" fmla="*/ 2147483647 h 1998"/>
              <a:gd name="T2" fmla="*/ 2147483647 w 2598"/>
              <a:gd name="T3" fmla="*/ 2147483647 h 1998"/>
              <a:gd name="T4" fmla="*/ 2147483647 w 2598"/>
              <a:gd name="T5" fmla="*/ 2147483647 h 1998"/>
              <a:gd name="T6" fmla="*/ 2147483647 w 2598"/>
              <a:gd name="T7" fmla="*/ 2147483647 h 1998"/>
              <a:gd name="T8" fmla="*/ 2147483647 w 2598"/>
              <a:gd name="T9" fmla="*/ 2147483647 h 1998"/>
              <a:gd name="T10" fmla="*/ 2147483647 w 2598"/>
              <a:gd name="T11" fmla="*/ 2147483647 h 1998"/>
              <a:gd name="T12" fmla="*/ 2147483647 w 2598"/>
              <a:gd name="T13" fmla="*/ 2147483647 h 1998"/>
              <a:gd name="T14" fmla="*/ 2147483647 w 2598"/>
              <a:gd name="T15" fmla="*/ 2147483647 h 1998"/>
              <a:gd name="T16" fmla="*/ 2147483647 w 2598"/>
              <a:gd name="T17" fmla="*/ 2147483647 h 1998"/>
              <a:gd name="T18" fmla="*/ 2147483647 w 2598"/>
              <a:gd name="T19" fmla="*/ 2147483647 h 1998"/>
              <a:gd name="T20" fmla="*/ 2147483647 w 2598"/>
              <a:gd name="T21" fmla="*/ 2147483647 h 1998"/>
              <a:gd name="T22" fmla="*/ 2147483647 w 2598"/>
              <a:gd name="T23" fmla="*/ 2147483647 h 1998"/>
              <a:gd name="T24" fmla="*/ 2147483647 w 2598"/>
              <a:gd name="T25" fmla="*/ 2147483647 h 1998"/>
              <a:gd name="T26" fmla="*/ 2147483647 w 2598"/>
              <a:gd name="T27" fmla="*/ 2147483647 h 1998"/>
              <a:gd name="T28" fmla="*/ 2147483647 w 2598"/>
              <a:gd name="T29" fmla="*/ 2147483647 h 1998"/>
              <a:gd name="T30" fmla="*/ 2147483647 w 2598"/>
              <a:gd name="T31" fmla="*/ 2147483647 h 1998"/>
              <a:gd name="T32" fmla="*/ 2147483647 w 2598"/>
              <a:gd name="T33" fmla="*/ 2147483647 h 1998"/>
              <a:gd name="T34" fmla="*/ 2147483647 w 2598"/>
              <a:gd name="T35" fmla="*/ 2147483647 h 1998"/>
              <a:gd name="T36" fmla="*/ 2147483647 w 2598"/>
              <a:gd name="T37" fmla="*/ 2147483647 h 1998"/>
              <a:gd name="T38" fmla="*/ 2147483647 w 2598"/>
              <a:gd name="T39" fmla="*/ 2147483647 h 1998"/>
              <a:gd name="T40" fmla="*/ 2147483647 w 2598"/>
              <a:gd name="T41" fmla="*/ 2147483647 h 1998"/>
              <a:gd name="T42" fmla="*/ 2147483647 w 2598"/>
              <a:gd name="T43" fmla="*/ 2147483647 h 1998"/>
              <a:gd name="T44" fmla="*/ 2147483647 w 2598"/>
              <a:gd name="T45" fmla="*/ 2147483647 h 1998"/>
              <a:gd name="T46" fmla="*/ 2147483647 w 2598"/>
              <a:gd name="T47" fmla="*/ 2147483647 h 1998"/>
              <a:gd name="T48" fmla="*/ 2147483647 w 2598"/>
              <a:gd name="T49" fmla="*/ 2147483647 h 1998"/>
              <a:gd name="T50" fmla="*/ 2147483647 w 2598"/>
              <a:gd name="T51" fmla="*/ 2147483647 h 1998"/>
              <a:gd name="T52" fmla="*/ 2147483647 w 2598"/>
              <a:gd name="T53" fmla="*/ 2147483647 h 1998"/>
              <a:gd name="T54" fmla="*/ 2147483647 w 2598"/>
              <a:gd name="T55" fmla="*/ 2147483647 h 1998"/>
              <a:gd name="T56" fmla="*/ 2147483647 w 2598"/>
              <a:gd name="T57" fmla="*/ 2147483647 h 1998"/>
              <a:gd name="T58" fmla="*/ 2147483647 w 2598"/>
              <a:gd name="T59" fmla="*/ 2147483647 h 1998"/>
              <a:gd name="T60" fmla="*/ 2147483647 w 2598"/>
              <a:gd name="T61" fmla="*/ 2147483647 h 1998"/>
              <a:gd name="T62" fmla="*/ 2147483647 w 2598"/>
              <a:gd name="T63" fmla="*/ 2147483647 h 1998"/>
              <a:gd name="T64" fmla="*/ 2147483647 w 2598"/>
              <a:gd name="T65" fmla="*/ 2147483647 h 1998"/>
              <a:gd name="T66" fmla="*/ 2147483647 w 2598"/>
              <a:gd name="T67" fmla="*/ 2147483647 h 1998"/>
              <a:gd name="T68" fmla="*/ 2147483647 w 2598"/>
              <a:gd name="T69" fmla="*/ 2147483647 h 1998"/>
              <a:gd name="T70" fmla="*/ 2147483647 w 2598"/>
              <a:gd name="T71" fmla="*/ 2147483647 h 1998"/>
              <a:gd name="T72" fmla="*/ 2147483647 w 2598"/>
              <a:gd name="T73" fmla="*/ 2147483647 h 1998"/>
              <a:gd name="T74" fmla="*/ 2147483647 w 2598"/>
              <a:gd name="T75" fmla="*/ 2147483647 h 1998"/>
              <a:gd name="T76" fmla="*/ 2147483647 w 2598"/>
              <a:gd name="T77" fmla="*/ 2147483647 h 1998"/>
              <a:gd name="T78" fmla="*/ 2147483647 w 2598"/>
              <a:gd name="T79" fmla="*/ 2147483647 h 1998"/>
              <a:gd name="T80" fmla="*/ 2147483647 w 2598"/>
              <a:gd name="T81" fmla="*/ 2147483647 h 1998"/>
              <a:gd name="T82" fmla="*/ 2147483647 w 2598"/>
              <a:gd name="T83" fmla="*/ 2147483647 h 1998"/>
              <a:gd name="T84" fmla="*/ 2147483647 w 2598"/>
              <a:gd name="T85" fmla="*/ 2147483647 h 1998"/>
              <a:gd name="T86" fmla="*/ 2147483647 w 2598"/>
              <a:gd name="T87" fmla="*/ 2147483647 h 1998"/>
              <a:gd name="T88" fmla="*/ 2147483647 w 2598"/>
              <a:gd name="T89" fmla="*/ 2147483647 h 1998"/>
              <a:gd name="T90" fmla="*/ 2147483647 w 2598"/>
              <a:gd name="T91" fmla="*/ 2147483647 h 1998"/>
              <a:gd name="T92" fmla="*/ 2147483647 w 2598"/>
              <a:gd name="T93" fmla="*/ 2147483647 h 1998"/>
              <a:gd name="T94" fmla="*/ 2147483647 w 2598"/>
              <a:gd name="T95" fmla="*/ 2147483647 h 1998"/>
              <a:gd name="T96" fmla="*/ 2147483647 w 2598"/>
              <a:gd name="T97" fmla="*/ 2147483647 h 1998"/>
              <a:gd name="T98" fmla="*/ 2147483647 w 2598"/>
              <a:gd name="T99" fmla="*/ 2147483647 h 1998"/>
              <a:gd name="T100" fmla="*/ 2147483647 w 2598"/>
              <a:gd name="T101" fmla="*/ 2147483647 h 1998"/>
              <a:gd name="T102" fmla="*/ 2147483647 w 2598"/>
              <a:gd name="T103" fmla="*/ 2147483647 h 1998"/>
              <a:gd name="T104" fmla="*/ 2147483647 w 2598"/>
              <a:gd name="T105" fmla="*/ 2147483647 h 1998"/>
              <a:gd name="T106" fmla="*/ 2147483647 w 2598"/>
              <a:gd name="T107" fmla="*/ 2147483647 h 1998"/>
              <a:gd name="T108" fmla="*/ 2147483647 w 2598"/>
              <a:gd name="T109" fmla="*/ 2147483647 h 1998"/>
              <a:gd name="T110" fmla="*/ 2147483647 w 2598"/>
              <a:gd name="T111" fmla="*/ 2147483647 h 1998"/>
              <a:gd name="T112" fmla="*/ 2147483647 w 2598"/>
              <a:gd name="T113" fmla="*/ 2147483647 h 199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598"/>
              <a:gd name="T172" fmla="*/ 0 h 1998"/>
              <a:gd name="T173" fmla="*/ 2598 w 2598"/>
              <a:gd name="T174" fmla="*/ 1998 h 199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598" h="1998">
                <a:moveTo>
                  <a:pt x="0" y="1026"/>
                </a:moveTo>
                <a:lnTo>
                  <a:pt x="6" y="1026"/>
                </a:lnTo>
                <a:lnTo>
                  <a:pt x="12" y="1026"/>
                </a:lnTo>
                <a:lnTo>
                  <a:pt x="18" y="1026"/>
                </a:lnTo>
                <a:lnTo>
                  <a:pt x="24" y="1026"/>
                </a:lnTo>
                <a:lnTo>
                  <a:pt x="30" y="1026"/>
                </a:lnTo>
                <a:lnTo>
                  <a:pt x="36" y="1026"/>
                </a:lnTo>
                <a:lnTo>
                  <a:pt x="48" y="1020"/>
                </a:lnTo>
                <a:lnTo>
                  <a:pt x="54" y="1020"/>
                </a:lnTo>
                <a:lnTo>
                  <a:pt x="60" y="1020"/>
                </a:lnTo>
                <a:lnTo>
                  <a:pt x="66" y="1020"/>
                </a:lnTo>
                <a:lnTo>
                  <a:pt x="72" y="1020"/>
                </a:lnTo>
                <a:lnTo>
                  <a:pt x="78" y="1020"/>
                </a:lnTo>
                <a:lnTo>
                  <a:pt x="84" y="1020"/>
                </a:lnTo>
                <a:lnTo>
                  <a:pt x="90" y="1020"/>
                </a:lnTo>
                <a:lnTo>
                  <a:pt x="96" y="1020"/>
                </a:lnTo>
                <a:lnTo>
                  <a:pt x="102" y="1020"/>
                </a:lnTo>
                <a:lnTo>
                  <a:pt x="108" y="1020"/>
                </a:lnTo>
                <a:lnTo>
                  <a:pt x="114" y="1020"/>
                </a:lnTo>
                <a:lnTo>
                  <a:pt x="126" y="1020"/>
                </a:lnTo>
                <a:lnTo>
                  <a:pt x="132" y="1026"/>
                </a:lnTo>
                <a:lnTo>
                  <a:pt x="138" y="1026"/>
                </a:lnTo>
                <a:lnTo>
                  <a:pt x="144" y="1026"/>
                </a:lnTo>
                <a:lnTo>
                  <a:pt x="150" y="1026"/>
                </a:lnTo>
                <a:lnTo>
                  <a:pt x="156" y="1026"/>
                </a:lnTo>
                <a:lnTo>
                  <a:pt x="162" y="1026"/>
                </a:lnTo>
                <a:lnTo>
                  <a:pt x="168" y="1026"/>
                </a:lnTo>
                <a:lnTo>
                  <a:pt x="174" y="1026"/>
                </a:lnTo>
                <a:lnTo>
                  <a:pt x="180" y="1026"/>
                </a:lnTo>
                <a:lnTo>
                  <a:pt x="186" y="1026"/>
                </a:lnTo>
                <a:lnTo>
                  <a:pt x="192" y="1026"/>
                </a:lnTo>
                <a:lnTo>
                  <a:pt x="204" y="1026"/>
                </a:lnTo>
                <a:lnTo>
                  <a:pt x="210" y="1026"/>
                </a:lnTo>
                <a:lnTo>
                  <a:pt x="216" y="1026"/>
                </a:lnTo>
                <a:lnTo>
                  <a:pt x="222" y="1020"/>
                </a:lnTo>
                <a:lnTo>
                  <a:pt x="228" y="1020"/>
                </a:lnTo>
                <a:lnTo>
                  <a:pt x="234" y="1020"/>
                </a:lnTo>
                <a:lnTo>
                  <a:pt x="240" y="1020"/>
                </a:lnTo>
                <a:lnTo>
                  <a:pt x="246" y="1020"/>
                </a:lnTo>
                <a:lnTo>
                  <a:pt x="252" y="1020"/>
                </a:lnTo>
                <a:lnTo>
                  <a:pt x="258" y="1020"/>
                </a:lnTo>
                <a:lnTo>
                  <a:pt x="264" y="1020"/>
                </a:lnTo>
                <a:lnTo>
                  <a:pt x="270" y="1020"/>
                </a:lnTo>
                <a:lnTo>
                  <a:pt x="282" y="1020"/>
                </a:lnTo>
                <a:lnTo>
                  <a:pt x="288" y="1020"/>
                </a:lnTo>
                <a:lnTo>
                  <a:pt x="294" y="1020"/>
                </a:lnTo>
                <a:lnTo>
                  <a:pt x="300" y="1020"/>
                </a:lnTo>
                <a:lnTo>
                  <a:pt x="306" y="1026"/>
                </a:lnTo>
                <a:lnTo>
                  <a:pt x="312" y="1026"/>
                </a:lnTo>
                <a:lnTo>
                  <a:pt x="318" y="1026"/>
                </a:lnTo>
                <a:lnTo>
                  <a:pt x="324" y="1026"/>
                </a:lnTo>
                <a:lnTo>
                  <a:pt x="330" y="1026"/>
                </a:lnTo>
                <a:lnTo>
                  <a:pt x="336" y="1026"/>
                </a:lnTo>
                <a:lnTo>
                  <a:pt x="342" y="1026"/>
                </a:lnTo>
                <a:lnTo>
                  <a:pt x="348" y="1026"/>
                </a:lnTo>
                <a:lnTo>
                  <a:pt x="360" y="1026"/>
                </a:lnTo>
                <a:lnTo>
                  <a:pt x="366" y="1026"/>
                </a:lnTo>
                <a:lnTo>
                  <a:pt x="372" y="1026"/>
                </a:lnTo>
                <a:lnTo>
                  <a:pt x="378" y="1026"/>
                </a:lnTo>
                <a:lnTo>
                  <a:pt x="384" y="1026"/>
                </a:lnTo>
                <a:lnTo>
                  <a:pt x="390" y="1020"/>
                </a:lnTo>
                <a:lnTo>
                  <a:pt x="396" y="1020"/>
                </a:lnTo>
                <a:lnTo>
                  <a:pt x="402" y="1020"/>
                </a:lnTo>
                <a:lnTo>
                  <a:pt x="408" y="1020"/>
                </a:lnTo>
                <a:lnTo>
                  <a:pt x="414" y="1020"/>
                </a:lnTo>
                <a:lnTo>
                  <a:pt x="420" y="1014"/>
                </a:lnTo>
                <a:lnTo>
                  <a:pt x="426" y="1014"/>
                </a:lnTo>
                <a:lnTo>
                  <a:pt x="438" y="1014"/>
                </a:lnTo>
                <a:lnTo>
                  <a:pt x="444" y="1014"/>
                </a:lnTo>
                <a:lnTo>
                  <a:pt x="450" y="1014"/>
                </a:lnTo>
                <a:lnTo>
                  <a:pt x="456" y="1014"/>
                </a:lnTo>
                <a:lnTo>
                  <a:pt x="462" y="1020"/>
                </a:lnTo>
                <a:lnTo>
                  <a:pt x="468" y="1020"/>
                </a:lnTo>
                <a:lnTo>
                  <a:pt x="474" y="1020"/>
                </a:lnTo>
                <a:lnTo>
                  <a:pt x="480" y="1026"/>
                </a:lnTo>
                <a:lnTo>
                  <a:pt x="486" y="1026"/>
                </a:lnTo>
                <a:lnTo>
                  <a:pt x="492" y="1032"/>
                </a:lnTo>
                <a:lnTo>
                  <a:pt x="498" y="1032"/>
                </a:lnTo>
                <a:lnTo>
                  <a:pt x="504" y="1038"/>
                </a:lnTo>
                <a:lnTo>
                  <a:pt x="516" y="1038"/>
                </a:lnTo>
                <a:lnTo>
                  <a:pt x="522" y="1044"/>
                </a:lnTo>
                <a:lnTo>
                  <a:pt x="528" y="1044"/>
                </a:lnTo>
                <a:lnTo>
                  <a:pt x="534" y="1044"/>
                </a:lnTo>
                <a:lnTo>
                  <a:pt x="540" y="1038"/>
                </a:lnTo>
                <a:lnTo>
                  <a:pt x="546" y="1038"/>
                </a:lnTo>
                <a:lnTo>
                  <a:pt x="552" y="1032"/>
                </a:lnTo>
                <a:lnTo>
                  <a:pt x="558" y="1026"/>
                </a:lnTo>
                <a:lnTo>
                  <a:pt x="564" y="1020"/>
                </a:lnTo>
                <a:lnTo>
                  <a:pt x="570" y="1014"/>
                </a:lnTo>
                <a:lnTo>
                  <a:pt x="576" y="1008"/>
                </a:lnTo>
                <a:lnTo>
                  <a:pt x="582" y="996"/>
                </a:lnTo>
                <a:lnTo>
                  <a:pt x="594" y="990"/>
                </a:lnTo>
                <a:lnTo>
                  <a:pt x="600" y="984"/>
                </a:lnTo>
                <a:lnTo>
                  <a:pt x="606" y="978"/>
                </a:lnTo>
                <a:lnTo>
                  <a:pt x="612" y="978"/>
                </a:lnTo>
                <a:lnTo>
                  <a:pt x="618" y="978"/>
                </a:lnTo>
                <a:lnTo>
                  <a:pt x="624" y="984"/>
                </a:lnTo>
                <a:lnTo>
                  <a:pt x="630" y="990"/>
                </a:lnTo>
                <a:lnTo>
                  <a:pt x="636" y="996"/>
                </a:lnTo>
                <a:lnTo>
                  <a:pt x="642" y="1008"/>
                </a:lnTo>
                <a:lnTo>
                  <a:pt x="648" y="1026"/>
                </a:lnTo>
                <a:lnTo>
                  <a:pt x="654" y="1038"/>
                </a:lnTo>
                <a:lnTo>
                  <a:pt x="660" y="1056"/>
                </a:lnTo>
                <a:lnTo>
                  <a:pt x="666" y="1074"/>
                </a:lnTo>
                <a:lnTo>
                  <a:pt x="678" y="1086"/>
                </a:lnTo>
                <a:lnTo>
                  <a:pt x="684" y="1098"/>
                </a:lnTo>
                <a:lnTo>
                  <a:pt x="690" y="1110"/>
                </a:lnTo>
                <a:lnTo>
                  <a:pt x="696" y="1116"/>
                </a:lnTo>
                <a:lnTo>
                  <a:pt x="702" y="1116"/>
                </a:lnTo>
                <a:lnTo>
                  <a:pt x="708" y="1110"/>
                </a:lnTo>
                <a:lnTo>
                  <a:pt x="714" y="1098"/>
                </a:lnTo>
                <a:lnTo>
                  <a:pt x="720" y="1080"/>
                </a:lnTo>
                <a:lnTo>
                  <a:pt x="726" y="1056"/>
                </a:lnTo>
                <a:lnTo>
                  <a:pt x="732" y="1032"/>
                </a:lnTo>
                <a:lnTo>
                  <a:pt x="738" y="1002"/>
                </a:lnTo>
                <a:lnTo>
                  <a:pt x="744" y="966"/>
                </a:lnTo>
                <a:lnTo>
                  <a:pt x="756" y="936"/>
                </a:lnTo>
                <a:lnTo>
                  <a:pt x="762" y="906"/>
                </a:lnTo>
                <a:lnTo>
                  <a:pt x="768" y="882"/>
                </a:lnTo>
                <a:lnTo>
                  <a:pt x="774" y="864"/>
                </a:lnTo>
                <a:lnTo>
                  <a:pt x="780" y="852"/>
                </a:lnTo>
                <a:lnTo>
                  <a:pt x="786" y="846"/>
                </a:lnTo>
                <a:lnTo>
                  <a:pt x="792" y="858"/>
                </a:lnTo>
                <a:lnTo>
                  <a:pt x="798" y="876"/>
                </a:lnTo>
                <a:lnTo>
                  <a:pt x="804" y="906"/>
                </a:lnTo>
                <a:lnTo>
                  <a:pt x="810" y="942"/>
                </a:lnTo>
                <a:lnTo>
                  <a:pt x="816" y="990"/>
                </a:lnTo>
                <a:lnTo>
                  <a:pt x="822" y="1044"/>
                </a:lnTo>
                <a:lnTo>
                  <a:pt x="834" y="1098"/>
                </a:lnTo>
                <a:lnTo>
                  <a:pt x="840" y="1158"/>
                </a:lnTo>
                <a:lnTo>
                  <a:pt x="846" y="1212"/>
                </a:lnTo>
                <a:lnTo>
                  <a:pt x="852" y="1260"/>
                </a:lnTo>
                <a:lnTo>
                  <a:pt x="858" y="1296"/>
                </a:lnTo>
                <a:lnTo>
                  <a:pt x="864" y="1314"/>
                </a:lnTo>
                <a:lnTo>
                  <a:pt x="870" y="1326"/>
                </a:lnTo>
                <a:lnTo>
                  <a:pt x="876" y="1314"/>
                </a:lnTo>
                <a:lnTo>
                  <a:pt x="882" y="1284"/>
                </a:lnTo>
                <a:lnTo>
                  <a:pt x="888" y="1242"/>
                </a:lnTo>
                <a:lnTo>
                  <a:pt x="894" y="1182"/>
                </a:lnTo>
                <a:lnTo>
                  <a:pt x="900" y="1104"/>
                </a:lnTo>
                <a:lnTo>
                  <a:pt x="912" y="1020"/>
                </a:lnTo>
                <a:lnTo>
                  <a:pt x="918" y="930"/>
                </a:lnTo>
                <a:lnTo>
                  <a:pt x="924" y="840"/>
                </a:lnTo>
                <a:lnTo>
                  <a:pt x="930" y="750"/>
                </a:lnTo>
                <a:lnTo>
                  <a:pt x="936" y="672"/>
                </a:lnTo>
                <a:lnTo>
                  <a:pt x="942" y="612"/>
                </a:lnTo>
                <a:lnTo>
                  <a:pt x="948" y="570"/>
                </a:lnTo>
                <a:lnTo>
                  <a:pt x="954" y="558"/>
                </a:lnTo>
                <a:lnTo>
                  <a:pt x="960" y="564"/>
                </a:lnTo>
                <a:lnTo>
                  <a:pt x="966" y="600"/>
                </a:lnTo>
                <a:lnTo>
                  <a:pt x="972" y="666"/>
                </a:lnTo>
                <a:lnTo>
                  <a:pt x="978" y="750"/>
                </a:lnTo>
                <a:lnTo>
                  <a:pt x="990" y="858"/>
                </a:lnTo>
                <a:lnTo>
                  <a:pt x="996" y="984"/>
                </a:lnTo>
                <a:lnTo>
                  <a:pt x="1002" y="1116"/>
                </a:lnTo>
                <a:lnTo>
                  <a:pt x="1008" y="1248"/>
                </a:lnTo>
                <a:lnTo>
                  <a:pt x="1014" y="1380"/>
                </a:lnTo>
                <a:lnTo>
                  <a:pt x="1020" y="1494"/>
                </a:lnTo>
                <a:lnTo>
                  <a:pt x="1026" y="1584"/>
                </a:lnTo>
                <a:lnTo>
                  <a:pt x="1032" y="1650"/>
                </a:lnTo>
                <a:lnTo>
                  <a:pt x="1038" y="1680"/>
                </a:lnTo>
                <a:lnTo>
                  <a:pt x="1044" y="1674"/>
                </a:lnTo>
                <a:lnTo>
                  <a:pt x="1050" y="1632"/>
                </a:lnTo>
                <a:lnTo>
                  <a:pt x="1056" y="1554"/>
                </a:lnTo>
                <a:lnTo>
                  <a:pt x="1068" y="1440"/>
                </a:lnTo>
                <a:lnTo>
                  <a:pt x="1074" y="1296"/>
                </a:lnTo>
                <a:lnTo>
                  <a:pt x="1080" y="1134"/>
                </a:lnTo>
                <a:lnTo>
                  <a:pt x="1086" y="960"/>
                </a:lnTo>
                <a:lnTo>
                  <a:pt x="1092" y="780"/>
                </a:lnTo>
                <a:lnTo>
                  <a:pt x="1098" y="612"/>
                </a:lnTo>
                <a:lnTo>
                  <a:pt x="1104" y="456"/>
                </a:lnTo>
                <a:lnTo>
                  <a:pt x="1110" y="330"/>
                </a:lnTo>
                <a:lnTo>
                  <a:pt x="1116" y="240"/>
                </a:lnTo>
                <a:lnTo>
                  <a:pt x="1122" y="192"/>
                </a:lnTo>
                <a:lnTo>
                  <a:pt x="1128" y="186"/>
                </a:lnTo>
                <a:lnTo>
                  <a:pt x="1134" y="228"/>
                </a:lnTo>
                <a:lnTo>
                  <a:pt x="1146" y="318"/>
                </a:lnTo>
                <a:lnTo>
                  <a:pt x="1152" y="450"/>
                </a:lnTo>
                <a:lnTo>
                  <a:pt x="1158" y="618"/>
                </a:lnTo>
                <a:lnTo>
                  <a:pt x="1164" y="816"/>
                </a:lnTo>
                <a:lnTo>
                  <a:pt x="1170" y="1026"/>
                </a:lnTo>
                <a:lnTo>
                  <a:pt x="1176" y="1242"/>
                </a:lnTo>
                <a:lnTo>
                  <a:pt x="1182" y="1452"/>
                </a:lnTo>
                <a:lnTo>
                  <a:pt x="1188" y="1638"/>
                </a:lnTo>
                <a:lnTo>
                  <a:pt x="1194" y="1794"/>
                </a:lnTo>
                <a:lnTo>
                  <a:pt x="1200" y="1914"/>
                </a:lnTo>
                <a:lnTo>
                  <a:pt x="1206" y="1980"/>
                </a:lnTo>
                <a:lnTo>
                  <a:pt x="1212" y="1998"/>
                </a:lnTo>
                <a:lnTo>
                  <a:pt x="1224" y="1956"/>
                </a:lnTo>
                <a:lnTo>
                  <a:pt x="1230" y="1866"/>
                </a:lnTo>
                <a:lnTo>
                  <a:pt x="1236" y="1728"/>
                </a:lnTo>
                <a:lnTo>
                  <a:pt x="1242" y="1542"/>
                </a:lnTo>
                <a:lnTo>
                  <a:pt x="1248" y="1332"/>
                </a:lnTo>
                <a:lnTo>
                  <a:pt x="1254" y="1104"/>
                </a:lnTo>
                <a:lnTo>
                  <a:pt x="1260" y="864"/>
                </a:lnTo>
                <a:lnTo>
                  <a:pt x="1266" y="636"/>
                </a:lnTo>
                <a:lnTo>
                  <a:pt x="1272" y="426"/>
                </a:lnTo>
                <a:lnTo>
                  <a:pt x="1278" y="246"/>
                </a:lnTo>
                <a:lnTo>
                  <a:pt x="1284" y="114"/>
                </a:lnTo>
                <a:lnTo>
                  <a:pt x="1290" y="30"/>
                </a:lnTo>
                <a:lnTo>
                  <a:pt x="1302" y="0"/>
                </a:lnTo>
                <a:lnTo>
                  <a:pt x="1308" y="30"/>
                </a:lnTo>
                <a:lnTo>
                  <a:pt x="1314" y="114"/>
                </a:lnTo>
                <a:lnTo>
                  <a:pt x="1320" y="246"/>
                </a:lnTo>
                <a:lnTo>
                  <a:pt x="1326" y="426"/>
                </a:lnTo>
                <a:lnTo>
                  <a:pt x="1332" y="636"/>
                </a:lnTo>
                <a:lnTo>
                  <a:pt x="1338" y="864"/>
                </a:lnTo>
                <a:lnTo>
                  <a:pt x="1344" y="1104"/>
                </a:lnTo>
                <a:lnTo>
                  <a:pt x="1350" y="1332"/>
                </a:lnTo>
                <a:lnTo>
                  <a:pt x="1356" y="1542"/>
                </a:lnTo>
                <a:lnTo>
                  <a:pt x="1362" y="1728"/>
                </a:lnTo>
                <a:lnTo>
                  <a:pt x="1368" y="1866"/>
                </a:lnTo>
                <a:lnTo>
                  <a:pt x="1374" y="1956"/>
                </a:lnTo>
                <a:lnTo>
                  <a:pt x="1386" y="1998"/>
                </a:lnTo>
                <a:lnTo>
                  <a:pt x="1392" y="1980"/>
                </a:lnTo>
                <a:lnTo>
                  <a:pt x="1398" y="1914"/>
                </a:lnTo>
                <a:lnTo>
                  <a:pt x="1404" y="1794"/>
                </a:lnTo>
                <a:lnTo>
                  <a:pt x="1410" y="1638"/>
                </a:lnTo>
                <a:lnTo>
                  <a:pt x="1416" y="1452"/>
                </a:lnTo>
                <a:lnTo>
                  <a:pt x="1422" y="1242"/>
                </a:lnTo>
                <a:lnTo>
                  <a:pt x="1428" y="1026"/>
                </a:lnTo>
                <a:lnTo>
                  <a:pt x="1434" y="816"/>
                </a:lnTo>
                <a:lnTo>
                  <a:pt x="1440" y="618"/>
                </a:lnTo>
                <a:lnTo>
                  <a:pt x="1446" y="450"/>
                </a:lnTo>
                <a:lnTo>
                  <a:pt x="1452" y="318"/>
                </a:lnTo>
                <a:lnTo>
                  <a:pt x="1464" y="228"/>
                </a:lnTo>
                <a:lnTo>
                  <a:pt x="1470" y="186"/>
                </a:lnTo>
                <a:lnTo>
                  <a:pt x="1476" y="192"/>
                </a:lnTo>
                <a:lnTo>
                  <a:pt x="1482" y="240"/>
                </a:lnTo>
                <a:lnTo>
                  <a:pt x="1488" y="330"/>
                </a:lnTo>
                <a:lnTo>
                  <a:pt x="1494" y="456"/>
                </a:lnTo>
                <a:lnTo>
                  <a:pt x="1500" y="612"/>
                </a:lnTo>
                <a:lnTo>
                  <a:pt x="1506" y="780"/>
                </a:lnTo>
                <a:lnTo>
                  <a:pt x="1512" y="960"/>
                </a:lnTo>
                <a:lnTo>
                  <a:pt x="1518" y="1134"/>
                </a:lnTo>
                <a:lnTo>
                  <a:pt x="1524" y="1296"/>
                </a:lnTo>
                <a:lnTo>
                  <a:pt x="1530" y="1440"/>
                </a:lnTo>
                <a:lnTo>
                  <a:pt x="1542" y="1554"/>
                </a:lnTo>
                <a:lnTo>
                  <a:pt x="1548" y="1632"/>
                </a:lnTo>
                <a:lnTo>
                  <a:pt x="1554" y="1674"/>
                </a:lnTo>
                <a:lnTo>
                  <a:pt x="1560" y="1680"/>
                </a:lnTo>
                <a:lnTo>
                  <a:pt x="1566" y="1650"/>
                </a:lnTo>
                <a:lnTo>
                  <a:pt x="1572" y="1584"/>
                </a:lnTo>
                <a:lnTo>
                  <a:pt x="1578" y="1494"/>
                </a:lnTo>
                <a:lnTo>
                  <a:pt x="1584" y="1380"/>
                </a:lnTo>
                <a:lnTo>
                  <a:pt x="1590" y="1248"/>
                </a:lnTo>
                <a:lnTo>
                  <a:pt x="1596" y="1116"/>
                </a:lnTo>
                <a:lnTo>
                  <a:pt x="1602" y="984"/>
                </a:lnTo>
                <a:lnTo>
                  <a:pt x="1608" y="858"/>
                </a:lnTo>
                <a:lnTo>
                  <a:pt x="1620" y="750"/>
                </a:lnTo>
                <a:lnTo>
                  <a:pt x="1626" y="666"/>
                </a:lnTo>
                <a:lnTo>
                  <a:pt x="1632" y="600"/>
                </a:lnTo>
                <a:lnTo>
                  <a:pt x="1638" y="564"/>
                </a:lnTo>
                <a:lnTo>
                  <a:pt x="1644" y="558"/>
                </a:lnTo>
                <a:lnTo>
                  <a:pt x="1650" y="570"/>
                </a:lnTo>
                <a:lnTo>
                  <a:pt x="1656" y="612"/>
                </a:lnTo>
                <a:lnTo>
                  <a:pt x="1662" y="672"/>
                </a:lnTo>
                <a:lnTo>
                  <a:pt x="1668" y="750"/>
                </a:lnTo>
                <a:lnTo>
                  <a:pt x="1674" y="840"/>
                </a:lnTo>
                <a:lnTo>
                  <a:pt x="1680" y="930"/>
                </a:lnTo>
                <a:lnTo>
                  <a:pt x="1686" y="1020"/>
                </a:lnTo>
                <a:lnTo>
                  <a:pt x="1698" y="1104"/>
                </a:lnTo>
                <a:lnTo>
                  <a:pt x="1704" y="1182"/>
                </a:lnTo>
                <a:lnTo>
                  <a:pt x="1710" y="1242"/>
                </a:lnTo>
                <a:lnTo>
                  <a:pt x="1716" y="1284"/>
                </a:lnTo>
                <a:lnTo>
                  <a:pt x="1722" y="1314"/>
                </a:lnTo>
                <a:lnTo>
                  <a:pt x="1728" y="1326"/>
                </a:lnTo>
                <a:lnTo>
                  <a:pt x="1734" y="1314"/>
                </a:lnTo>
                <a:lnTo>
                  <a:pt x="1740" y="1296"/>
                </a:lnTo>
                <a:lnTo>
                  <a:pt x="1746" y="1260"/>
                </a:lnTo>
                <a:lnTo>
                  <a:pt x="1752" y="1212"/>
                </a:lnTo>
                <a:lnTo>
                  <a:pt x="1758" y="1158"/>
                </a:lnTo>
                <a:lnTo>
                  <a:pt x="1764" y="1098"/>
                </a:lnTo>
                <a:lnTo>
                  <a:pt x="1776" y="1044"/>
                </a:lnTo>
                <a:lnTo>
                  <a:pt x="1782" y="990"/>
                </a:lnTo>
                <a:lnTo>
                  <a:pt x="1788" y="942"/>
                </a:lnTo>
                <a:lnTo>
                  <a:pt x="1794" y="906"/>
                </a:lnTo>
                <a:lnTo>
                  <a:pt x="1800" y="876"/>
                </a:lnTo>
                <a:lnTo>
                  <a:pt x="1806" y="858"/>
                </a:lnTo>
                <a:lnTo>
                  <a:pt x="1812" y="846"/>
                </a:lnTo>
                <a:lnTo>
                  <a:pt x="1818" y="852"/>
                </a:lnTo>
                <a:lnTo>
                  <a:pt x="1824" y="864"/>
                </a:lnTo>
                <a:lnTo>
                  <a:pt x="1830" y="882"/>
                </a:lnTo>
                <a:lnTo>
                  <a:pt x="1836" y="906"/>
                </a:lnTo>
                <a:lnTo>
                  <a:pt x="1842" y="936"/>
                </a:lnTo>
                <a:lnTo>
                  <a:pt x="1854" y="966"/>
                </a:lnTo>
                <a:lnTo>
                  <a:pt x="1860" y="1002"/>
                </a:lnTo>
                <a:lnTo>
                  <a:pt x="1866" y="1032"/>
                </a:lnTo>
                <a:lnTo>
                  <a:pt x="1872" y="1056"/>
                </a:lnTo>
                <a:lnTo>
                  <a:pt x="1878" y="1080"/>
                </a:lnTo>
                <a:lnTo>
                  <a:pt x="1884" y="1098"/>
                </a:lnTo>
                <a:lnTo>
                  <a:pt x="1890" y="1110"/>
                </a:lnTo>
                <a:lnTo>
                  <a:pt x="1896" y="1116"/>
                </a:lnTo>
                <a:lnTo>
                  <a:pt x="1902" y="1116"/>
                </a:lnTo>
                <a:lnTo>
                  <a:pt x="1908" y="1110"/>
                </a:lnTo>
                <a:lnTo>
                  <a:pt x="1914" y="1098"/>
                </a:lnTo>
                <a:lnTo>
                  <a:pt x="1920" y="1086"/>
                </a:lnTo>
                <a:lnTo>
                  <a:pt x="1932" y="1074"/>
                </a:lnTo>
                <a:lnTo>
                  <a:pt x="1938" y="1056"/>
                </a:lnTo>
                <a:lnTo>
                  <a:pt x="1944" y="1038"/>
                </a:lnTo>
                <a:lnTo>
                  <a:pt x="1950" y="1026"/>
                </a:lnTo>
                <a:lnTo>
                  <a:pt x="1956" y="1008"/>
                </a:lnTo>
                <a:lnTo>
                  <a:pt x="1962" y="996"/>
                </a:lnTo>
                <a:lnTo>
                  <a:pt x="1968" y="990"/>
                </a:lnTo>
                <a:lnTo>
                  <a:pt x="1974" y="984"/>
                </a:lnTo>
                <a:lnTo>
                  <a:pt x="1980" y="978"/>
                </a:lnTo>
                <a:lnTo>
                  <a:pt x="1986" y="978"/>
                </a:lnTo>
                <a:lnTo>
                  <a:pt x="1992" y="978"/>
                </a:lnTo>
                <a:lnTo>
                  <a:pt x="1998" y="984"/>
                </a:lnTo>
                <a:lnTo>
                  <a:pt x="2004" y="990"/>
                </a:lnTo>
                <a:lnTo>
                  <a:pt x="2016" y="996"/>
                </a:lnTo>
                <a:lnTo>
                  <a:pt x="2022" y="1008"/>
                </a:lnTo>
                <a:lnTo>
                  <a:pt x="2028" y="1014"/>
                </a:lnTo>
                <a:lnTo>
                  <a:pt x="2034" y="1020"/>
                </a:lnTo>
                <a:lnTo>
                  <a:pt x="2040" y="1026"/>
                </a:lnTo>
                <a:lnTo>
                  <a:pt x="2046" y="1032"/>
                </a:lnTo>
                <a:lnTo>
                  <a:pt x="2052" y="1038"/>
                </a:lnTo>
                <a:lnTo>
                  <a:pt x="2058" y="1038"/>
                </a:lnTo>
                <a:lnTo>
                  <a:pt x="2064" y="1044"/>
                </a:lnTo>
                <a:lnTo>
                  <a:pt x="2070" y="1044"/>
                </a:lnTo>
                <a:lnTo>
                  <a:pt x="2076" y="1044"/>
                </a:lnTo>
                <a:lnTo>
                  <a:pt x="2082" y="1038"/>
                </a:lnTo>
                <a:lnTo>
                  <a:pt x="2094" y="1038"/>
                </a:lnTo>
                <a:lnTo>
                  <a:pt x="2100" y="1032"/>
                </a:lnTo>
                <a:lnTo>
                  <a:pt x="2106" y="1032"/>
                </a:lnTo>
                <a:lnTo>
                  <a:pt x="2112" y="1026"/>
                </a:lnTo>
                <a:lnTo>
                  <a:pt x="2118" y="1026"/>
                </a:lnTo>
                <a:lnTo>
                  <a:pt x="2124" y="1020"/>
                </a:lnTo>
                <a:lnTo>
                  <a:pt x="2130" y="1020"/>
                </a:lnTo>
                <a:lnTo>
                  <a:pt x="2136" y="1020"/>
                </a:lnTo>
                <a:lnTo>
                  <a:pt x="2142" y="1014"/>
                </a:lnTo>
                <a:lnTo>
                  <a:pt x="2148" y="1014"/>
                </a:lnTo>
                <a:lnTo>
                  <a:pt x="2154" y="1014"/>
                </a:lnTo>
                <a:lnTo>
                  <a:pt x="2160" y="1014"/>
                </a:lnTo>
                <a:lnTo>
                  <a:pt x="2172" y="1014"/>
                </a:lnTo>
                <a:lnTo>
                  <a:pt x="2178" y="1014"/>
                </a:lnTo>
                <a:lnTo>
                  <a:pt x="2184" y="1020"/>
                </a:lnTo>
                <a:lnTo>
                  <a:pt x="2190" y="1020"/>
                </a:lnTo>
                <a:lnTo>
                  <a:pt x="2196" y="1020"/>
                </a:lnTo>
                <a:lnTo>
                  <a:pt x="2202" y="1020"/>
                </a:lnTo>
                <a:lnTo>
                  <a:pt x="2208" y="1020"/>
                </a:lnTo>
                <a:lnTo>
                  <a:pt x="2214" y="1026"/>
                </a:lnTo>
                <a:lnTo>
                  <a:pt x="2220" y="1026"/>
                </a:lnTo>
                <a:lnTo>
                  <a:pt x="2226" y="1026"/>
                </a:lnTo>
                <a:lnTo>
                  <a:pt x="2232" y="1026"/>
                </a:lnTo>
                <a:lnTo>
                  <a:pt x="2238" y="1026"/>
                </a:lnTo>
                <a:lnTo>
                  <a:pt x="2250" y="1026"/>
                </a:lnTo>
                <a:lnTo>
                  <a:pt x="2256" y="1026"/>
                </a:lnTo>
                <a:lnTo>
                  <a:pt x="2262" y="1026"/>
                </a:lnTo>
                <a:lnTo>
                  <a:pt x="2268" y="1026"/>
                </a:lnTo>
                <a:lnTo>
                  <a:pt x="2274" y="1026"/>
                </a:lnTo>
                <a:lnTo>
                  <a:pt x="2280" y="1026"/>
                </a:lnTo>
                <a:lnTo>
                  <a:pt x="2286" y="1026"/>
                </a:lnTo>
                <a:lnTo>
                  <a:pt x="2292" y="1026"/>
                </a:lnTo>
                <a:lnTo>
                  <a:pt x="2298" y="1020"/>
                </a:lnTo>
                <a:lnTo>
                  <a:pt x="2304" y="1020"/>
                </a:lnTo>
                <a:lnTo>
                  <a:pt x="2310" y="1020"/>
                </a:lnTo>
                <a:lnTo>
                  <a:pt x="2316" y="1020"/>
                </a:lnTo>
                <a:lnTo>
                  <a:pt x="2328" y="1020"/>
                </a:lnTo>
                <a:lnTo>
                  <a:pt x="2334" y="1020"/>
                </a:lnTo>
                <a:lnTo>
                  <a:pt x="2340" y="1020"/>
                </a:lnTo>
                <a:lnTo>
                  <a:pt x="2346" y="1020"/>
                </a:lnTo>
                <a:lnTo>
                  <a:pt x="2352" y="1020"/>
                </a:lnTo>
                <a:lnTo>
                  <a:pt x="2358" y="1020"/>
                </a:lnTo>
                <a:lnTo>
                  <a:pt x="2364" y="1020"/>
                </a:lnTo>
                <a:lnTo>
                  <a:pt x="2370" y="1020"/>
                </a:lnTo>
                <a:lnTo>
                  <a:pt x="2376" y="1020"/>
                </a:lnTo>
                <a:lnTo>
                  <a:pt x="2382" y="1026"/>
                </a:lnTo>
                <a:lnTo>
                  <a:pt x="2388" y="1026"/>
                </a:lnTo>
                <a:lnTo>
                  <a:pt x="2394" y="1026"/>
                </a:lnTo>
                <a:lnTo>
                  <a:pt x="2406" y="1026"/>
                </a:lnTo>
                <a:lnTo>
                  <a:pt x="2412" y="1026"/>
                </a:lnTo>
                <a:lnTo>
                  <a:pt x="2418" y="1026"/>
                </a:lnTo>
                <a:lnTo>
                  <a:pt x="2424" y="1026"/>
                </a:lnTo>
                <a:lnTo>
                  <a:pt x="2430" y="1026"/>
                </a:lnTo>
                <a:lnTo>
                  <a:pt x="2436" y="1026"/>
                </a:lnTo>
                <a:lnTo>
                  <a:pt x="2442" y="1026"/>
                </a:lnTo>
                <a:lnTo>
                  <a:pt x="2448" y="1026"/>
                </a:lnTo>
                <a:lnTo>
                  <a:pt x="2454" y="1026"/>
                </a:lnTo>
                <a:lnTo>
                  <a:pt x="2460" y="1026"/>
                </a:lnTo>
                <a:lnTo>
                  <a:pt x="2466" y="1026"/>
                </a:lnTo>
                <a:lnTo>
                  <a:pt x="2472" y="1020"/>
                </a:lnTo>
                <a:lnTo>
                  <a:pt x="2484" y="1020"/>
                </a:lnTo>
                <a:lnTo>
                  <a:pt x="2490" y="1020"/>
                </a:lnTo>
                <a:lnTo>
                  <a:pt x="2496" y="1020"/>
                </a:lnTo>
                <a:lnTo>
                  <a:pt x="2502" y="1020"/>
                </a:lnTo>
                <a:lnTo>
                  <a:pt x="2508" y="1020"/>
                </a:lnTo>
                <a:lnTo>
                  <a:pt x="2514" y="1020"/>
                </a:lnTo>
                <a:lnTo>
                  <a:pt x="2520" y="1020"/>
                </a:lnTo>
                <a:lnTo>
                  <a:pt x="2526" y="1020"/>
                </a:lnTo>
                <a:lnTo>
                  <a:pt x="2532" y="1020"/>
                </a:lnTo>
                <a:lnTo>
                  <a:pt x="2538" y="1020"/>
                </a:lnTo>
                <a:lnTo>
                  <a:pt x="2544" y="1020"/>
                </a:lnTo>
                <a:lnTo>
                  <a:pt x="2550" y="1020"/>
                </a:lnTo>
                <a:lnTo>
                  <a:pt x="2562" y="1026"/>
                </a:lnTo>
                <a:lnTo>
                  <a:pt x="2568" y="1026"/>
                </a:lnTo>
                <a:lnTo>
                  <a:pt x="2574" y="1026"/>
                </a:lnTo>
                <a:lnTo>
                  <a:pt x="2580" y="1026"/>
                </a:lnTo>
                <a:lnTo>
                  <a:pt x="2586" y="1026"/>
                </a:lnTo>
                <a:lnTo>
                  <a:pt x="2592" y="1026"/>
                </a:lnTo>
                <a:lnTo>
                  <a:pt x="2598" y="1026"/>
                </a:lnTo>
              </a:path>
            </a:pathLst>
          </a:custGeom>
          <a:noFill/>
          <a:ln w="38100">
            <a:solidFill>
              <a:srgbClr val="0099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45" name="Rectangle 21"/>
          <p:cNvSpPr>
            <a:spLocks noChangeArrowheads="1"/>
          </p:cNvSpPr>
          <p:nvPr/>
        </p:nvSpPr>
        <p:spPr bwMode="auto">
          <a:xfrm>
            <a:off x="2209800" y="1916114"/>
            <a:ext cx="160864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400" b="1" dirty="0"/>
              <a:t>Absorption</a:t>
            </a:r>
            <a:endParaRPr lang="en-US" sz="2400" b="1" dirty="0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2192338" y="4732339"/>
            <a:ext cx="1646348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400" b="1"/>
              <a:t>Stimulated </a:t>
            </a:r>
            <a:br>
              <a:rPr lang="en-US" sz="2400" b="1"/>
            </a:br>
            <a:r>
              <a:rPr lang="en-US" sz="2400" b="1"/>
              <a:t>emission</a:t>
            </a:r>
            <a:endParaRPr lang="en-US" sz="2400" b="1"/>
          </a:p>
        </p:txBody>
      </p:sp>
      <p:sp>
        <p:nvSpPr>
          <p:cNvPr id="26647" name="Text Box 23"/>
          <p:cNvSpPr txBox="1">
            <a:spLocks noChangeArrowheads="1"/>
          </p:cNvSpPr>
          <p:nvPr/>
        </p:nvSpPr>
        <p:spPr bwMode="auto">
          <a:xfrm>
            <a:off x="2327275" y="3173414"/>
            <a:ext cx="31496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/>
              <a:t>Spontaneous emission</a:t>
            </a:r>
            <a:endParaRPr lang="en-US" sz="2400" b="1" dirty="0"/>
          </a:p>
        </p:txBody>
      </p:sp>
      <p:sp>
        <p:nvSpPr>
          <p:cNvPr id="26648" name="Rectangle 23"/>
          <p:cNvSpPr>
            <a:spLocks noChangeArrowheads="1"/>
          </p:cNvSpPr>
          <p:nvPr/>
        </p:nvSpPr>
        <p:spPr bwMode="auto">
          <a:xfrm>
            <a:off x="7772400" y="1101726"/>
            <a:ext cx="102662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200"/>
              <a:t>After</a:t>
            </a:r>
            <a:endParaRPr lang="en-US" sz="3200"/>
          </a:p>
        </p:txBody>
      </p:sp>
      <p:sp>
        <p:nvSpPr>
          <p:cNvPr id="28" name="Oval 3"/>
          <p:cNvSpPr>
            <a:spLocks noChangeArrowheads="1"/>
          </p:cNvSpPr>
          <p:nvPr/>
        </p:nvSpPr>
        <p:spPr bwMode="auto">
          <a:xfrm>
            <a:off x="5865814" y="3127375"/>
            <a:ext cx="763587" cy="763588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52" name="Oval 4"/>
          <p:cNvSpPr>
            <a:spLocks noChangeArrowheads="1"/>
          </p:cNvSpPr>
          <p:nvPr/>
        </p:nvSpPr>
        <p:spPr bwMode="auto">
          <a:xfrm>
            <a:off x="6186715" y="3420609"/>
            <a:ext cx="131763" cy="131762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53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5D24BD6-DBC7-455A-A50C-3F030B4D9D66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665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B04904D-0382-4819-8C7A-880BD8C9912B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1.48148E-6 C -0.00052 -0.02315 -0.00052 -0.04421 -0.00034 -0.04421 C -0.00017 -0.04421 -0.00017 -0.02315 -4.16667E-6 -1.48148E-6 C -4.16667E-6 0.02546 -4.16667E-6 0.05116 0.00035 0.05116 C 0.00053 0.05116 0.00053 0.02546 0.00053 -1.48148E-6 C 0.0007 -0.02315 0.0007 -0.04421 0.00087 -0.04421 C 0.00105 -0.04421 0.00105 -0.02315 0.00122 -1.48148E-6 C 0.00122 0.02546 0.00122 0.05116 0.00139 0.05116 C 0.00157 0.05116 0.00174 -1.48148E-6 0.00174 0.00023 C 0.00174 -0.02315 0.00191 -0.04421 0.00209 -0.04421 C 0.00226 -0.04421 0.00226 -0.02315 0.00226 -1.48148E-6 C 0.00243 0.02546 0.00243 0.05116 0.00261 0.05116 C 0.00278 0.05116 0.00278 0.02546 0.00296 -1.48148E-6 C 0.00296 -0.02315 0.00296 -0.04421 0.00313 -0.04421 C 0.0033 -0.04421 0.00348 -0.02315 0.00348 -1.48148E-6 C 0.00348 0.02546 0.00365 0.05116 0.00382 0.05116 C 0.004 0.05116 0.004 0.02546 0.00417 -1.48148E-6 " pathEditMode="relative" rAng="0" ptsTypes="fffffffffffffffff">
                                      <p:cBhvr>
                                        <p:cTn id="6" dur="2000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300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2.59259E-6 C -0.00052 -0.02315 -0.00052 -0.04422 -0.00034 -0.04422 C -0.00017 -0.04422 -0.00017 -0.02315 -3.05556E-6 2.59259E-6 C -3.05556E-6 0.02546 -3.05556E-6 0.05115 0.00035 0.05115 C 0.00052 0.05115 0.00052 0.02546 0.00052 2.59259E-6 C 0.0007 -0.02315 0.0007 -0.04422 0.00087 -0.04422 C 0.00104 -0.04422 0.00104 -0.02315 0.00122 2.59259E-6 C 0.00122 0.02546 0.00122 0.05115 0.00139 0.05115 C 0.00157 0.05115 0.00174 2.59259E-6 0.00174 0.00023 C 0.00174 -0.02315 0.00191 -0.04422 0.00209 -0.04422 C 0.00226 -0.04422 0.00226 -0.02315 0.00226 2.59259E-6 C 0.00243 0.02546 0.00243 0.05115 0.00261 0.05115 C 0.00278 0.05115 0.00278 0.02546 0.00295 2.59259E-6 C 0.00295 -0.02315 0.00295 -0.04422 0.00313 -0.04422 C 0.0033 -0.04422 0.00348 -0.02315 0.00348 2.59259E-6 C 0.00348 0.02546 0.00365 0.05115 0.00382 0.05115 C 0.004 0.05115 0.004 0.02546 0.00417 2.59259E-6 " pathEditMode="relative" rAng="0" ptsTypes="fffffffffffffffff">
                                      <p:cBhvr>
                                        <p:cTn id="8" dur="20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300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1.48148E-6 C -0.00052 -0.02315 -0.00052 -0.04421 -0.00034 -0.04421 C -0.00017 -0.04421 -0.00017 -0.02315 -4.16667E-6 -1.48148E-6 C -4.16667E-6 0.02546 -4.16667E-6 0.05116 0.00035 0.05116 C 0.00053 0.05116 0.00053 0.02546 0.00053 -1.48148E-6 C 0.0007 -0.02315 0.0007 -0.04421 0.00087 -0.04421 C 0.00105 -0.04421 0.00105 -0.02315 0.00122 -1.48148E-6 C 0.00122 0.02546 0.00122 0.05116 0.00139 0.05116 C 0.00157 0.05116 0.00174 -1.48148E-6 0.00174 0.00023 C 0.00174 -0.02315 0.00191 -0.04421 0.00209 -0.04421 C 0.00226 -0.04421 0.00226 -0.02315 0.00226 -1.48148E-6 C 0.00243 0.02546 0.00243 0.05116 0.00261 0.05116 C 0.00278 0.05116 0.00278 0.02546 0.00296 -1.48148E-6 C 0.00296 -0.02315 0.00296 -0.04421 0.00313 -0.04421 C 0.0033 -0.04421 0.00348 -0.02315 0.00348 -1.48148E-6 C 0.00348 0.02546 0.00365 0.05116 0.00382 0.05116 C 0.004 0.05116 0.004 0.02546 0.00417 -1.48148E-6 " pathEditMode="relative" rAng="0" ptsTypes="fffffffffffffffff">
                                      <p:cBhvr>
                                        <p:cTn id="1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3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animBg="1"/>
      <p:bldP spid="130062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752600" y="289561"/>
          <a:ext cx="8774430" cy="594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7215"/>
                <a:gridCol w="4387215"/>
              </a:tblGrid>
              <a:tr h="5857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Spontaneous Emission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Stimulated Emission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38671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Takes place when excited atoms makes transitions to lower energy level voluntarily with</a:t>
                      </a:r>
                      <a:r>
                        <a:rPr lang="en-US" sz="2400" baseline="0" dirty="0">
                          <a:solidFill>
                            <a:srgbClr val="000000"/>
                          </a:solidFill>
                        </a:rPr>
                        <a:t> out any external stimulation.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Takes place when a photon of energy of equal to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</a:rPr>
                        <a:t>hv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 stimulates</a:t>
                      </a:r>
                      <a:r>
                        <a:rPr lang="en-US" sz="2400" baseline="0" dirty="0">
                          <a:solidFill>
                            <a:srgbClr val="000000"/>
                          </a:solidFill>
                        </a:rPr>
                        <a:t> an excited atom to make transition to lower energy level.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085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Polychromatic</a:t>
                      </a:r>
                      <a:r>
                        <a:rPr lang="en-US" sz="2400" baseline="0" dirty="0">
                          <a:solidFill>
                            <a:srgbClr val="000000"/>
                          </a:solidFill>
                        </a:rPr>
                        <a:t> Radiation.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Monochromatic Radiation.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085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Less Intensity.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High Intensity.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305422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Less directionality</a:t>
                      </a:r>
                      <a:r>
                        <a:rPr lang="en-US" sz="2400" baseline="0" dirty="0">
                          <a:solidFill>
                            <a:srgbClr val="000000"/>
                          </a:solidFill>
                        </a:rPr>
                        <a:t> so more angular spread during propagation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High directionality</a:t>
                      </a:r>
                      <a:r>
                        <a:rPr lang="en-US" sz="2400" baseline="0" dirty="0">
                          <a:solidFill>
                            <a:srgbClr val="000000"/>
                          </a:solidFill>
                        </a:rPr>
                        <a:t> so less angular spread during propagation.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09570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Spatially</a:t>
                      </a:r>
                      <a:r>
                        <a:rPr lang="en-US" sz="2400" baseline="0" dirty="0">
                          <a:solidFill>
                            <a:srgbClr val="000000"/>
                          </a:solidFill>
                        </a:rPr>
                        <a:t> and temporally incoherent radiation.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Spatially</a:t>
                      </a:r>
                      <a:r>
                        <a:rPr lang="en-US" sz="2400" baseline="0" dirty="0">
                          <a:solidFill>
                            <a:srgbClr val="000000"/>
                          </a:solidFill>
                        </a:rPr>
                        <a:t> and temporally coherent radiation.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E85E02-2AB6-4919-9FB5-97E1DC77AA32}" type="slidenum">
              <a:rPr lang="en-US" smtClean="0"/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6C16FA-ED30-4F50-89B7-24BCB4F5379E}" type="datetime2">
              <a:rPr lang="en-IN" smtClean="0"/>
            </a:fld>
            <a:endParaRPr 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 VENKAT</a:t>
            </a:r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92100"/>
            <a:ext cx="8229600" cy="1384300"/>
          </a:xfrm>
        </p:spPr>
        <p:txBody>
          <a:bodyPr/>
          <a:lstStyle/>
          <a:p>
            <a:pPr eaLnBrk="1" hangingPunct="1"/>
            <a:r>
              <a:rPr lang="en-US" altLang="zh-TW" b="1">
                <a:solidFill>
                  <a:srgbClr val="FF0000"/>
                </a:solidFill>
              </a:rPr>
              <a:t>Population Inversion</a:t>
            </a:r>
            <a:endParaRPr lang="en-US" altLang="zh-TW" b="1">
              <a:solidFill>
                <a:srgbClr val="FF0000"/>
              </a:solidFill>
              <a:ea typeface="PMingLiU" pitchFamily="18" charset="-12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05000" y="1752600"/>
            <a:ext cx="8229600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zh-TW" sz="2400" dirty="0"/>
              <a:t>In thermal equilibrium no. of atoms in the ground state is very much greater then no. of atom in excited state.(N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&gt; N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)</a:t>
            </a:r>
            <a:endParaRPr lang="en-US" altLang="zh-TW" sz="2400" dirty="0"/>
          </a:p>
          <a:p>
            <a:pPr algn="just" eaLnBrk="1" hangingPunct="1">
              <a:lnSpc>
                <a:spcPct val="90000"/>
              </a:lnSpc>
            </a:pPr>
            <a:endParaRPr lang="en-US" altLang="zh-TW" sz="2400" dirty="0"/>
          </a:p>
          <a:p>
            <a:pPr algn="just" eaLnBrk="1" hangingPunct="1">
              <a:lnSpc>
                <a:spcPct val="90000"/>
              </a:lnSpc>
            </a:pPr>
            <a:r>
              <a:rPr lang="en-US" altLang="zh-TW" sz="2400" dirty="0"/>
              <a:t>POPULATION INVERSION: </a:t>
            </a:r>
            <a:endParaRPr lang="en-US" altLang="zh-TW" sz="2400" dirty="0"/>
          </a:p>
          <a:p>
            <a:pPr algn="just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TW" sz="2400" dirty="0"/>
              <a:t>     It is the process of making no. atoms in the excited state greater than the no. of atoms in the lower energy state. i.e. the population is getting inverted.     (N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 &gt; N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).</a:t>
            </a:r>
            <a:endParaRPr lang="en-US" altLang="zh-TW" sz="2400" dirty="0"/>
          </a:p>
          <a:p>
            <a:pPr algn="just" eaLnBrk="1" hangingPunct="1">
              <a:lnSpc>
                <a:spcPct val="90000"/>
              </a:lnSpc>
            </a:pPr>
            <a:r>
              <a:rPr lang="en-US" altLang="zh-TW" sz="2400" dirty="0"/>
              <a:t>Population inversion is achieved in </a:t>
            </a:r>
            <a:r>
              <a:rPr lang="en-US" altLang="zh-TW" sz="2400" dirty="0">
                <a:solidFill>
                  <a:srgbClr val="FF0000"/>
                </a:solidFill>
              </a:rPr>
              <a:t>METASTABLE STATE</a:t>
            </a:r>
            <a:r>
              <a:rPr lang="en-US" altLang="zh-TW" sz="2400" dirty="0"/>
              <a:t> (life time of the order of 10</a:t>
            </a:r>
            <a:r>
              <a:rPr lang="en-US" altLang="zh-TW" sz="2400" baseline="30000" dirty="0"/>
              <a:t>-3</a:t>
            </a:r>
            <a:r>
              <a:rPr lang="en-US" altLang="zh-TW" sz="2400" dirty="0"/>
              <a:t> sec)</a:t>
            </a:r>
            <a:r>
              <a:rPr lang="en-US" altLang="zh-TW" sz="2400" dirty="0">
                <a:solidFill>
                  <a:srgbClr val="FF0000"/>
                </a:solidFill>
              </a:rPr>
              <a:t>.</a:t>
            </a:r>
            <a:endParaRPr lang="en-US" altLang="zh-TW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563562"/>
            <a:ext cx="7391400" cy="655638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META STABLE State?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524000"/>
            <a:ext cx="5166360" cy="4168140"/>
          </a:xfrm>
        </p:spPr>
        <p:txBody>
          <a:bodyPr/>
          <a:lstStyle/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Metastable state is a higher energy state whose lifetime (10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sec) is more than an ordinary higher energy state (10</a:t>
            </a:r>
            <a:r>
              <a:rPr lang="en-US" alt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sec). In metastable state population inversion can be achieved. And when these atoms come back to the original ground level it emits laser beam.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D4A924-2622-47EE-A646-44D70CEA41D4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3074" name="Picture 2" descr="PPT - Lesson 3 PowerPoint Presentation, free download - ID:142563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8" t="23834" r="5792" b="4834"/>
          <a:stretch>
            <a:fillRect/>
          </a:stretch>
        </p:blipFill>
        <p:spPr bwMode="auto">
          <a:xfrm>
            <a:off x="5806440" y="1390650"/>
            <a:ext cx="6244590" cy="489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134D47-89EB-47DF-806C-5914EC54FBC7}" type="datetime2">
              <a:rPr lang="en-IN" altLang="en-US" smtClean="0"/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5A3E9C-E427-4DF9-A561-8D2AFC488DD3}" type="slidenum">
              <a:rPr lang="en-US" altLang="en-US" smtClean="0"/>
            </a:fld>
            <a:endParaRPr lang="en-US" altLang="en-US"/>
          </a:p>
        </p:txBody>
      </p:sp>
      <p:pic>
        <p:nvPicPr>
          <p:cNvPr id="130050" name="Picture 2" descr="https://spie.org/Images/Graphics/Publications/FG08_P94_Lasers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98319" y="518160"/>
            <a:ext cx="9197329" cy="5596890"/>
          </a:xfrm>
          <a:prstGeom prst="rect">
            <a:avLst/>
          </a:prstGeom>
          <a:noFill/>
        </p:spPr>
      </p:pic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1E83B-B8FC-4F50-BE0F-73DF7FC18923}" type="datetime2">
              <a:rPr lang="en-IN" altLang="en-US" smtClean="0"/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5A3E9C-E427-4DF9-A561-8D2AFC488DD3}" type="slidenum">
              <a:rPr lang="en-US" altLang="en-US" smtClean="0"/>
            </a:fld>
            <a:endParaRPr lang="en-US" altLang="en-US"/>
          </a:p>
        </p:txBody>
      </p:sp>
      <p:pic>
        <p:nvPicPr>
          <p:cNvPr id="131074" name="Picture 2" descr="Rami Arieli: &quot;The Laser Adventure&quot;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82980" y="445769"/>
            <a:ext cx="10149840" cy="5628687"/>
          </a:xfrm>
          <a:prstGeom prst="rect">
            <a:avLst/>
          </a:prstGeom>
          <a:noFill/>
        </p:spPr>
      </p:pic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729F88-7B2A-47C0-9F6B-6B43AA9294E2}" type="datetime2">
              <a:rPr lang="en-IN" altLang="en-US" smtClean="0"/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5A3E9C-E427-4DF9-A561-8D2AFC488DD3}" type="slidenum">
              <a:rPr lang="en-US" altLang="en-US" smtClean="0"/>
            </a:fld>
            <a:endParaRPr lang="en-US" altLang="en-US"/>
          </a:p>
        </p:txBody>
      </p:sp>
      <p:pic>
        <p:nvPicPr>
          <p:cNvPr id="132098" name="Picture 2" descr="Laser Basics | SpringerLink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74470" y="354330"/>
            <a:ext cx="8202930" cy="6002020"/>
          </a:xfrm>
          <a:prstGeom prst="rect">
            <a:avLst/>
          </a:prstGeom>
          <a:noFill/>
        </p:spPr>
      </p:pic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6D2A675-35A6-42EB-9BE8-50F5260CB9AF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867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2C10401-F1C7-4F2E-95A4-AA3934EE9AC4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48740" y="259945"/>
            <a:ext cx="9195435" cy="606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070" y="117792"/>
            <a:ext cx="10515600" cy="526415"/>
          </a:xfrm>
        </p:spPr>
        <p:txBody>
          <a:bodyPr/>
          <a:lstStyle/>
          <a:p>
            <a:r>
              <a:rPr lang="en-IN" b="1" dirty="0"/>
              <a:t>Three &amp; Four Level LASER</a:t>
            </a:r>
            <a:endParaRPr lang="en-IN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DC223A-4B2B-4D61-AF9D-BEABC872BEAA}" type="datetime2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E9F8-F076-41B0-AA86-E04FE98B3922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2" descr="Laser Fundamentals - Introduction to Lasers | Olympus Life Scienc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046018"/>
            <a:ext cx="8534400" cy="5430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2038" y="792164"/>
            <a:ext cx="7650162" cy="677621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800" spc="-5">
                <a:solidFill>
                  <a:srgbClr val="FF0000"/>
                </a:solidFill>
              </a:rPr>
              <a:t>WARNING</a:t>
            </a:r>
            <a:r>
              <a:rPr sz="4800" spc="-114">
                <a:solidFill>
                  <a:srgbClr val="FF0000"/>
                </a:solidFill>
              </a:rPr>
              <a:t> </a:t>
            </a:r>
            <a:r>
              <a:rPr sz="4800" spc="15" dirty="0">
                <a:solidFill>
                  <a:srgbClr val="FF0000"/>
                </a:solidFill>
              </a:rPr>
              <a:t>LABELS</a:t>
            </a:r>
            <a:endParaRPr sz="4800"/>
          </a:p>
        </p:txBody>
      </p:sp>
      <p:sp>
        <p:nvSpPr>
          <p:cNvPr id="16387" name="object 3"/>
          <p:cNvSpPr>
            <a:spLocks noChangeArrowheads="1"/>
          </p:cNvSpPr>
          <p:nvPr/>
        </p:nvSpPr>
        <p:spPr bwMode="auto">
          <a:xfrm>
            <a:off x="2001839" y="3402013"/>
            <a:ext cx="3844925" cy="1301750"/>
          </a:xfrm>
          <a:custGeom>
            <a:avLst/>
            <a:gdLst>
              <a:gd name="T0" fmla="*/ 0 w 3844925"/>
              <a:gd name="T1" fmla="*/ 0 h 1301750"/>
              <a:gd name="T2" fmla="*/ 3844925 w 3844925"/>
              <a:gd name="T3" fmla="*/ 1301750 h 1301750"/>
            </a:gdLst>
            <a:ahLst/>
            <a:cxnLst/>
            <a:rect l="T0" t="T1" r="T2" b="T3"/>
            <a:pathLst>
              <a:path w="3844925" h="1301750">
                <a:moveTo>
                  <a:pt x="0" y="1301623"/>
                </a:moveTo>
                <a:lnTo>
                  <a:pt x="3844925" y="1301623"/>
                </a:lnTo>
                <a:lnTo>
                  <a:pt x="3844925" y="0"/>
                </a:lnTo>
                <a:lnTo>
                  <a:pt x="0" y="0"/>
                </a:lnTo>
                <a:lnTo>
                  <a:pt x="0" y="1301623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8" name="object 4"/>
          <p:cNvSpPr>
            <a:spLocks noChangeArrowheads="1"/>
          </p:cNvSpPr>
          <p:nvPr/>
        </p:nvSpPr>
        <p:spPr bwMode="auto">
          <a:xfrm>
            <a:off x="2001838" y="2209800"/>
            <a:ext cx="3859212" cy="33338"/>
          </a:xfrm>
          <a:custGeom>
            <a:avLst/>
            <a:gdLst>
              <a:gd name="T0" fmla="*/ 0 w 3859529"/>
              <a:gd name="T1" fmla="*/ 0 h 33655"/>
              <a:gd name="T2" fmla="*/ 3859529 w 3859529"/>
              <a:gd name="T3" fmla="*/ 33655 h 33655"/>
            </a:gdLst>
            <a:ahLst/>
            <a:cxnLst/>
            <a:rect l="T0" t="T1" r="T2" b="T3"/>
            <a:pathLst>
              <a:path w="3859529" h="33655">
                <a:moveTo>
                  <a:pt x="3845623" y="0"/>
                </a:moveTo>
                <a:lnTo>
                  <a:pt x="0" y="0"/>
                </a:lnTo>
                <a:lnTo>
                  <a:pt x="0" y="33400"/>
                </a:lnTo>
                <a:lnTo>
                  <a:pt x="3845623" y="33400"/>
                </a:lnTo>
                <a:lnTo>
                  <a:pt x="3831907" y="20065"/>
                </a:lnTo>
                <a:lnTo>
                  <a:pt x="3859212" y="20065"/>
                </a:lnTo>
                <a:lnTo>
                  <a:pt x="3845623" y="0"/>
                </a:lnTo>
                <a:close/>
              </a:path>
              <a:path w="3859529" h="33655">
                <a:moveTo>
                  <a:pt x="3859212" y="0"/>
                </a:moveTo>
                <a:lnTo>
                  <a:pt x="3845623" y="0"/>
                </a:lnTo>
                <a:lnTo>
                  <a:pt x="3859212" y="20065"/>
                </a:lnTo>
                <a:lnTo>
                  <a:pt x="3859212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9" name="object 5"/>
          <p:cNvSpPr>
            <a:spLocks noChangeArrowheads="1"/>
          </p:cNvSpPr>
          <p:nvPr/>
        </p:nvSpPr>
        <p:spPr bwMode="auto">
          <a:xfrm>
            <a:off x="5834064" y="2230438"/>
            <a:ext cx="26987" cy="2493962"/>
          </a:xfrm>
          <a:custGeom>
            <a:avLst/>
            <a:gdLst>
              <a:gd name="T0" fmla="*/ 0 w 27304"/>
              <a:gd name="T1" fmla="*/ 0 h 2494279"/>
              <a:gd name="T2" fmla="*/ 27304 w 27304"/>
              <a:gd name="T3" fmla="*/ 2494279 h 2494279"/>
            </a:gdLst>
            <a:ahLst/>
            <a:cxnLst/>
            <a:rect l="T0" t="T1" r="T2" b="T3"/>
            <a:pathLst>
              <a:path w="27304" h="2494279">
                <a:moveTo>
                  <a:pt x="26924" y="2460498"/>
                </a:moveTo>
                <a:lnTo>
                  <a:pt x="13462" y="2460498"/>
                </a:lnTo>
                <a:lnTo>
                  <a:pt x="13462" y="2493899"/>
                </a:lnTo>
                <a:lnTo>
                  <a:pt x="26924" y="2473833"/>
                </a:lnTo>
                <a:lnTo>
                  <a:pt x="26924" y="2460498"/>
                </a:lnTo>
                <a:close/>
              </a:path>
              <a:path w="27304" h="2494279">
                <a:moveTo>
                  <a:pt x="26924" y="2473833"/>
                </a:moveTo>
                <a:lnTo>
                  <a:pt x="13462" y="2493899"/>
                </a:lnTo>
                <a:lnTo>
                  <a:pt x="26924" y="2493899"/>
                </a:lnTo>
                <a:lnTo>
                  <a:pt x="26924" y="2473833"/>
                </a:lnTo>
                <a:close/>
              </a:path>
              <a:path w="27304" h="2494279">
                <a:moveTo>
                  <a:pt x="26924" y="0"/>
                </a:moveTo>
                <a:lnTo>
                  <a:pt x="0" y="0"/>
                </a:lnTo>
                <a:lnTo>
                  <a:pt x="0" y="2473833"/>
                </a:lnTo>
                <a:lnTo>
                  <a:pt x="13462" y="2460498"/>
                </a:lnTo>
                <a:lnTo>
                  <a:pt x="26924" y="2460498"/>
                </a:lnTo>
                <a:lnTo>
                  <a:pt x="2692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0" name="object 6"/>
          <p:cNvSpPr>
            <a:spLocks noChangeArrowheads="1"/>
          </p:cNvSpPr>
          <p:nvPr/>
        </p:nvSpPr>
        <p:spPr bwMode="auto">
          <a:xfrm>
            <a:off x="1981201" y="4691064"/>
            <a:ext cx="3865563" cy="33337"/>
          </a:xfrm>
          <a:custGeom>
            <a:avLst/>
            <a:gdLst>
              <a:gd name="T0" fmla="*/ 0 w 3865879"/>
              <a:gd name="T1" fmla="*/ 0 h 33654"/>
              <a:gd name="T2" fmla="*/ 3865879 w 3865879"/>
              <a:gd name="T3" fmla="*/ 33654 h 33654"/>
            </a:gdLst>
            <a:ahLst/>
            <a:cxnLst/>
            <a:rect l="T0" t="T1" r="T2" b="T3"/>
            <a:pathLst>
              <a:path w="3865879" h="33654">
                <a:moveTo>
                  <a:pt x="0" y="13462"/>
                </a:moveTo>
                <a:lnTo>
                  <a:pt x="0" y="33400"/>
                </a:lnTo>
                <a:lnTo>
                  <a:pt x="20434" y="33400"/>
                </a:lnTo>
                <a:lnTo>
                  <a:pt x="0" y="13462"/>
                </a:lnTo>
                <a:close/>
              </a:path>
              <a:path w="3865879" h="33654">
                <a:moveTo>
                  <a:pt x="3865626" y="0"/>
                </a:moveTo>
                <a:lnTo>
                  <a:pt x="20434" y="0"/>
                </a:lnTo>
                <a:lnTo>
                  <a:pt x="34061" y="13462"/>
                </a:lnTo>
                <a:lnTo>
                  <a:pt x="0" y="13462"/>
                </a:lnTo>
                <a:lnTo>
                  <a:pt x="20434" y="33400"/>
                </a:lnTo>
                <a:lnTo>
                  <a:pt x="3865626" y="33400"/>
                </a:lnTo>
                <a:lnTo>
                  <a:pt x="3865626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1" name="object 7"/>
          <p:cNvSpPr>
            <a:spLocks noChangeArrowheads="1"/>
          </p:cNvSpPr>
          <p:nvPr/>
        </p:nvSpPr>
        <p:spPr bwMode="auto">
          <a:xfrm>
            <a:off x="1981200" y="2209801"/>
            <a:ext cx="33338" cy="2493963"/>
          </a:xfrm>
          <a:custGeom>
            <a:avLst/>
            <a:gdLst>
              <a:gd name="T0" fmla="*/ 0 w 33654"/>
              <a:gd name="T1" fmla="*/ 0 h 2494279"/>
              <a:gd name="T2" fmla="*/ 33654 w 33654"/>
              <a:gd name="T3" fmla="*/ 2494279 h 2494279"/>
            </a:gdLst>
            <a:ahLst/>
            <a:cxnLst/>
            <a:rect l="T0" t="T1" r="T2" b="T3"/>
            <a:pathLst>
              <a:path w="33654" h="2494279">
                <a:moveTo>
                  <a:pt x="20002" y="0"/>
                </a:moveTo>
                <a:lnTo>
                  <a:pt x="0" y="20065"/>
                </a:lnTo>
                <a:lnTo>
                  <a:pt x="0" y="2493899"/>
                </a:lnTo>
                <a:lnTo>
                  <a:pt x="33337" y="2493899"/>
                </a:lnTo>
                <a:lnTo>
                  <a:pt x="33337" y="33400"/>
                </a:lnTo>
                <a:lnTo>
                  <a:pt x="20002" y="33400"/>
                </a:lnTo>
                <a:lnTo>
                  <a:pt x="20002" y="0"/>
                </a:lnTo>
                <a:close/>
              </a:path>
              <a:path w="33654" h="2494279">
                <a:moveTo>
                  <a:pt x="33337" y="20065"/>
                </a:moveTo>
                <a:lnTo>
                  <a:pt x="20002" y="33400"/>
                </a:lnTo>
                <a:lnTo>
                  <a:pt x="33337" y="33400"/>
                </a:lnTo>
                <a:lnTo>
                  <a:pt x="33337" y="20065"/>
                </a:lnTo>
                <a:close/>
              </a:path>
              <a:path w="33654" h="2494279">
                <a:moveTo>
                  <a:pt x="20002" y="0"/>
                </a:moveTo>
                <a:lnTo>
                  <a:pt x="0" y="0"/>
                </a:lnTo>
                <a:lnTo>
                  <a:pt x="0" y="20065"/>
                </a:lnTo>
                <a:lnTo>
                  <a:pt x="20002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2" name="object 8"/>
          <p:cNvSpPr>
            <a:spLocks noChangeArrowheads="1"/>
          </p:cNvSpPr>
          <p:nvPr/>
        </p:nvSpPr>
        <p:spPr bwMode="auto">
          <a:xfrm>
            <a:off x="2001839" y="2230439"/>
            <a:ext cx="3844925" cy="1171575"/>
          </a:xfrm>
          <a:custGeom>
            <a:avLst/>
            <a:gdLst>
              <a:gd name="T0" fmla="*/ 0 w 3844925"/>
              <a:gd name="T1" fmla="*/ 0 h 1171575"/>
              <a:gd name="T2" fmla="*/ 3844925 w 3844925"/>
              <a:gd name="T3" fmla="*/ 1171575 h 1171575"/>
            </a:gdLst>
            <a:ahLst/>
            <a:cxnLst/>
            <a:rect l="T0" t="T1" r="T2" b="T3"/>
            <a:pathLst>
              <a:path w="3844925" h="1171575">
                <a:moveTo>
                  <a:pt x="0" y="1171575"/>
                </a:moveTo>
                <a:lnTo>
                  <a:pt x="3844925" y="1171575"/>
                </a:lnTo>
                <a:lnTo>
                  <a:pt x="3844925" y="0"/>
                </a:lnTo>
                <a:lnTo>
                  <a:pt x="0" y="0"/>
                </a:lnTo>
                <a:lnTo>
                  <a:pt x="0" y="1171575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3" name="object 9"/>
          <p:cNvSpPr>
            <a:spLocks noChangeArrowheads="1"/>
          </p:cNvSpPr>
          <p:nvPr/>
        </p:nvSpPr>
        <p:spPr bwMode="auto">
          <a:xfrm>
            <a:off x="2001838" y="2209800"/>
            <a:ext cx="3865562" cy="33338"/>
          </a:xfrm>
          <a:custGeom>
            <a:avLst/>
            <a:gdLst>
              <a:gd name="T0" fmla="*/ 0 w 3865879"/>
              <a:gd name="T1" fmla="*/ 0 h 33655"/>
              <a:gd name="T2" fmla="*/ 3865879 w 3865879"/>
              <a:gd name="T3" fmla="*/ 33655 h 33655"/>
            </a:gdLst>
            <a:ahLst/>
            <a:cxnLst/>
            <a:rect l="T0" t="T1" r="T2" b="T3"/>
            <a:pathLst>
              <a:path w="3865879" h="33655">
                <a:moveTo>
                  <a:pt x="3845115" y="0"/>
                </a:moveTo>
                <a:lnTo>
                  <a:pt x="0" y="0"/>
                </a:lnTo>
                <a:lnTo>
                  <a:pt x="0" y="33400"/>
                </a:lnTo>
                <a:lnTo>
                  <a:pt x="3845115" y="33400"/>
                </a:lnTo>
                <a:lnTo>
                  <a:pt x="3831526" y="20065"/>
                </a:lnTo>
                <a:lnTo>
                  <a:pt x="3865562" y="20065"/>
                </a:lnTo>
                <a:lnTo>
                  <a:pt x="3845115" y="0"/>
                </a:lnTo>
                <a:close/>
              </a:path>
              <a:path w="3865879" h="33655">
                <a:moveTo>
                  <a:pt x="3865562" y="0"/>
                </a:moveTo>
                <a:lnTo>
                  <a:pt x="3845115" y="0"/>
                </a:lnTo>
                <a:lnTo>
                  <a:pt x="3865562" y="20065"/>
                </a:lnTo>
                <a:lnTo>
                  <a:pt x="3865562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4" name="object 10"/>
          <p:cNvSpPr>
            <a:spLocks noChangeArrowheads="1"/>
          </p:cNvSpPr>
          <p:nvPr/>
        </p:nvSpPr>
        <p:spPr bwMode="auto">
          <a:xfrm>
            <a:off x="5834064" y="2230439"/>
            <a:ext cx="33337" cy="1184275"/>
          </a:xfrm>
          <a:custGeom>
            <a:avLst/>
            <a:gdLst>
              <a:gd name="T0" fmla="*/ 0 w 33654"/>
              <a:gd name="T1" fmla="*/ 0 h 1184275"/>
              <a:gd name="T2" fmla="*/ 33654 w 33654"/>
              <a:gd name="T3" fmla="*/ 1184275 h 1184275"/>
            </a:gdLst>
            <a:ahLst/>
            <a:cxnLst/>
            <a:rect l="T0" t="T1" r="T2" b="T3"/>
            <a:pathLst>
              <a:path w="33654" h="1184275">
                <a:moveTo>
                  <a:pt x="33274" y="1159128"/>
                </a:moveTo>
                <a:lnTo>
                  <a:pt x="13335" y="1159128"/>
                </a:lnTo>
                <a:lnTo>
                  <a:pt x="13335" y="1184275"/>
                </a:lnTo>
                <a:lnTo>
                  <a:pt x="33274" y="1170813"/>
                </a:lnTo>
                <a:lnTo>
                  <a:pt x="33274" y="1159128"/>
                </a:lnTo>
                <a:close/>
              </a:path>
              <a:path w="33654" h="1184275">
                <a:moveTo>
                  <a:pt x="33274" y="1170813"/>
                </a:moveTo>
                <a:lnTo>
                  <a:pt x="13335" y="1184275"/>
                </a:lnTo>
                <a:lnTo>
                  <a:pt x="33274" y="1184275"/>
                </a:lnTo>
                <a:lnTo>
                  <a:pt x="33274" y="1170813"/>
                </a:lnTo>
                <a:close/>
              </a:path>
              <a:path w="33654" h="1184275">
                <a:moveTo>
                  <a:pt x="33274" y="0"/>
                </a:moveTo>
                <a:lnTo>
                  <a:pt x="0" y="0"/>
                </a:lnTo>
                <a:lnTo>
                  <a:pt x="0" y="1170813"/>
                </a:lnTo>
                <a:lnTo>
                  <a:pt x="13335" y="1159128"/>
                </a:lnTo>
                <a:lnTo>
                  <a:pt x="33274" y="1159128"/>
                </a:lnTo>
                <a:lnTo>
                  <a:pt x="3327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5" name="object 11"/>
          <p:cNvSpPr>
            <a:spLocks noChangeArrowheads="1"/>
          </p:cNvSpPr>
          <p:nvPr/>
        </p:nvSpPr>
        <p:spPr bwMode="auto">
          <a:xfrm>
            <a:off x="1981201" y="3390901"/>
            <a:ext cx="3865563" cy="23813"/>
          </a:xfrm>
          <a:custGeom>
            <a:avLst/>
            <a:gdLst>
              <a:gd name="T0" fmla="*/ 0 w 3865879"/>
              <a:gd name="T1" fmla="*/ 0 h 24129"/>
              <a:gd name="T2" fmla="*/ 3865879 w 3865879"/>
              <a:gd name="T3" fmla="*/ 24129 h 24129"/>
            </a:gdLst>
            <a:ahLst/>
            <a:cxnLst/>
            <a:rect l="T0" t="T1" r="T2" b="T3"/>
            <a:pathLst>
              <a:path w="3865879" h="24129">
                <a:moveTo>
                  <a:pt x="0" y="11049"/>
                </a:moveTo>
                <a:lnTo>
                  <a:pt x="0" y="23875"/>
                </a:lnTo>
                <a:lnTo>
                  <a:pt x="20434" y="23875"/>
                </a:lnTo>
                <a:lnTo>
                  <a:pt x="0" y="11049"/>
                </a:lnTo>
                <a:close/>
              </a:path>
              <a:path w="3865879" h="24129">
                <a:moveTo>
                  <a:pt x="3865626" y="0"/>
                </a:moveTo>
                <a:lnTo>
                  <a:pt x="20434" y="0"/>
                </a:lnTo>
                <a:lnTo>
                  <a:pt x="34061" y="11049"/>
                </a:lnTo>
                <a:lnTo>
                  <a:pt x="0" y="11049"/>
                </a:lnTo>
                <a:lnTo>
                  <a:pt x="20434" y="23875"/>
                </a:lnTo>
                <a:lnTo>
                  <a:pt x="3865626" y="23875"/>
                </a:lnTo>
                <a:lnTo>
                  <a:pt x="3865626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6" name="object 12"/>
          <p:cNvSpPr>
            <a:spLocks noChangeArrowheads="1"/>
          </p:cNvSpPr>
          <p:nvPr/>
        </p:nvSpPr>
        <p:spPr bwMode="auto">
          <a:xfrm>
            <a:off x="1981200" y="2209801"/>
            <a:ext cx="33338" cy="1192213"/>
          </a:xfrm>
          <a:custGeom>
            <a:avLst/>
            <a:gdLst>
              <a:gd name="T0" fmla="*/ 0 w 33654"/>
              <a:gd name="T1" fmla="*/ 0 h 1192529"/>
              <a:gd name="T2" fmla="*/ 33654 w 33654"/>
              <a:gd name="T3" fmla="*/ 1192529 h 1192529"/>
            </a:gdLst>
            <a:ahLst/>
            <a:cxnLst/>
            <a:rect l="T0" t="T1" r="T2" b="T3"/>
            <a:pathLst>
              <a:path w="33654" h="1192529">
                <a:moveTo>
                  <a:pt x="20002" y="0"/>
                </a:moveTo>
                <a:lnTo>
                  <a:pt x="0" y="20065"/>
                </a:lnTo>
                <a:lnTo>
                  <a:pt x="0" y="1192276"/>
                </a:lnTo>
                <a:lnTo>
                  <a:pt x="33337" y="1192276"/>
                </a:lnTo>
                <a:lnTo>
                  <a:pt x="33337" y="33400"/>
                </a:lnTo>
                <a:lnTo>
                  <a:pt x="20002" y="33400"/>
                </a:lnTo>
                <a:lnTo>
                  <a:pt x="20002" y="0"/>
                </a:lnTo>
                <a:close/>
              </a:path>
              <a:path w="33654" h="1192529">
                <a:moveTo>
                  <a:pt x="33337" y="20065"/>
                </a:moveTo>
                <a:lnTo>
                  <a:pt x="20002" y="33400"/>
                </a:lnTo>
                <a:lnTo>
                  <a:pt x="33337" y="33400"/>
                </a:lnTo>
                <a:lnTo>
                  <a:pt x="33337" y="20065"/>
                </a:lnTo>
                <a:close/>
              </a:path>
              <a:path w="33654" h="1192529">
                <a:moveTo>
                  <a:pt x="20002" y="0"/>
                </a:moveTo>
                <a:lnTo>
                  <a:pt x="0" y="0"/>
                </a:lnTo>
                <a:lnTo>
                  <a:pt x="0" y="20065"/>
                </a:lnTo>
                <a:lnTo>
                  <a:pt x="20002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7" name="object 13"/>
          <p:cNvSpPr>
            <a:spLocks noChangeArrowheads="1"/>
          </p:cNvSpPr>
          <p:nvPr/>
        </p:nvSpPr>
        <p:spPr bwMode="auto">
          <a:xfrm>
            <a:off x="2198689" y="2544764"/>
            <a:ext cx="485775" cy="547687"/>
          </a:xfrm>
          <a:custGeom>
            <a:avLst/>
            <a:gdLst>
              <a:gd name="T0" fmla="*/ 0 w 485775"/>
              <a:gd name="T1" fmla="*/ 0 h 548005"/>
              <a:gd name="T2" fmla="*/ 485775 w 485775"/>
              <a:gd name="T3" fmla="*/ 548005 h 548005"/>
            </a:gdLst>
            <a:ahLst/>
            <a:cxnLst/>
            <a:rect l="T0" t="T1" r="T2" b="T3"/>
            <a:pathLst>
              <a:path w="485775" h="548005">
                <a:moveTo>
                  <a:pt x="328968" y="540893"/>
                </a:moveTo>
                <a:lnTo>
                  <a:pt x="262483" y="540893"/>
                </a:lnTo>
                <a:lnTo>
                  <a:pt x="269303" y="547624"/>
                </a:lnTo>
                <a:lnTo>
                  <a:pt x="315328" y="547624"/>
                </a:lnTo>
                <a:lnTo>
                  <a:pt x="328968" y="540893"/>
                </a:lnTo>
                <a:close/>
              </a:path>
              <a:path w="485775" h="548005">
                <a:moveTo>
                  <a:pt x="381800" y="534288"/>
                </a:moveTo>
                <a:lnTo>
                  <a:pt x="216471" y="534288"/>
                </a:lnTo>
                <a:lnTo>
                  <a:pt x="230098" y="540893"/>
                </a:lnTo>
                <a:lnTo>
                  <a:pt x="368172" y="540893"/>
                </a:lnTo>
                <a:lnTo>
                  <a:pt x="381800" y="534288"/>
                </a:lnTo>
                <a:close/>
              </a:path>
              <a:path w="485775" h="548005">
                <a:moveTo>
                  <a:pt x="400558" y="529209"/>
                </a:moveTo>
                <a:lnTo>
                  <a:pt x="197713" y="529209"/>
                </a:lnTo>
                <a:lnTo>
                  <a:pt x="202831" y="534288"/>
                </a:lnTo>
                <a:lnTo>
                  <a:pt x="393738" y="534288"/>
                </a:lnTo>
                <a:lnTo>
                  <a:pt x="400558" y="529209"/>
                </a:lnTo>
                <a:close/>
              </a:path>
              <a:path w="485775" h="548005">
                <a:moveTo>
                  <a:pt x="414185" y="13335"/>
                </a:moveTo>
                <a:lnTo>
                  <a:pt x="197713" y="13335"/>
                </a:lnTo>
                <a:lnTo>
                  <a:pt x="170446" y="26670"/>
                </a:lnTo>
                <a:lnTo>
                  <a:pt x="156806" y="31623"/>
                </a:lnTo>
                <a:lnTo>
                  <a:pt x="144881" y="38353"/>
                </a:lnTo>
                <a:lnTo>
                  <a:pt x="117614" y="51688"/>
                </a:lnTo>
                <a:lnTo>
                  <a:pt x="105676" y="58420"/>
                </a:lnTo>
                <a:lnTo>
                  <a:pt x="98856" y="71754"/>
                </a:lnTo>
                <a:lnTo>
                  <a:pt x="85229" y="76708"/>
                </a:lnTo>
                <a:lnTo>
                  <a:pt x="64770" y="96774"/>
                </a:lnTo>
                <a:lnTo>
                  <a:pt x="59651" y="110109"/>
                </a:lnTo>
                <a:lnTo>
                  <a:pt x="46024" y="121793"/>
                </a:lnTo>
                <a:lnTo>
                  <a:pt x="39204" y="128524"/>
                </a:lnTo>
                <a:lnTo>
                  <a:pt x="25565" y="155194"/>
                </a:lnTo>
                <a:lnTo>
                  <a:pt x="18745" y="166877"/>
                </a:lnTo>
                <a:lnTo>
                  <a:pt x="18745" y="180212"/>
                </a:lnTo>
                <a:lnTo>
                  <a:pt x="13639" y="193675"/>
                </a:lnTo>
                <a:lnTo>
                  <a:pt x="6819" y="207010"/>
                </a:lnTo>
                <a:lnTo>
                  <a:pt x="6819" y="232028"/>
                </a:lnTo>
                <a:lnTo>
                  <a:pt x="0" y="245363"/>
                </a:lnTo>
                <a:lnTo>
                  <a:pt x="0" y="303784"/>
                </a:lnTo>
                <a:lnTo>
                  <a:pt x="6819" y="322199"/>
                </a:lnTo>
                <a:lnTo>
                  <a:pt x="6819" y="335534"/>
                </a:lnTo>
                <a:lnTo>
                  <a:pt x="13639" y="353949"/>
                </a:lnTo>
                <a:lnTo>
                  <a:pt x="18745" y="367284"/>
                </a:lnTo>
                <a:lnTo>
                  <a:pt x="25565" y="387350"/>
                </a:lnTo>
                <a:lnTo>
                  <a:pt x="32384" y="399034"/>
                </a:lnTo>
                <a:lnTo>
                  <a:pt x="39204" y="412369"/>
                </a:lnTo>
                <a:lnTo>
                  <a:pt x="52844" y="432435"/>
                </a:lnTo>
                <a:lnTo>
                  <a:pt x="59651" y="444119"/>
                </a:lnTo>
                <a:lnTo>
                  <a:pt x="71589" y="457453"/>
                </a:lnTo>
                <a:lnTo>
                  <a:pt x="85229" y="464185"/>
                </a:lnTo>
                <a:lnTo>
                  <a:pt x="110794" y="489203"/>
                </a:lnTo>
                <a:lnTo>
                  <a:pt x="138061" y="502538"/>
                </a:lnTo>
                <a:lnTo>
                  <a:pt x="144881" y="509270"/>
                </a:lnTo>
                <a:lnTo>
                  <a:pt x="156806" y="515874"/>
                </a:lnTo>
                <a:lnTo>
                  <a:pt x="163626" y="522604"/>
                </a:lnTo>
                <a:lnTo>
                  <a:pt x="177266" y="522604"/>
                </a:lnTo>
                <a:lnTo>
                  <a:pt x="184086" y="529209"/>
                </a:lnTo>
                <a:lnTo>
                  <a:pt x="414185" y="529209"/>
                </a:lnTo>
                <a:lnTo>
                  <a:pt x="427824" y="522604"/>
                </a:lnTo>
                <a:lnTo>
                  <a:pt x="439750" y="515874"/>
                </a:lnTo>
                <a:lnTo>
                  <a:pt x="453390" y="515874"/>
                </a:lnTo>
                <a:lnTo>
                  <a:pt x="467029" y="509270"/>
                </a:lnTo>
                <a:lnTo>
                  <a:pt x="473849" y="502538"/>
                </a:lnTo>
                <a:lnTo>
                  <a:pt x="485775" y="495808"/>
                </a:lnTo>
                <a:lnTo>
                  <a:pt x="485775" y="470788"/>
                </a:lnTo>
                <a:lnTo>
                  <a:pt x="248856" y="470788"/>
                </a:lnTo>
                <a:lnTo>
                  <a:pt x="230098" y="464185"/>
                </a:lnTo>
                <a:lnTo>
                  <a:pt x="209651" y="457453"/>
                </a:lnTo>
                <a:lnTo>
                  <a:pt x="190906" y="450723"/>
                </a:lnTo>
                <a:lnTo>
                  <a:pt x="177266" y="439038"/>
                </a:lnTo>
                <a:lnTo>
                  <a:pt x="156806" y="432435"/>
                </a:lnTo>
                <a:lnTo>
                  <a:pt x="144881" y="419100"/>
                </a:lnTo>
                <a:lnTo>
                  <a:pt x="131241" y="399034"/>
                </a:lnTo>
                <a:lnTo>
                  <a:pt x="117614" y="387350"/>
                </a:lnTo>
                <a:lnTo>
                  <a:pt x="105676" y="367284"/>
                </a:lnTo>
                <a:lnTo>
                  <a:pt x="98856" y="353949"/>
                </a:lnTo>
                <a:lnTo>
                  <a:pt x="92036" y="335534"/>
                </a:lnTo>
                <a:lnTo>
                  <a:pt x="85229" y="315468"/>
                </a:lnTo>
                <a:lnTo>
                  <a:pt x="85229" y="232028"/>
                </a:lnTo>
                <a:lnTo>
                  <a:pt x="92036" y="211962"/>
                </a:lnTo>
                <a:lnTo>
                  <a:pt x="98856" y="193675"/>
                </a:lnTo>
                <a:lnTo>
                  <a:pt x="105676" y="173609"/>
                </a:lnTo>
                <a:lnTo>
                  <a:pt x="117614" y="161925"/>
                </a:lnTo>
                <a:lnTo>
                  <a:pt x="131241" y="141859"/>
                </a:lnTo>
                <a:lnTo>
                  <a:pt x="156806" y="116839"/>
                </a:lnTo>
                <a:lnTo>
                  <a:pt x="197713" y="90043"/>
                </a:lnTo>
                <a:lnTo>
                  <a:pt x="216471" y="83438"/>
                </a:lnTo>
                <a:lnTo>
                  <a:pt x="236918" y="76708"/>
                </a:lnTo>
                <a:lnTo>
                  <a:pt x="255676" y="76708"/>
                </a:lnTo>
                <a:lnTo>
                  <a:pt x="276123" y="71754"/>
                </a:lnTo>
                <a:lnTo>
                  <a:pt x="485775" y="71754"/>
                </a:lnTo>
                <a:lnTo>
                  <a:pt x="485775" y="44958"/>
                </a:lnTo>
                <a:lnTo>
                  <a:pt x="473849" y="38353"/>
                </a:lnTo>
                <a:lnTo>
                  <a:pt x="460209" y="31623"/>
                </a:lnTo>
                <a:lnTo>
                  <a:pt x="446570" y="26670"/>
                </a:lnTo>
                <a:lnTo>
                  <a:pt x="434644" y="26670"/>
                </a:lnTo>
                <a:lnTo>
                  <a:pt x="427824" y="19938"/>
                </a:lnTo>
                <a:lnTo>
                  <a:pt x="414185" y="13335"/>
                </a:lnTo>
                <a:close/>
              </a:path>
              <a:path w="485775" h="548005">
                <a:moveTo>
                  <a:pt x="485775" y="412369"/>
                </a:moveTo>
                <a:lnTo>
                  <a:pt x="473849" y="419100"/>
                </a:lnTo>
                <a:lnTo>
                  <a:pt x="467029" y="425703"/>
                </a:lnTo>
                <a:lnTo>
                  <a:pt x="439750" y="439038"/>
                </a:lnTo>
                <a:lnTo>
                  <a:pt x="427824" y="444119"/>
                </a:lnTo>
                <a:lnTo>
                  <a:pt x="414185" y="450723"/>
                </a:lnTo>
                <a:lnTo>
                  <a:pt x="400558" y="450723"/>
                </a:lnTo>
                <a:lnTo>
                  <a:pt x="388619" y="457453"/>
                </a:lnTo>
                <a:lnTo>
                  <a:pt x="381800" y="464185"/>
                </a:lnTo>
                <a:lnTo>
                  <a:pt x="368172" y="464185"/>
                </a:lnTo>
                <a:lnTo>
                  <a:pt x="354533" y="470788"/>
                </a:lnTo>
                <a:lnTo>
                  <a:pt x="485775" y="470788"/>
                </a:lnTo>
                <a:lnTo>
                  <a:pt x="485775" y="412369"/>
                </a:lnTo>
                <a:close/>
              </a:path>
              <a:path w="485775" h="548005">
                <a:moveTo>
                  <a:pt x="485775" y="71754"/>
                </a:moveTo>
                <a:lnTo>
                  <a:pt x="342595" y="71754"/>
                </a:lnTo>
                <a:lnTo>
                  <a:pt x="354533" y="76708"/>
                </a:lnTo>
                <a:lnTo>
                  <a:pt x="368172" y="76708"/>
                </a:lnTo>
                <a:lnTo>
                  <a:pt x="374980" y="83438"/>
                </a:lnTo>
                <a:lnTo>
                  <a:pt x="388619" y="83438"/>
                </a:lnTo>
                <a:lnTo>
                  <a:pt x="400558" y="90043"/>
                </a:lnTo>
                <a:lnTo>
                  <a:pt x="407365" y="90043"/>
                </a:lnTo>
                <a:lnTo>
                  <a:pt x="434644" y="103504"/>
                </a:lnTo>
                <a:lnTo>
                  <a:pt x="446570" y="103504"/>
                </a:lnTo>
                <a:lnTo>
                  <a:pt x="473849" y="116839"/>
                </a:lnTo>
                <a:lnTo>
                  <a:pt x="485775" y="121793"/>
                </a:lnTo>
                <a:lnTo>
                  <a:pt x="485775" y="71754"/>
                </a:lnTo>
                <a:close/>
              </a:path>
              <a:path w="485775" h="548005">
                <a:moveTo>
                  <a:pt x="381800" y="6603"/>
                </a:moveTo>
                <a:lnTo>
                  <a:pt x="223291" y="6603"/>
                </a:lnTo>
                <a:lnTo>
                  <a:pt x="209651" y="13335"/>
                </a:lnTo>
                <a:lnTo>
                  <a:pt x="388619" y="13335"/>
                </a:lnTo>
                <a:lnTo>
                  <a:pt x="381800" y="6603"/>
                </a:lnTo>
                <a:close/>
              </a:path>
              <a:path w="485775" h="548005">
                <a:moveTo>
                  <a:pt x="347713" y="0"/>
                </a:moveTo>
                <a:lnTo>
                  <a:pt x="248856" y="0"/>
                </a:lnTo>
                <a:lnTo>
                  <a:pt x="236918" y="6603"/>
                </a:lnTo>
                <a:lnTo>
                  <a:pt x="354533" y="6603"/>
                </a:lnTo>
                <a:lnTo>
                  <a:pt x="347713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8" name="object 14"/>
          <p:cNvSpPr>
            <a:spLocks noChangeArrowheads="1"/>
          </p:cNvSpPr>
          <p:nvPr/>
        </p:nvSpPr>
        <p:spPr bwMode="auto">
          <a:xfrm>
            <a:off x="2698751" y="2552700"/>
            <a:ext cx="525463" cy="527050"/>
          </a:xfrm>
          <a:custGeom>
            <a:avLst/>
            <a:gdLst>
              <a:gd name="T0" fmla="*/ 0 w 525780"/>
              <a:gd name="T1" fmla="*/ 0 h 527050"/>
              <a:gd name="T2" fmla="*/ 525780 w 525780"/>
              <a:gd name="T3" fmla="*/ 527050 h 527050"/>
            </a:gdLst>
            <a:ahLst/>
            <a:cxnLst/>
            <a:rect l="T0" t="T1" r="T2" b="T3"/>
            <a:pathLst>
              <a:path w="525780" h="527050">
                <a:moveTo>
                  <a:pt x="289052" y="0"/>
                </a:moveTo>
                <a:lnTo>
                  <a:pt x="236347" y="0"/>
                </a:lnTo>
                <a:lnTo>
                  <a:pt x="0" y="527050"/>
                </a:lnTo>
                <a:lnTo>
                  <a:pt x="78219" y="527050"/>
                </a:lnTo>
                <a:lnTo>
                  <a:pt x="151384" y="373634"/>
                </a:lnTo>
                <a:lnTo>
                  <a:pt x="456692" y="373634"/>
                </a:lnTo>
                <a:lnTo>
                  <a:pt x="427517" y="308610"/>
                </a:lnTo>
                <a:lnTo>
                  <a:pt x="176911" y="308610"/>
                </a:lnTo>
                <a:lnTo>
                  <a:pt x="263525" y="115062"/>
                </a:lnTo>
                <a:lnTo>
                  <a:pt x="340677" y="115062"/>
                </a:lnTo>
                <a:lnTo>
                  <a:pt x="289052" y="0"/>
                </a:lnTo>
                <a:close/>
              </a:path>
              <a:path w="525780" h="527050">
                <a:moveTo>
                  <a:pt x="456692" y="373634"/>
                </a:moveTo>
                <a:lnTo>
                  <a:pt x="380872" y="373634"/>
                </a:lnTo>
                <a:lnTo>
                  <a:pt x="447294" y="527050"/>
                </a:lnTo>
                <a:lnTo>
                  <a:pt x="525526" y="527050"/>
                </a:lnTo>
                <a:lnTo>
                  <a:pt x="456692" y="373634"/>
                </a:lnTo>
                <a:close/>
              </a:path>
              <a:path w="525780" h="527050">
                <a:moveTo>
                  <a:pt x="340677" y="115062"/>
                </a:moveTo>
                <a:lnTo>
                  <a:pt x="263525" y="115062"/>
                </a:lnTo>
                <a:lnTo>
                  <a:pt x="348615" y="308610"/>
                </a:lnTo>
                <a:lnTo>
                  <a:pt x="427517" y="308610"/>
                </a:lnTo>
                <a:lnTo>
                  <a:pt x="340677" y="115062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9" name="object 15"/>
          <p:cNvSpPr>
            <a:spLocks noChangeArrowheads="1"/>
          </p:cNvSpPr>
          <p:nvPr/>
        </p:nvSpPr>
        <p:spPr bwMode="auto">
          <a:xfrm>
            <a:off x="3249614" y="2552700"/>
            <a:ext cx="466725" cy="539750"/>
          </a:xfrm>
          <a:custGeom>
            <a:avLst/>
            <a:gdLst>
              <a:gd name="T0" fmla="*/ 0 w 466725"/>
              <a:gd name="T1" fmla="*/ 0 h 539750"/>
              <a:gd name="T2" fmla="*/ 466725 w 466725"/>
              <a:gd name="T3" fmla="*/ 539750 h 539750"/>
            </a:gdLst>
            <a:ahLst/>
            <a:cxnLst/>
            <a:rect l="T0" t="T1" r="T2" b="T3"/>
            <a:pathLst>
              <a:path w="466725" h="539750">
                <a:moveTo>
                  <a:pt x="303149" y="526414"/>
                </a:moveTo>
                <a:lnTo>
                  <a:pt x="158369" y="526414"/>
                </a:lnTo>
                <a:lnTo>
                  <a:pt x="171957" y="533146"/>
                </a:lnTo>
                <a:lnTo>
                  <a:pt x="204343" y="533146"/>
                </a:lnTo>
                <a:lnTo>
                  <a:pt x="217931" y="539750"/>
                </a:lnTo>
                <a:lnTo>
                  <a:pt x="257175" y="539750"/>
                </a:lnTo>
                <a:lnTo>
                  <a:pt x="282701" y="533146"/>
                </a:lnTo>
                <a:lnTo>
                  <a:pt x="303149" y="526414"/>
                </a:lnTo>
                <a:close/>
              </a:path>
              <a:path w="466725" h="539750">
                <a:moveTo>
                  <a:pt x="80010" y="0"/>
                </a:moveTo>
                <a:lnTo>
                  <a:pt x="0" y="0"/>
                </a:lnTo>
                <a:lnTo>
                  <a:pt x="0" y="373125"/>
                </a:lnTo>
                <a:lnTo>
                  <a:pt x="6731" y="386461"/>
                </a:lnTo>
                <a:lnTo>
                  <a:pt x="6731" y="398145"/>
                </a:lnTo>
                <a:lnTo>
                  <a:pt x="13588" y="404749"/>
                </a:lnTo>
                <a:lnTo>
                  <a:pt x="13588" y="424814"/>
                </a:lnTo>
                <a:lnTo>
                  <a:pt x="20319" y="431419"/>
                </a:lnTo>
                <a:lnTo>
                  <a:pt x="27178" y="436499"/>
                </a:lnTo>
                <a:lnTo>
                  <a:pt x="27178" y="443102"/>
                </a:lnTo>
                <a:lnTo>
                  <a:pt x="40767" y="456438"/>
                </a:lnTo>
                <a:lnTo>
                  <a:pt x="45974" y="463169"/>
                </a:lnTo>
                <a:lnTo>
                  <a:pt x="52705" y="476503"/>
                </a:lnTo>
                <a:lnTo>
                  <a:pt x="66421" y="481457"/>
                </a:lnTo>
                <a:lnTo>
                  <a:pt x="73151" y="488061"/>
                </a:lnTo>
                <a:lnTo>
                  <a:pt x="86868" y="494791"/>
                </a:lnTo>
                <a:lnTo>
                  <a:pt x="98679" y="508126"/>
                </a:lnTo>
                <a:lnTo>
                  <a:pt x="112394" y="508126"/>
                </a:lnTo>
                <a:lnTo>
                  <a:pt x="119125" y="514730"/>
                </a:lnTo>
                <a:lnTo>
                  <a:pt x="132842" y="521462"/>
                </a:lnTo>
                <a:lnTo>
                  <a:pt x="144780" y="526414"/>
                </a:lnTo>
                <a:lnTo>
                  <a:pt x="323596" y="526414"/>
                </a:lnTo>
                <a:lnTo>
                  <a:pt x="349123" y="514730"/>
                </a:lnTo>
                <a:lnTo>
                  <a:pt x="362712" y="508126"/>
                </a:lnTo>
                <a:lnTo>
                  <a:pt x="381507" y="494791"/>
                </a:lnTo>
                <a:lnTo>
                  <a:pt x="401955" y="481457"/>
                </a:lnTo>
                <a:lnTo>
                  <a:pt x="415544" y="469773"/>
                </a:lnTo>
                <a:lnTo>
                  <a:pt x="224790" y="469773"/>
                </a:lnTo>
                <a:lnTo>
                  <a:pt x="211200" y="463169"/>
                </a:lnTo>
                <a:lnTo>
                  <a:pt x="183896" y="463169"/>
                </a:lnTo>
                <a:lnTo>
                  <a:pt x="171957" y="456438"/>
                </a:lnTo>
                <a:lnTo>
                  <a:pt x="165226" y="456438"/>
                </a:lnTo>
                <a:lnTo>
                  <a:pt x="158369" y="449834"/>
                </a:lnTo>
                <a:lnTo>
                  <a:pt x="151511" y="449834"/>
                </a:lnTo>
                <a:lnTo>
                  <a:pt x="137922" y="443102"/>
                </a:lnTo>
                <a:lnTo>
                  <a:pt x="132842" y="443102"/>
                </a:lnTo>
                <a:lnTo>
                  <a:pt x="125984" y="436499"/>
                </a:lnTo>
                <a:lnTo>
                  <a:pt x="119125" y="431419"/>
                </a:lnTo>
                <a:lnTo>
                  <a:pt x="105537" y="418084"/>
                </a:lnTo>
                <a:lnTo>
                  <a:pt x="98679" y="411479"/>
                </a:lnTo>
                <a:lnTo>
                  <a:pt x="98679" y="404749"/>
                </a:lnTo>
                <a:lnTo>
                  <a:pt x="91948" y="404749"/>
                </a:lnTo>
                <a:lnTo>
                  <a:pt x="91948" y="391540"/>
                </a:lnTo>
                <a:lnTo>
                  <a:pt x="86868" y="391540"/>
                </a:lnTo>
                <a:lnTo>
                  <a:pt x="86868" y="379857"/>
                </a:lnTo>
                <a:lnTo>
                  <a:pt x="80010" y="373125"/>
                </a:lnTo>
                <a:lnTo>
                  <a:pt x="80010" y="0"/>
                </a:lnTo>
                <a:close/>
              </a:path>
              <a:path w="466725" h="539750">
                <a:moveTo>
                  <a:pt x="466725" y="0"/>
                </a:moveTo>
                <a:lnTo>
                  <a:pt x="388366" y="0"/>
                </a:lnTo>
                <a:lnTo>
                  <a:pt x="388366" y="353187"/>
                </a:lnTo>
                <a:lnTo>
                  <a:pt x="381507" y="366522"/>
                </a:lnTo>
                <a:lnTo>
                  <a:pt x="381507" y="379857"/>
                </a:lnTo>
                <a:lnTo>
                  <a:pt x="374650" y="391540"/>
                </a:lnTo>
                <a:lnTo>
                  <a:pt x="369569" y="398145"/>
                </a:lnTo>
                <a:lnTo>
                  <a:pt x="362712" y="411479"/>
                </a:lnTo>
                <a:lnTo>
                  <a:pt x="355981" y="424814"/>
                </a:lnTo>
                <a:lnTo>
                  <a:pt x="342265" y="431419"/>
                </a:lnTo>
                <a:lnTo>
                  <a:pt x="335534" y="436499"/>
                </a:lnTo>
                <a:lnTo>
                  <a:pt x="323596" y="443102"/>
                </a:lnTo>
                <a:lnTo>
                  <a:pt x="310006" y="449834"/>
                </a:lnTo>
                <a:lnTo>
                  <a:pt x="296291" y="456438"/>
                </a:lnTo>
                <a:lnTo>
                  <a:pt x="282701" y="463169"/>
                </a:lnTo>
                <a:lnTo>
                  <a:pt x="263906" y="463169"/>
                </a:lnTo>
                <a:lnTo>
                  <a:pt x="250317" y="469773"/>
                </a:lnTo>
                <a:lnTo>
                  <a:pt x="415544" y="469773"/>
                </a:lnTo>
                <a:lnTo>
                  <a:pt x="427481" y="456438"/>
                </a:lnTo>
                <a:lnTo>
                  <a:pt x="441071" y="436499"/>
                </a:lnTo>
                <a:lnTo>
                  <a:pt x="447929" y="418084"/>
                </a:lnTo>
                <a:lnTo>
                  <a:pt x="454787" y="398145"/>
                </a:lnTo>
                <a:lnTo>
                  <a:pt x="461518" y="379857"/>
                </a:lnTo>
                <a:lnTo>
                  <a:pt x="461518" y="359790"/>
                </a:lnTo>
                <a:lnTo>
                  <a:pt x="466725" y="341502"/>
                </a:lnTo>
                <a:lnTo>
                  <a:pt x="466725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00" name="object 16"/>
          <p:cNvSpPr>
            <a:spLocks noChangeArrowheads="1"/>
          </p:cNvSpPr>
          <p:nvPr/>
        </p:nvSpPr>
        <p:spPr bwMode="auto">
          <a:xfrm>
            <a:off x="4013200" y="2622550"/>
            <a:ext cx="0" cy="457200"/>
          </a:xfrm>
          <a:custGeom>
            <a:avLst/>
            <a:gdLst>
              <a:gd name="T0" fmla="*/ 0 h 457200"/>
              <a:gd name="T1" fmla="*/ 457200 h 457200"/>
            </a:gdLst>
            <a:ahLst/>
            <a:cxnLst/>
            <a:rect l="0" t="T0" r="0" b="T1"/>
            <a:pathLst>
              <a:path h="457200">
                <a:moveTo>
                  <a:pt x="0" y="0"/>
                </a:moveTo>
                <a:lnTo>
                  <a:pt x="0" y="456946"/>
                </a:lnTo>
              </a:path>
            </a:pathLst>
          </a:custGeom>
          <a:noFill/>
          <a:ln w="78232">
            <a:solidFill>
              <a:srgbClr val="FDF8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01" name="object 17"/>
          <p:cNvSpPr>
            <a:spLocks noChangeArrowheads="1"/>
          </p:cNvSpPr>
          <p:nvPr/>
        </p:nvSpPr>
        <p:spPr bwMode="auto">
          <a:xfrm>
            <a:off x="3776664" y="2587625"/>
            <a:ext cx="473075" cy="0"/>
          </a:xfrm>
          <a:custGeom>
            <a:avLst/>
            <a:gdLst>
              <a:gd name="T0" fmla="*/ 0 w 473075"/>
              <a:gd name="T1" fmla="*/ 473075 w 473075"/>
            </a:gdLst>
            <a:ahLst/>
            <a:cxnLst/>
            <a:rect l="T0" t="0" r="T1" b="0"/>
            <a:pathLst>
              <a:path w="473075">
                <a:moveTo>
                  <a:pt x="0" y="0"/>
                </a:moveTo>
                <a:lnTo>
                  <a:pt x="473075" y="0"/>
                </a:lnTo>
              </a:path>
            </a:pathLst>
          </a:custGeom>
          <a:noFill/>
          <a:ln w="70103">
            <a:solidFill>
              <a:srgbClr val="FDF8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02" name="object 18"/>
          <p:cNvSpPr>
            <a:spLocks noChangeArrowheads="1"/>
          </p:cNvSpPr>
          <p:nvPr/>
        </p:nvSpPr>
        <p:spPr bwMode="auto">
          <a:xfrm>
            <a:off x="4352925" y="2552700"/>
            <a:ext cx="0" cy="527050"/>
          </a:xfrm>
          <a:custGeom>
            <a:avLst/>
            <a:gdLst>
              <a:gd name="T0" fmla="*/ 0 h 527050"/>
              <a:gd name="T1" fmla="*/ 527050 h 527050"/>
            </a:gdLst>
            <a:ahLst/>
            <a:cxnLst/>
            <a:rect l="0" t="T0" r="0" b="T1"/>
            <a:pathLst>
              <a:path h="527050">
                <a:moveTo>
                  <a:pt x="0" y="0"/>
                </a:moveTo>
                <a:lnTo>
                  <a:pt x="0" y="527050"/>
                </a:lnTo>
              </a:path>
            </a:pathLst>
          </a:custGeom>
          <a:noFill/>
          <a:ln w="71437">
            <a:solidFill>
              <a:srgbClr val="FDF8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03" name="object 19"/>
          <p:cNvSpPr>
            <a:spLocks noChangeArrowheads="1"/>
          </p:cNvSpPr>
          <p:nvPr/>
        </p:nvSpPr>
        <p:spPr bwMode="auto">
          <a:xfrm>
            <a:off x="4479925" y="2544764"/>
            <a:ext cx="571500" cy="547687"/>
          </a:xfrm>
          <a:custGeom>
            <a:avLst/>
            <a:gdLst>
              <a:gd name="T0" fmla="*/ 0 w 571500"/>
              <a:gd name="T1" fmla="*/ 0 h 548005"/>
              <a:gd name="T2" fmla="*/ 571500 w 571500"/>
              <a:gd name="T3" fmla="*/ 548005 h 548005"/>
            </a:gdLst>
            <a:ahLst/>
            <a:cxnLst/>
            <a:rect l="T0" t="T1" r="T2" b="T3"/>
            <a:pathLst>
              <a:path w="571500" h="548005">
                <a:moveTo>
                  <a:pt x="314705" y="540893"/>
                </a:moveTo>
                <a:lnTo>
                  <a:pt x="256794" y="540893"/>
                </a:lnTo>
                <a:lnTo>
                  <a:pt x="268731" y="547624"/>
                </a:lnTo>
                <a:lnTo>
                  <a:pt x="302767" y="547624"/>
                </a:lnTo>
                <a:lnTo>
                  <a:pt x="314705" y="540893"/>
                </a:lnTo>
                <a:close/>
              </a:path>
              <a:path w="571500" h="548005">
                <a:moveTo>
                  <a:pt x="355473" y="534288"/>
                </a:moveTo>
                <a:lnTo>
                  <a:pt x="217677" y="534288"/>
                </a:lnTo>
                <a:lnTo>
                  <a:pt x="229616" y="540893"/>
                </a:lnTo>
                <a:lnTo>
                  <a:pt x="341884" y="540893"/>
                </a:lnTo>
                <a:lnTo>
                  <a:pt x="355473" y="534288"/>
                </a:lnTo>
                <a:close/>
              </a:path>
              <a:path w="571500" h="548005">
                <a:moveTo>
                  <a:pt x="381000" y="13335"/>
                </a:moveTo>
                <a:lnTo>
                  <a:pt x="190500" y="13335"/>
                </a:lnTo>
                <a:lnTo>
                  <a:pt x="176911" y="19938"/>
                </a:lnTo>
                <a:lnTo>
                  <a:pt x="164973" y="26670"/>
                </a:lnTo>
                <a:lnTo>
                  <a:pt x="151383" y="31623"/>
                </a:lnTo>
                <a:lnTo>
                  <a:pt x="124206" y="44958"/>
                </a:lnTo>
                <a:lnTo>
                  <a:pt x="118999" y="51688"/>
                </a:lnTo>
                <a:lnTo>
                  <a:pt x="105410" y="58420"/>
                </a:lnTo>
                <a:lnTo>
                  <a:pt x="91820" y="71754"/>
                </a:lnTo>
                <a:lnTo>
                  <a:pt x="85089" y="76708"/>
                </a:lnTo>
                <a:lnTo>
                  <a:pt x="73151" y="90043"/>
                </a:lnTo>
                <a:lnTo>
                  <a:pt x="52705" y="110109"/>
                </a:lnTo>
                <a:lnTo>
                  <a:pt x="45974" y="121793"/>
                </a:lnTo>
                <a:lnTo>
                  <a:pt x="39116" y="128524"/>
                </a:lnTo>
                <a:lnTo>
                  <a:pt x="32257" y="141859"/>
                </a:lnTo>
                <a:lnTo>
                  <a:pt x="27177" y="155194"/>
                </a:lnTo>
                <a:lnTo>
                  <a:pt x="20447" y="166877"/>
                </a:lnTo>
                <a:lnTo>
                  <a:pt x="13588" y="180212"/>
                </a:lnTo>
                <a:lnTo>
                  <a:pt x="13588" y="193675"/>
                </a:lnTo>
                <a:lnTo>
                  <a:pt x="6857" y="207010"/>
                </a:lnTo>
                <a:lnTo>
                  <a:pt x="6857" y="218694"/>
                </a:lnTo>
                <a:lnTo>
                  <a:pt x="0" y="232028"/>
                </a:lnTo>
                <a:lnTo>
                  <a:pt x="0" y="308863"/>
                </a:lnTo>
                <a:lnTo>
                  <a:pt x="6857" y="322199"/>
                </a:lnTo>
                <a:lnTo>
                  <a:pt x="6857" y="335534"/>
                </a:lnTo>
                <a:lnTo>
                  <a:pt x="13588" y="348869"/>
                </a:lnTo>
                <a:lnTo>
                  <a:pt x="13588" y="360552"/>
                </a:lnTo>
                <a:lnTo>
                  <a:pt x="20447" y="374014"/>
                </a:lnTo>
                <a:lnTo>
                  <a:pt x="27177" y="387350"/>
                </a:lnTo>
                <a:lnTo>
                  <a:pt x="32257" y="399034"/>
                </a:lnTo>
                <a:lnTo>
                  <a:pt x="45974" y="425703"/>
                </a:lnTo>
                <a:lnTo>
                  <a:pt x="52705" y="432435"/>
                </a:lnTo>
                <a:lnTo>
                  <a:pt x="66293" y="444119"/>
                </a:lnTo>
                <a:lnTo>
                  <a:pt x="73151" y="457453"/>
                </a:lnTo>
                <a:lnTo>
                  <a:pt x="85089" y="464185"/>
                </a:lnTo>
                <a:lnTo>
                  <a:pt x="91820" y="477520"/>
                </a:lnTo>
                <a:lnTo>
                  <a:pt x="105410" y="484124"/>
                </a:lnTo>
                <a:lnTo>
                  <a:pt x="112268" y="489203"/>
                </a:lnTo>
                <a:lnTo>
                  <a:pt x="124206" y="502538"/>
                </a:lnTo>
                <a:lnTo>
                  <a:pt x="164973" y="522604"/>
                </a:lnTo>
                <a:lnTo>
                  <a:pt x="176911" y="522604"/>
                </a:lnTo>
                <a:lnTo>
                  <a:pt x="190500" y="529209"/>
                </a:lnTo>
                <a:lnTo>
                  <a:pt x="204088" y="534288"/>
                </a:lnTo>
                <a:lnTo>
                  <a:pt x="367411" y="534288"/>
                </a:lnTo>
                <a:lnTo>
                  <a:pt x="381000" y="529209"/>
                </a:lnTo>
                <a:lnTo>
                  <a:pt x="394588" y="529209"/>
                </a:lnTo>
                <a:lnTo>
                  <a:pt x="406526" y="522604"/>
                </a:lnTo>
                <a:lnTo>
                  <a:pt x="447294" y="502538"/>
                </a:lnTo>
                <a:lnTo>
                  <a:pt x="459232" y="489203"/>
                </a:lnTo>
                <a:lnTo>
                  <a:pt x="466089" y="484124"/>
                </a:lnTo>
                <a:lnTo>
                  <a:pt x="479678" y="477520"/>
                </a:lnTo>
                <a:lnTo>
                  <a:pt x="486538" y="470788"/>
                </a:lnTo>
                <a:lnTo>
                  <a:pt x="236474" y="470788"/>
                </a:lnTo>
                <a:lnTo>
                  <a:pt x="222757" y="464185"/>
                </a:lnTo>
                <a:lnTo>
                  <a:pt x="217677" y="464185"/>
                </a:lnTo>
                <a:lnTo>
                  <a:pt x="204088" y="457453"/>
                </a:lnTo>
                <a:lnTo>
                  <a:pt x="197357" y="450723"/>
                </a:lnTo>
                <a:lnTo>
                  <a:pt x="190500" y="450723"/>
                </a:lnTo>
                <a:lnTo>
                  <a:pt x="176911" y="444119"/>
                </a:lnTo>
                <a:lnTo>
                  <a:pt x="171831" y="439038"/>
                </a:lnTo>
                <a:lnTo>
                  <a:pt x="164973" y="432435"/>
                </a:lnTo>
                <a:lnTo>
                  <a:pt x="158242" y="425703"/>
                </a:lnTo>
                <a:lnTo>
                  <a:pt x="144525" y="419100"/>
                </a:lnTo>
                <a:lnTo>
                  <a:pt x="137794" y="412369"/>
                </a:lnTo>
                <a:lnTo>
                  <a:pt x="112268" y="387350"/>
                </a:lnTo>
                <a:lnTo>
                  <a:pt x="112268" y="374014"/>
                </a:lnTo>
                <a:lnTo>
                  <a:pt x="105410" y="367284"/>
                </a:lnTo>
                <a:lnTo>
                  <a:pt x="98679" y="360552"/>
                </a:lnTo>
                <a:lnTo>
                  <a:pt x="98679" y="348869"/>
                </a:lnTo>
                <a:lnTo>
                  <a:pt x="91820" y="342264"/>
                </a:lnTo>
                <a:lnTo>
                  <a:pt x="91820" y="328929"/>
                </a:lnTo>
                <a:lnTo>
                  <a:pt x="85089" y="322199"/>
                </a:lnTo>
                <a:lnTo>
                  <a:pt x="85089" y="303784"/>
                </a:lnTo>
                <a:lnTo>
                  <a:pt x="78231" y="290449"/>
                </a:lnTo>
                <a:lnTo>
                  <a:pt x="78231" y="252095"/>
                </a:lnTo>
                <a:lnTo>
                  <a:pt x="85089" y="245363"/>
                </a:lnTo>
                <a:lnTo>
                  <a:pt x="85089" y="225298"/>
                </a:lnTo>
                <a:lnTo>
                  <a:pt x="91820" y="211962"/>
                </a:lnTo>
                <a:lnTo>
                  <a:pt x="91820" y="207010"/>
                </a:lnTo>
                <a:lnTo>
                  <a:pt x="98679" y="193675"/>
                </a:lnTo>
                <a:lnTo>
                  <a:pt x="98679" y="186944"/>
                </a:lnTo>
                <a:lnTo>
                  <a:pt x="105410" y="173609"/>
                </a:lnTo>
                <a:lnTo>
                  <a:pt x="112268" y="166877"/>
                </a:lnTo>
                <a:lnTo>
                  <a:pt x="112268" y="161925"/>
                </a:lnTo>
                <a:lnTo>
                  <a:pt x="118999" y="155194"/>
                </a:lnTo>
                <a:lnTo>
                  <a:pt x="124206" y="141859"/>
                </a:lnTo>
                <a:lnTo>
                  <a:pt x="130937" y="135127"/>
                </a:lnTo>
                <a:lnTo>
                  <a:pt x="137794" y="128524"/>
                </a:lnTo>
                <a:lnTo>
                  <a:pt x="151383" y="121793"/>
                </a:lnTo>
                <a:lnTo>
                  <a:pt x="158242" y="116839"/>
                </a:lnTo>
                <a:lnTo>
                  <a:pt x="164973" y="110109"/>
                </a:lnTo>
                <a:lnTo>
                  <a:pt x="171831" y="103504"/>
                </a:lnTo>
                <a:lnTo>
                  <a:pt x="183642" y="96774"/>
                </a:lnTo>
                <a:lnTo>
                  <a:pt x="190500" y="96774"/>
                </a:lnTo>
                <a:lnTo>
                  <a:pt x="197357" y="90043"/>
                </a:lnTo>
                <a:lnTo>
                  <a:pt x="210947" y="83438"/>
                </a:lnTo>
                <a:lnTo>
                  <a:pt x="217677" y="83438"/>
                </a:lnTo>
                <a:lnTo>
                  <a:pt x="229616" y="76708"/>
                </a:lnTo>
                <a:lnTo>
                  <a:pt x="243205" y="76708"/>
                </a:lnTo>
                <a:lnTo>
                  <a:pt x="256794" y="71754"/>
                </a:lnTo>
                <a:lnTo>
                  <a:pt x="479678" y="71754"/>
                </a:lnTo>
                <a:lnTo>
                  <a:pt x="466089" y="65024"/>
                </a:lnTo>
                <a:lnTo>
                  <a:pt x="459232" y="51688"/>
                </a:lnTo>
                <a:lnTo>
                  <a:pt x="447294" y="44958"/>
                </a:lnTo>
                <a:lnTo>
                  <a:pt x="420115" y="31623"/>
                </a:lnTo>
                <a:lnTo>
                  <a:pt x="406526" y="26670"/>
                </a:lnTo>
                <a:lnTo>
                  <a:pt x="394588" y="19938"/>
                </a:lnTo>
                <a:lnTo>
                  <a:pt x="381000" y="13335"/>
                </a:lnTo>
                <a:close/>
              </a:path>
              <a:path w="571500" h="548005">
                <a:moveTo>
                  <a:pt x="479678" y="71754"/>
                </a:moveTo>
                <a:lnTo>
                  <a:pt x="314705" y="71754"/>
                </a:lnTo>
                <a:lnTo>
                  <a:pt x="328295" y="76708"/>
                </a:lnTo>
                <a:lnTo>
                  <a:pt x="348741" y="76708"/>
                </a:lnTo>
                <a:lnTo>
                  <a:pt x="355473" y="83438"/>
                </a:lnTo>
                <a:lnTo>
                  <a:pt x="360552" y="83438"/>
                </a:lnTo>
                <a:lnTo>
                  <a:pt x="374141" y="90043"/>
                </a:lnTo>
                <a:lnTo>
                  <a:pt x="381000" y="96774"/>
                </a:lnTo>
                <a:lnTo>
                  <a:pt x="394588" y="96774"/>
                </a:lnTo>
                <a:lnTo>
                  <a:pt x="401447" y="103504"/>
                </a:lnTo>
                <a:lnTo>
                  <a:pt x="406526" y="110109"/>
                </a:lnTo>
                <a:lnTo>
                  <a:pt x="413258" y="116839"/>
                </a:lnTo>
                <a:lnTo>
                  <a:pt x="420115" y="121793"/>
                </a:lnTo>
                <a:lnTo>
                  <a:pt x="433704" y="128524"/>
                </a:lnTo>
                <a:lnTo>
                  <a:pt x="440563" y="135127"/>
                </a:lnTo>
                <a:lnTo>
                  <a:pt x="447294" y="148589"/>
                </a:lnTo>
                <a:lnTo>
                  <a:pt x="452374" y="155194"/>
                </a:lnTo>
                <a:lnTo>
                  <a:pt x="459232" y="161925"/>
                </a:lnTo>
                <a:lnTo>
                  <a:pt x="459232" y="166877"/>
                </a:lnTo>
                <a:lnTo>
                  <a:pt x="466089" y="180212"/>
                </a:lnTo>
                <a:lnTo>
                  <a:pt x="472821" y="186944"/>
                </a:lnTo>
                <a:lnTo>
                  <a:pt x="472821" y="193675"/>
                </a:lnTo>
                <a:lnTo>
                  <a:pt x="479678" y="207010"/>
                </a:lnTo>
                <a:lnTo>
                  <a:pt x="479678" y="211962"/>
                </a:lnTo>
                <a:lnTo>
                  <a:pt x="486410" y="225298"/>
                </a:lnTo>
                <a:lnTo>
                  <a:pt x="486410" y="245363"/>
                </a:lnTo>
                <a:lnTo>
                  <a:pt x="493267" y="252095"/>
                </a:lnTo>
                <a:lnTo>
                  <a:pt x="493267" y="290449"/>
                </a:lnTo>
                <a:lnTo>
                  <a:pt x="486410" y="303784"/>
                </a:lnTo>
                <a:lnTo>
                  <a:pt x="486410" y="322199"/>
                </a:lnTo>
                <a:lnTo>
                  <a:pt x="479678" y="328929"/>
                </a:lnTo>
                <a:lnTo>
                  <a:pt x="479678" y="342264"/>
                </a:lnTo>
                <a:lnTo>
                  <a:pt x="472821" y="348869"/>
                </a:lnTo>
                <a:lnTo>
                  <a:pt x="472821" y="360552"/>
                </a:lnTo>
                <a:lnTo>
                  <a:pt x="466089" y="367284"/>
                </a:lnTo>
                <a:lnTo>
                  <a:pt x="459232" y="374014"/>
                </a:lnTo>
                <a:lnTo>
                  <a:pt x="459232" y="387350"/>
                </a:lnTo>
                <a:lnTo>
                  <a:pt x="452374" y="393953"/>
                </a:lnTo>
                <a:lnTo>
                  <a:pt x="447294" y="399034"/>
                </a:lnTo>
                <a:lnTo>
                  <a:pt x="433704" y="412369"/>
                </a:lnTo>
                <a:lnTo>
                  <a:pt x="426974" y="419100"/>
                </a:lnTo>
                <a:lnTo>
                  <a:pt x="413258" y="425703"/>
                </a:lnTo>
                <a:lnTo>
                  <a:pt x="406526" y="432435"/>
                </a:lnTo>
                <a:lnTo>
                  <a:pt x="401447" y="439038"/>
                </a:lnTo>
                <a:lnTo>
                  <a:pt x="394588" y="444119"/>
                </a:lnTo>
                <a:lnTo>
                  <a:pt x="381000" y="450723"/>
                </a:lnTo>
                <a:lnTo>
                  <a:pt x="374141" y="457453"/>
                </a:lnTo>
                <a:lnTo>
                  <a:pt x="367411" y="457453"/>
                </a:lnTo>
                <a:lnTo>
                  <a:pt x="355473" y="464185"/>
                </a:lnTo>
                <a:lnTo>
                  <a:pt x="348741" y="464185"/>
                </a:lnTo>
                <a:lnTo>
                  <a:pt x="335025" y="470788"/>
                </a:lnTo>
                <a:lnTo>
                  <a:pt x="486538" y="470788"/>
                </a:lnTo>
                <a:lnTo>
                  <a:pt x="493267" y="464185"/>
                </a:lnTo>
                <a:lnTo>
                  <a:pt x="498348" y="457453"/>
                </a:lnTo>
                <a:lnTo>
                  <a:pt x="505205" y="444119"/>
                </a:lnTo>
                <a:lnTo>
                  <a:pt x="518795" y="439038"/>
                </a:lnTo>
                <a:lnTo>
                  <a:pt x="525526" y="425703"/>
                </a:lnTo>
                <a:lnTo>
                  <a:pt x="539241" y="399034"/>
                </a:lnTo>
                <a:lnTo>
                  <a:pt x="545973" y="393953"/>
                </a:lnTo>
                <a:lnTo>
                  <a:pt x="551052" y="380619"/>
                </a:lnTo>
                <a:lnTo>
                  <a:pt x="557911" y="367284"/>
                </a:lnTo>
                <a:lnTo>
                  <a:pt x="557911" y="353949"/>
                </a:lnTo>
                <a:lnTo>
                  <a:pt x="564641" y="342264"/>
                </a:lnTo>
                <a:lnTo>
                  <a:pt x="564641" y="328929"/>
                </a:lnTo>
                <a:lnTo>
                  <a:pt x="571500" y="315468"/>
                </a:lnTo>
                <a:lnTo>
                  <a:pt x="571500" y="232028"/>
                </a:lnTo>
                <a:lnTo>
                  <a:pt x="564641" y="218694"/>
                </a:lnTo>
                <a:lnTo>
                  <a:pt x="564641" y="207010"/>
                </a:lnTo>
                <a:lnTo>
                  <a:pt x="557911" y="193675"/>
                </a:lnTo>
                <a:lnTo>
                  <a:pt x="557911" y="180212"/>
                </a:lnTo>
                <a:lnTo>
                  <a:pt x="551052" y="166877"/>
                </a:lnTo>
                <a:lnTo>
                  <a:pt x="545973" y="155194"/>
                </a:lnTo>
                <a:lnTo>
                  <a:pt x="539241" y="141859"/>
                </a:lnTo>
                <a:lnTo>
                  <a:pt x="532384" y="135127"/>
                </a:lnTo>
                <a:lnTo>
                  <a:pt x="525526" y="121793"/>
                </a:lnTo>
                <a:lnTo>
                  <a:pt x="518795" y="110109"/>
                </a:lnTo>
                <a:lnTo>
                  <a:pt x="505205" y="103504"/>
                </a:lnTo>
                <a:lnTo>
                  <a:pt x="498348" y="90043"/>
                </a:lnTo>
                <a:lnTo>
                  <a:pt x="486410" y="76708"/>
                </a:lnTo>
                <a:lnTo>
                  <a:pt x="479678" y="71754"/>
                </a:lnTo>
                <a:close/>
              </a:path>
              <a:path w="571500" h="548005">
                <a:moveTo>
                  <a:pt x="355473" y="6603"/>
                </a:moveTo>
                <a:lnTo>
                  <a:pt x="217677" y="6603"/>
                </a:lnTo>
                <a:lnTo>
                  <a:pt x="204088" y="13335"/>
                </a:lnTo>
                <a:lnTo>
                  <a:pt x="367411" y="13335"/>
                </a:lnTo>
                <a:lnTo>
                  <a:pt x="355473" y="6603"/>
                </a:lnTo>
                <a:close/>
              </a:path>
              <a:path w="571500" h="548005">
                <a:moveTo>
                  <a:pt x="328295" y="0"/>
                </a:moveTo>
                <a:lnTo>
                  <a:pt x="243205" y="0"/>
                </a:lnTo>
                <a:lnTo>
                  <a:pt x="229616" y="6603"/>
                </a:lnTo>
                <a:lnTo>
                  <a:pt x="341884" y="6603"/>
                </a:lnTo>
                <a:lnTo>
                  <a:pt x="328295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04" name="object 20"/>
          <p:cNvSpPr>
            <a:spLocks noChangeArrowheads="1"/>
          </p:cNvSpPr>
          <p:nvPr/>
        </p:nvSpPr>
        <p:spPr bwMode="auto">
          <a:xfrm>
            <a:off x="5137151" y="2552700"/>
            <a:ext cx="498475" cy="527050"/>
          </a:xfrm>
          <a:custGeom>
            <a:avLst/>
            <a:gdLst>
              <a:gd name="T0" fmla="*/ 0 w 498475"/>
              <a:gd name="T1" fmla="*/ 0 h 527050"/>
              <a:gd name="T2" fmla="*/ 498475 w 498475"/>
              <a:gd name="T3" fmla="*/ 527050 h 527050"/>
            </a:gdLst>
            <a:ahLst/>
            <a:cxnLst/>
            <a:rect l="T0" t="T1" r="T2" b="T3"/>
            <a:pathLst>
              <a:path w="498475" h="527050">
                <a:moveTo>
                  <a:pt x="73151" y="0"/>
                </a:moveTo>
                <a:lnTo>
                  <a:pt x="0" y="0"/>
                </a:lnTo>
                <a:lnTo>
                  <a:pt x="0" y="527050"/>
                </a:lnTo>
                <a:lnTo>
                  <a:pt x="78232" y="527050"/>
                </a:lnTo>
                <a:lnTo>
                  <a:pt x="78232" y="121792"/>
                </a:lnTo>
                <a:lnTo>
                  <a:pt x="177749" y="121792"/>
                </a:lnTo>
                <a:lnTo>
                  <a:pt x="73151" y="0"/>
                </a:lnTo>
                <a:close/>
              </a:path>
              <a:path w="498475" h="527050">
                <a:moveTo>
                  <a:pt x="177749" y="121792"/>
                </a:moveTo>
                <a:lnTo>
                  <a:pt x="78232" y="121792"/>
                </a:lnTo>
                <a:lnTo>
                  <a:pt x="433832" y="527050"/>
                </a:lnTo>
                <a:lnTo>
                  <a:pt x="498475" y="527050"/>
                </a:lnTo>
                <a:lnTo>
                  <a:pt x="498475" y="411988"/>
                </a:lnTo>
                <a:lnTo>
                  <a:pt x="426974" y="411988"/>
                </a:lnTo>
                <a:lnTo>
                  <a:pt x="177749" y="121792"/>
                </a:lnTo>
                <a:close/>
              </a:path>
              <a:path w="498475" h="527050">
                <a:moveTo>
                  <a:pt x="498475" y="0"/>
                </a:moveTo>
                <a:lnTo>
                  <a:pt x="426974" y="0"/>
                </a:lnTo>
                <a:lnTo>
                  <a:pt x="426974" y="411988"/>
                </a:lnTo>
                <a:lnTo>
                  <a:pt x="498475" y="411988"/>
                </a:lnTo>
                <a:lnTo>
                  <a:pt x="498475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05" name="object 21"/>
          <p:cNvSpPr>
            <a:spLocks noChangeArrowheads="1"/>
          </p:cNvSpPr>
          <p:nvPr/>
        </p:nvSpPr>
        <p:spPr bwMode="auto">
          <a:xfrm>
            <a:off x="2198689" y="2544764"/>
            <a:ext cx="485775" cy="547687"/>
          </a:xfrm>
          <a:custGeom>
            <a:avLst/>
            <a:gdLst>
              <a:gd name="T0" fmla="*/ 0 w 485775"/>
              <a:gd name="T1" fmla="*/ 0 h 548005"/>
              <a:gd name="T2" fmla="*/ 485775 w 485775"/>
              <a:gd name="T3" fmla="*/ 548005 h 548005"/>
            </a:gdLst>
            <a:ahLst/>
            <a:cxnLst/>
            <a:rect l="T0" t="T1" r="T2" b="T3"/>
            <a:pathLst>
              <a:path w="485775" h="548005">
                <a:moveTo>
                  <a:pt x="485775" y="412369"/>
                </a:moveTo>
                <a:lnTo>
                  <a:pt x="485775" y="495808"/>
                </a:lnTo>
                <a:lnTo>
                  <a:pt x="473849" y="502538"/>
                </a:lnTo>
                <a:lnTo>
                  <a:pt x="467029" y="509270"/>
                </a:lnTo>
                <a:lnTo>
                  <a:pt x="453390" y="515874"/>
                </a:lnTo>
                <a:lnTo>
                  <a:pt x="439750" y="515874"/>
                </a:lnTo>
                <a:lnTo>
                  <a:pt x="427824" y="522604"/>
                </a:lnTo>
                <a:lnTo>
                  <a:pt x="414185" y="529209"/>
                </a:lnTo>
                <a:lnTo>
                  <a:pt x="400558" y="529209"/>
                </a:lnTo>
                <a:lnTo>
                  <a:pt x="393738" y="534288"/>
                </a:lnTo>
                <a:lnTo>
                  <a:pt x="381800" y="534288"/>
                </a:lnTo>
                <a:lnTo>
                  <a:pt x="368172" y="540893"/>
                </a:lnTo>
                <a:lnTo>
                  <a:pt x="354533" y="540893"/>
                </a:lnTo>
                <a:lnTo>
                  <a:pt x="342595" y="540893"/>
                </a:lnTo>
                <a:lnTo>
                  <a:pt x="328968" y="540893"/>
                </a:lnTo>
                <a:lnTo>
                  <a:pt x="315328" y="547624"/>
                </a:lnTo>
                <a:lnTo>
                  <a:pt x="308508" y="547624"/>
                </a:lnTo>
                <a:lnTo>
                  <a:pt x="296583" y="547624"/>
                </a:lnTo>
                <a:lnTo>
                  <a:pt x="282943" y="547624"/>
                </a:lnTo>
                <a:lnTo>
                  <a:pt x="269303" y="547624"/>
                </a:lnTo>
                <a:lnTo>
                  <a:pt x="262483" y="540893"/>
                </a:lnTo>
                <a:lnTo>
                  <a:pt x="248856" y="540893"/>
                </a:lnTo>
                <a:lnTo>
                  <a:pt x="236918" y="540893"/>
                </a:lnTo>
                <a:lnTo>
                  <a:pt x="230098" y="540893"/>
                </a:lnTo>
                <a:lnTo>
                  <a:pt x="216471" y="534288"/>
                </a:lnTo>
                <a:lnTo>
                  <a:pt x="202831" y="534288"/>
                </a:lnTo>
                <a:lnTo>
                  <a:pt x="197713" y="529209"/>
                </a:lnTo>
                <a:lnTo>
                  <a:pt x="184086" y="529209"/>
                </a:lnTo>
                <a:lnTo>
                  <a:pt x="177266" y="522604"/>
                </a:lnTo>
                <a:lnTo>
                  <a:pt x="163626" y="522604"/>
                </a:lnTo>
                <a:lnTo>
                  <a:pt x="156806" y="515874"/>
                </a:lnTo>
                <a:lnTo>
                  <a:pt x="144881" y="509270"/>
                </a:lnTo>
                <a:lnTo>
                  <a:pt x="138061" y="502538"/>
                </a:lnTo>
                <a:lnTo>
                  <a:pt x="124421" y="495808"/>
                </a:lnTo>
                <a:lnTo>
                  <a:pt x="110794" y="489203"/>
                </a:lnTo>
                <a:lnTo>
                  <a:pt x="98856" y="477520"/>
                </a:lnTo>
                <a:lnTo>
                  <a:pt x="85229" y="464185"/>
                </a:lnTo>
                <a:lnTo>
                  <a:pt x="71589" y="457453"/>
                </a:lnTo>
                <a:lnTo>
                  <a:pt x="59651" y="444119"/>
                </a:lnTo>
                <a:lnTo>
                  <a:pt x="52844" y="432435"/>
                </a:lnTo>
                <a:lnTo>
                  <a:pt x="39204" y="412369"/>
                </a:lnTo>
                <a:lnTo>
                  <a:pt x="32384" y="399034"/>
                </a:lnTo>
                <a:lnTo>
                  <a:pt x="25565" y="387350"/>
                </a:lnTo>
                <a:lnTo>
                  <a:pt x="18745" y="367284"/>
                </a:lnTo>
                <a:lnTo>
                  <a:pt x="13639" y="353949"/>
                </a:lnTo>
                <a:lnTo>
                  <a:pt x="6819" y="335534"/>
                </a:lnTo>
                <a:lnTo>
                  <a:pt x="6819" y="322199"/>
                </a:lnTo>
                <a:lnTo>
                  <a:pt x="0" y="303784"/>
                </a:lnTo>
                <a:lnTo>
                  <a:pt x="0" y="290449"/>
                </a:lnTo>
                <a:lnTo>
                  <a:pt x="0" y="270383"/>
                </a:lnTo>
                <a:lnTo>
                  <a:pt x="0" y="257048"/>
                </a:lnTo>
                <a:lnTo>
                  <a:pt x="0" y="245363"/>
                </a:lnTo>
                <a:lnTo>
                  <a:pt x="6819" y="232028"/>
                </a:lnTo>
                <a:lnTo>
                  <a:pt x="6819" y="218694"/>
                </a:lnTo>
                <a:lnTo>
                  <a:pt x="6819" y="207010"/>
                </a:lnTo>
                <a:lnTo>
                  <a:pt x="13639" y="193675"/>
                </a:lnTo>
                <a:lnTo>
                  <a:pt x="18745" y="180212"/>
                </a:lnTo>
                <a:lnTo>
                  <a:pt x="18745" y="166877"/>
                </a:lnTo>
                <a:lnTo>
                  <a:pt x="25565" y="155194"/>
                </a:lnTo>
                <a:lnTo>
                  <a:pt x="32384" y="141859"/>
                </a:lnTo>
                <a:lnTo>
                  <a:pt x="39204" y="128524"/>
                </a:lnTo>
                <a:lnTo>
                  <a:pt x="46024" y="121793"/>
                </a:lnTo>
                <a:lnTo>
                  <a:pt x="59651" y="110109"/>
                </a:lnTo>
                <a:lnTo>
                  <a:pt x="64770" y="96774"/>
                </a:lnTo>
                <a:lnTo>
                  <a:pt x="71589" y="90043"/>
                </a:lnTo>
                <a:lnTo>
                  <a:pt x="85229" y="76708"/>
                </a:lnTo>
                <a:lnTo>
                  <a:pt x="98856" y="71754"/>
                </a:lnTo>
                <a:lnTo>
                  <a:pt x="105676" y="58420"/>
                </a:lnTo>
                <a:lnTo>
                  <a:pt x="117614" y="51688"/>
                </a:lnTo>
                <a:lnTo>
                  <a:pt x="131241" y="44958"/>
                </a:lnTo>
                <a:lnTo>
                  <a:pt x="144881" y="38353"/>
                </a:lnTo>
                <a:lnTo>
                  <a:pt x="156806" y="31623"/>
                </a:lnTo>
                <a:lnTo>
                  <a:pt x="170446" y="26670"/>
                </a:lnTo>
                <a:lnTo>
                  <a:pt x="184086" y="19938"/>
                </a:lnTo>
                <a:lnTo>
                  <a:pt x="197713" y="13335"/>
                </a:lnTo>
                <a:lnTo>
                  <a:pt x="209651" y="13335"/>
                </a:lnTo>
                <a:lnTo>
                  <a:pt x="223291" y="6603"/>
                </a:lnTo>
                <a:lnTo>
                  <a:pt x="236918" y="6603"/>
                </a:lnTo>
                <a:lnTo>
                  <a:pt x="248856" y="0"/>
                </a:lnTo>
                <a:lnTo>
                  <a:pt x="269303" y="0"/>
                </a:lnTo>
                <a:lnTo>
                  <a:pt x="282943" y="0"/>
                </a:lnTo>
                <a:lnTo>
                  <a:pt x="347713" y="0"/>
                </a:lnTo>
                <a:lnTo>
                  <a:pt x="354533" y="6603"/>
                </a:lnTo>
                <a:lnTo>
                  <a:pt x="368172" y="6603"/>
                </a:lnTo>
                <a:lnTo>
                  <a:pt x="381800" y="6603"/>
                </a:lnTo>
                <a:lnTo>
                  <a:pt x="388619" y="13335"/>
                </a:lnTo>
                <a:lnTo>
                  <a:pt x="400558" y="13335"/>
                </a:lnTo>
                <a:lnTo>
                  <a:pt x="414185" y="13335"/>
                </a:lnTo>
                <a:lnTo>
                  <a:pt x="427824" y="19938"/>
                </a:lnTo>
                <a:lnTo>
                  <a:pt x="434644" y="26670"/>
                </a:lnTo>
                <a:lnTo>
                  <a:pt x="446570" y="26670"/>
                </a:lnTo>
                <a:lnTo>
                  <a:pt x="460209" y="31623"/>
                </a:lnTo>
                <a:lnTo>
                  <a:pt x="473849" y="38353"/>
                </a:lnTo>
                <a:lnTo>
                  <a:pt x="485775" y="44958"/>
                </a:lnTo>
                <a:lnTo>
                  <a:pt x="485775" y="121793"/>
                </a:lnTo>
                <a:lnTo>
                  <a:pt x="473849" y="116839"/>
                </a:lnTo>
                <a:lnTo>
                  <a:pt x="460209" y="110109"/>
                </a:lnTo>
                <a:lnTo>
                  <a:pt x="446570" y="103504"/>
                </a:lnTo>
                <a:lnTo>
                  <a:pt x="434644" y="103504"/>
                </a:lnTo>
                <a:lnTo>
                  <a:pt x="421005" y="96774"/>
                </a:lnTo>
                <a:lnTo>
                  <a:pt x="407365" y="90043"/>
                </a:lnTo>
                <a:lnTo>
                  <a:pt x="400558" y="90043"/>
                </a:lnTo>
                <a:lnTo>
                  <a:pt x="388619" y="83438"/>
                </a:lnTo>
                <a:lnTo>
                  <a:pt x="374980" y="83438"/>
                </a:lnTo>
                <a:lnTo>
                  <a:pt x="368172" y="76708"/>
                </a:lnTo>
                <a:lnTo>
                  <a:pt x="354533" y="76708"/>
                </a:lnTo>
                <a:lnTo>
                  <a:pt x="342595" y="71754"/>
                </a:lnTo>
                <a:lnTo>
                  <a:pt x="276123" y="71754"/>
                </a:lnTo>
                <a:lnTo>
                  <a:pt x="255676" y="76708"/>
                </a:lnTo>
                <a:lnTo>
                  <a:pt x="236918" y="76708"/>
                </a:lnTo>
                <a:lnTo>
                  <a:pt x="216471" y="83438"/>
                </a:lnTo>
                <a:lnTo>
                  <a:pt x="197713" y="90043"/>
                </a:lnTo>
                <a:lnTo>
                  <a:pt x="177266" y="103504"/>
                </a:lnTo>
                <a:lnTo>
                  <a:pt x="156806" y="116839"/>
                </a:lnTo>
                <a:lnTo>
                  <a:pt x="144881" y="128524"/>
                </a:lnTo>
                <a:lnTo>
                  <a:pt x="131241" y="141859"/>
                </a:lnTo>
                <a:lnTo>
                  <a:pt x="117614" y="161925"/>
                </a:lnTo>
                <a:lnTo>
                  <a:pt x="105676" y="173609"/>
                </a:lnTo>
                <a:lnTo>
                  <a:pt x="98856" y="193675"/>
                </a:lnTo>
                <a:lnTo>
                  <a:pt x="92036" y="211962"/>
                </a:lnTo>
                <a:lnTo>
                  <a:pt x="85229" y="232028"/>
                </a:lnTo>
                <a:lnTo>
                  <a:pt x="85229" y="252095"/>
                </a:lnTo>
                <a:lnTo>
                  <a:pt x="85229" y="270383"/>
                </a:lnTo>
                <a:lnTo>
                  <a:pt x="85229" y="297179"/>
                </a:lnTo>
                <a:lnTo>
                  <a:pt x="85229" y="315468"/>
                </a:lnTo>
                <a:lnTo>
                  <a:pt x="92036" y="335534"/>
                </a:lnTo>
                <a:lnTo>
                  <a:pt x="98856" y="353949"/>
                </a:lnTo>
                <a:lnTo>
                  <a:pt x="105676" y="367284"/>
                </a:lnTo>
                <a:lnTo>
                  <a:pt x="117614" y="387350"/>
                </a:lnTo>
                <a:lnTo>
                  <a:pt x="131241" y="399034"/>
                </a:lnTo>
                <a:lnTo>
                  <a:pt x="144881" y="419100"/>
                </a:lnTo>
                <a:lnTo>
                  <a:pt x="156806" y="432435"/>
                </a:lnTo>
                <a:lnTo>
                  <a:pt x="177266" y="439038"/>
                </a:lnTo>
                <a:lnTo>
                  <a:pt x="190906" y="450723"/>
                </a:lnTo>
                <a:lnTo>
                  <a:pt x="209651" y="457453"/>
                </a:lnTo>
                <a:lnTo>
                  <a:pt x="230098" y="464185"/>
                </a:lnTo>
                <a:lnTo>
                  <a:pt x="248856" y="470788"/>
                </a:lnTo>
                <a:lnTo>
                  <a:pt x="354533" y="470788"/>
                </a:lnTo>
                <a:lnTo>
                  <a:pt x="368172" y="464185"/>
                </a:lnTo>
                <a:lnTo>
                  <a:pt x="381800" y="464185"/>
                </a:lnTo>
                <a:lnTo>
                  <a:pt x="388619" y="457453"/>
                </a:lnTo>
                <a:lnTo>
                  <a:pt x="400558" y="450723"/>
                </a:lnTo>
                <a:lnTo>
                  <a:pt x="414185" y="450723"/>
                </a:lnTo>
                <a:lnTo>
                  <a:pt x="427824" y="444119"/>
                </a:lnTo>
                <a:lnTo>
                  <a:pt x="439750" y="439038"/>
                </a:lnTo>
                <a:lnTo>
                  <a:pt x="453390" y="432435"/>
                </a:lnTo>
                <a:lnTo>
                  <a:pt x="467029" y="425703"/>
                </a:lnTo>
                <a:lnTo>
                  <a:pt x="473849" y="419100"/>
                </a:lnTo>
                <a:lnTo>
                  <a:pt x="485775" y="412369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06" name="object 22"/>
          <p:cNvSpPr>
            <a:spLocks noChangeArrowheads="1"/>
          </p:cNvSpPr>
          <p:nvPr/>
        </p:nvSpPr>
        <p:spPr bwMode="auto">
          <a:xfrm>
            <a:off x="2874964" y="2667001"/>
            <a:ext cx="173037" cy="193675"/>
          </a:xfrm>
          <a:custGeom>
            <a:avLst/>
            <a:gdLst>
              <a:gd name="T0" fmla="*/ 0 w 173355"/>
              <a:gd name="T1" fmla="*/ 0 h 193675"/>
              <a:gd name="T2" fmla="*/ 173355 w 173355"/>
              <a:gd name="T3" fmla="*/ 193675 h 193675"/>
            </a:gdLst>
            <a:ahLst/>
            <a:cxnLst/>
            <a:rect l="T0" t="T1" r="T2" b="T3"/>
            <a:pathLst>
              <a:path w="173355" h="193675">
                <a:moveTo>
                  <a:pt x="0" y="193675"/>
                </a:moveTo>
                <a:lnTo>
                  <a:pt x="172974" y="193675"/>
                </a:lnTo>
                <a:lnTo>
                  <a:pt x="87249" y="0"/>
                </a:lnTo>
                <a:lnTo>
                  <a:pt x="0" y="193675"/>
                </a:lnTo>
              </a:path>
            </a:pathLst>
          </a:custGeom>
          <a:noFill/>
          <a:ln w="12699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07" name="object 23"/>
          <p:cNvSpPr>
            <a:spLocks noChangeArrowheads="1"/>
          </p:cNvSpPr>
          <p:nvPr/>
        </p:nvSpPr>
        <p:spPr bwMode="auto">
          <a:xfrm>
            <a:off x="2698751" y="2552700"/>
            <a:ext cx="525463" cy="527050"/>
          </a:xfrm>
          <a:custGeom>
            <a:avLst/>
            <a:gdLst>
              <a:gd name="T0" fmla="*/ 0 w 525780"/>
              <a:gd name="T1" fmla="*/ 0 h 527050"/>
              <a:gd name="T2" fmla="*/ 525780 w 525780"/>
              <a:gd name="T3" fmla="*/ 527050 h 527050"/>
            </a:gdLst>
            <a:ahLst/>
            <a:cxnLst/>
            <a:rect l="T0" t="T1" r="T2" b="T3"/>
            <a:pathLst>
              <a:path w="525780" h="527050">
                <a:moveTo>
                  <a:pt x="0" y="527050"/>
                </a:moveTo>
                <a:lnTo>
                  <a:pt x="236347" y="0"/>
                </a:lnTo>
                <a:lnTo>
                  <a:pt x="289052" y="0"/>
                </a:lnTo>
                <a:lnTo>
                  <a:pt x="525526" y="527050"/>
                </a:lnTo>
                <a:lnTo>
                  <a:pt x="447294" y="527050"/>
                </a:lnTo>
                <a:lnTo>
                  <a:pt x="380872" y="373634"/>
                </a:lnTo>
                <a:lnTo>
                  <a:pt x="151384" y="373634"/>
                </a:lnTo>
                <a:lnTo>
                  <a:pt x="78219" y="527050"/>
                </a:lnTo>
                <a:lnTo>
                  <a:pt x="0" y="52705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08" name="object 24"/>
          <p:cNvSpPr>
            <a:spLocks noChangeArrowheads="1"/>
          </p:cNvSpPr>
          <p:nvPr/>
        </p:nvSpPr>
        <p:spPr bwMode="auto">
          <a:xfrm>
            <a:off x="3249614" y="2552700"/>
            <a:ext cx="466725" cy="539750"/>
          </a:xfrm>
          <a:custGeom>
            <a:avLst/>
            <a:gdLst>
              <a:gd name="T0" fmla="*/ 0 w 466725"/>
              <a:gd name="T1" fmla="*/ 0 h 539750"/>
              <a:gd name="T2" fmla="*/ 466725 w 466725"/>
              <a:gd name="T3" fmla="*/ 539750 h 539750"/>
            </a:gdLst>
            <a:ahLst/>
            <a:cxnLst/>
            <a:rect l="T0" t="T1" r="T2" b="T3"/>
            <a:pathLst>
              <a:path w="466725" h="539750">
                <a:moveTo>
                  <a:pt x="0" y="0"/>
                </a:moveTo>
                <a:lnTo>
                  <a:pt x="80010" y="0"/>
                </a:lnTo>
                <a:lnTo>
                  <a:pt x="80010" y="301498"/>
                </a:lnTo>
                <a:lnTo>
                  <a:pt x="80010" y="314833"/>
                </a:lnTo>
                <a:lnTo>
                  <a:pt x="80010" y="373125"/>
                </a:lnTo>
                <a:lnTo>
                  <a:pt x="86868" y="379857"/>
                </a:lnTo>
                <a:lnTo>
                  <a:pt x="86868" y="386461"/>
                </a:lnTo>
                <a:lnTo>
                  <a:pt x="86868" y="391540"/>
                </a:lnTo>
                <a:lnTo>
                  <a:pt x="91948" y="391540"/>
                </a:lnTo>
                <a:lnTo>
                  <a:pt x="91948" y="398145"/>
                </a:lnTo>
                <a:lnTo>
                  <a:pt x="91948" y="404749"/>
                </a:lnTo>
                <a:lnTo>
                  <a:pt x="98679" y="404749"/>
                </a:lnTo>
                <a:lnTo>
                  <a:pt x="98679" y="411479"/>
                </a:lnTo>
                <a:lnTo>
                  <a:pt x="105537" y="418084"/>
                </a:lnTo>
                <a:lnTo>
                  <a:pt x="112394" y="424814"/>
                </a:lnTo>
                <a:lnTo>
                  <a:pt x="119125" y="431419"/>
                </a:lnTo>
                <a:lnTo>
                  <a:pt x="125984" y="436499"/>
                </a:lnTo>
                <a:lnTo>
                  <a:pt x="132842" y="443102"/>
                </a:lnTo>
                <a:lnTo>
                  <a:pt x="137922" y="443102"/>
                </a:lnTo>
                <a:lnTo>
                  <a:pt x="151511" y="449834"/>
                </a:lnTo>
                <a:lnTo>
                  <a:pt x="158369" y="449834"/>
                </a:lnTo>
                <a:lnTo>
                  <a:pt x="165226" y="456438"/>
                </a:lnTo>
                <a:lnTo>
                  <a:pt x="171957" y="456438"/>
                </a:lnTo>
                <a:lnTo>
                  <a:pt x="183896" y="463169"/>
                </a:lnTo>
                <a:lnTo>
                  <a:pt x="190754" y="463169"/>
                </a:lnTo>
                <a:lnTo>
                  <a:pt x="204343" y="463169"/>
                </a:lnTo>
                <a:lnTo>
                  <a:pt x="211200" y="463169"/>
                </a:lnTo>
                <a:lnTo>
                  <a:pt x="224790" y="469773"/>
                </a:lnTo>
                <a:lnTo>
                  <a:pt x="229869" y="469773"/>
                </a:lnTo>
                <a:lnTo>
                  <a:pt x="250317" y="469773"/>
                </a:lnTo>
                <a:lnTo>
                  <a:pt x="263906" y="463169"/>
                </a:lnTo>
                <a:lnTo>
                  <a:pt x="282701" y="463169"/>
                </a:lnTo>
                <a:lnTo>
                  <a:pt x="296291" y="456438"/>
                </a:lnTo>
                <a:lnTo>
                  <a:pt x="310006" y="449834"/>
                </a:lnTo>
                <a:lnTo>
                  <a:pt x="323596" y="443102"/>
                </a:lnTo>
                <a:lnTo>
                  <a:pt x="335534" y="436499"/>
                </a:lnTo>
                <a:lnTo>
                  <a:pt x="342265" y="431419"/>
                </a:lnTo>
                <a:lnTo>
                  <a:pt x="355981" y="424814"/>
                </a:lnTo>
                <a:lnTo>
                  <a:pt x="362712" y="411479"/>
                </a:lnTo>
                <a:lnTo>
                  <a:pt x="369569" y="398145"/>
                </a:lnTo>
                <a:lnTo>
                  <a:pt x="374650" y="391540"/>
                </a:lnTo>
                <a:lnTo>
                  <a:pt x="381507" y="379857"/>
                </a:lnTo>
                <a:lnTo>
                  <a:pt x="381507" y="366522"/>
                </a:lnTo>
                <a:lnTo>
                  <a:pt x="388366" y="353187"/>
                </a:lnTo>
                <a:lnTo>
                  <a:pt x="388366" y="341502"/>
                </a:lnTo>
                <a:lnTo>
                  <a:pt x="388366" y="0"/>
                </a:lnTo>
                <a:lnTo>
                  <a:pt x="466725" y="0"/>
                </a:lnTo>
                <a:lnTo>
                  <a:pt x="466725" y="341502"/>
                </a:lnTo>
                <a:lnTo>
                  <a:pt x="461518" y="359790"/>
                </a:lnTo>
                <a:lnTo>
                  <a:pt x="461518" y="379857"/>
                </a:lnTo>
                <a:lnTo>
                  <a:pt x="454787" y="398145"/>
                </a:lnTo>
                <a:lnTo>
                  <a:pt x="447929" y="418084"/>
                </a:lnTo>
                <a:lnTo>
                  <a:pt x="441071" y="436499"/>
                </a:lnTo>
                <a:lnTo>
                  <a:pt x="427481" y="456438"/>
                </a:lnTo>
                <a:lnTo>
                  <a:pt x="415544" y="469773"/>
                </a:lnTo>
                <a:lnTo>
                  <a:pt x="401955" y="481457"/>
                </a:lnTo>
                <a:lnTo>
                  <a:pt x="381507" y="494791"/>
                </a:lnTo>
                <a:lnTo>
                  <a:pt x="362712" y="508126"/>
                </a:lnTo>
                <a:lnTo>
                  <a:pt x="349123" y="514730"/>
                </a:lnTo>
                <a:lnTo>
                  <a:pt x="323596" y="526414"/>
                </a:lnTo>
                <a:lnTo>
                  <a:pt x="303149" y="526414"/>
                </a:lnTo>
                <a:lnTo>
                  <a:pt x="282701" y="533146"/>
                </a:lnTo>
                <a:lnTo>
                  <a:pt x="257175" y="539750"/>
                </a:lnTo>
                <a:lnTo>
                  <a:pt x="229869" y="539750"/>
                </a:lnTo>
                <a:lnTo>
                  <a:pt x="217931" y="539750"/>
                </a:lnTo>
                <a:lnTo>
                  <a:pt x="204343" y="533146"/>
                </a:lnTo>
                <a:lnTo>
                  <a:pt x="183896" y="533146"/>
                </a:lnTo>
                <a:lnTo>
                  <a:pt x="171957" y="533146"/>
                </a:lnTo>
                <a:lnTo>
                  <a:pt x="158369" y="526414"/>
                </a:lnTo>
                <a:lnTo>
                  <a:pt x="144780" y="526414"/>
                </a:lnTo>
                <a:lnTo>
                  <a:pt x="132842" y="521462"/>
                </a:lnTo>
                <a:lnTo>
                  <a:pt x="119125" y="514730"/>
                </a:lnTo>
                <a:lnTo>
                  <a:pt x="112394" y="508126"/>
                </a:lnTo>
                <a:lnTo>
                  <a:pt x="98679" y="508126"/>
                </a:lnTo>
                <a:lnTo>
                  <a:pt x="86868" y="494791"/>
                </a:lnTo>
                <a:lnTo>
                  <a:pt x="73151" y="488061"/>
                </a:lnTo>
                <a:lnTo>
                  <a:pt x="66421" y="481457"/>
                </a:lnTo>
                <a:lnTo>
                  <a:pt x="52705" y="476503"/>
                </a:lnTo>
                <a:lnTo>
                  <a:pt x="45974" y="463169"/>
                </a:lnTo>
                <a:lnTo>
                  <a:pt x="40767" y="456438"/>
                </a:lnTo>
                <a:lnTo>
                  <a:pt x="34036" y="449834"/>
                </a:lnTo>
                <a:lnTo>
                  <a:pt x="27178" y="443102"/>
                </a:lnTo>
                <a:lnTo>
                  <a:pt x="27178" y="436499"/>
                </a:lnTo>
                <a:lnTo>
                  <a:pt x="20319" y="431419"/>
                </a:lnTo>
                <a:lnTo>
                  <a:pt x="13588" y="424814"/>
                </a:lnTo>
                <a:lnTo>
                  <a:pt x="13588" y="411479"/>
                </a:lnTo>
                <a:lnTo>
                  <a:pt x="13588" y="404749"/>
                </a:lnTo>
                <a:lnTo>
                  <a:pt x="6731" y="398145"/>
                </a:lnTo>
                <a:lnTo>
                  <a:pt x="6731" y="391540"/>
                </a:lnTo>
                <a:lnTo>
                  <a:pt x="6731" y="386461"/>
                </a:lnTo>
                <a:lnTo>
                  <a:pt x="0" y="373125"/>
                </a:lnTo>
                <a:lnTo>
                  <a:pt x="0" y="359790"/>
                </a:lnTo>
                <a:lnTo>
                  <a:pt x="0" y="346455"/>
                </a:lnTo>
                <a:lnTo>
                  <a:pt x="0" y="334899"/>
                </a:lnTo>
                <a:lnTo>
                  <a:pt x="0" y="321563"/>
                </a:lnTo>
                <a:lnTo>
                  <a:pt x="0" y="308228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09" name="object 25"/>
          <p:cNvSpPr>
            <a:spLocks noChangeArrowheads="1"/>
          </p:cNvSpPr>
          <p:nvPr/>
        </p:nvSpPr>
        <p:spPr bwMode="auto">
          <a:xfrm>
            <a:off x="3776664" y="2552700"/>
            <a:ext cx="473075" cy="527050"/>
          </a:xfrm>
          <a:custGeom>
            <a:avLst/>
            <a:gdLst>
              <a:gd name="T0" fmla="*/ 0 w 473075"/>
              <a:gd name="T1" fmla="*/ 0 h 527050"/>
              <a:gd name="T2" fmla="*/ 473075 w 473075"/>
              <a:gd name="T3" fmla="*/ 527050 h 527050"/>
            </a:gdLst>
            <a:ahLst/>
            <a:cxnLst/>
            <a:rect l="T0" t="T1" r="T2" b="T3"/>
            <a:pathLst>
              <a:path w="473075" h="527050">
                <a:moveTo>
                  <a:pt x="197357" y="527050"/>
                </a:moveTo>
                <a:lnTo>
                  <a:pt x="197357" y="70103"/>
                </a:lnTo>
                <a:lnTo>
                  <a:pt x="0" y="70103"/>
                </a:lnTo>
                <a:lnTo>
                  <a:pt x="0" y="0"/>
                </a:lnTo>
                <a:lnTo>
                  <a:pt x="473075" y="0"/>
                </a:lnTo>
                <a:lnTo>
                  <a:pt x="473075" y="70103"/>
                </a:lnTo>
                <a:lnTo>
                  <a:pt x="275590" y="70103"/>
                </a:lnTo>
                <a:lnTo>
                  <a:pt x="275590" y="527050"/>
                </a:lnTo>
                <a:lnTo>
                  <a:pt x="197357" y="52705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0" name="object 26"/>
          <p:cNvSpPr>
            <a:spLocks noChangeArrowheads="1"/>
          </p:cNvSpPr>
          <p:nvPr/>
        </p:nvSpPr>
        <p:spPr bwMode="auto">
          <a:xfrm>
            <a:off x="4316414" y="2552700"/>
            <a:ext cx="71437" cy="527050"/>
          </a:xfrm>
          <a:custGeom>
            <a:avLst/>
            <a:gdLst>
              <a:gd name="T0" fmla="*/ 0 w 71755"/>
              <a:gd name="T1" fmla="*/ 0 h 527050"/>
              <a:gd name="T2" fmla="*/ 71755 w 71755"/>
              <a:gd name="T3" fmla="*/ 527050 h 527050"/>
            </a:gdLst>
            <a:ahLst/>
            <a:cxnLst/>
            <a:rect l="T0" t="T1" r="T2" b="T3"/>
            <a:pathLst>
              <a:path w="71755" h="527050">
                <a:moveTo>
                  <a:pt x="0" y="527050"/>
                </a:moveTo>
                <a:lnTo>
                  <a:pt x="71437" y="527050"/>
                </a:lnTo>
                <a:lnTo>
                  <a:pt x="71437" y="0"/>
                </a:lnTo>
                <a:lnTo>
                  <a:pt x="0" y="0"/>
                </a:lnTo>
                <a:lnTo>
                  <a:pt x="0" y="527050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1" name="object 27"/>
          <p:cNvSpPr>
            <a:spLocks noChangeArrowheads="1"/>
          </p:cNvSpPr>
          <p:nvPr/>
        </p:nvSpPr>
        <p:spPr bwMode="auto">
          <a:xfrm>
            <a:off x="4557714" y="2617788"/>
            <a:ext cx="415925" cy="398462"/>
          </a:xfrm>
          <a:custGeom>
            <a:avLst/>
            <a:gdLst>
              <a:gd name="T0" fmla="*/ 0 w 415925"/>
              <a:gd name="T1" fmla="*/ 0 h 398780"/>
              <a:gd name="T2" fmla="*/ 415925 w 415925"/>
              <a:gd name="T3" fmla="*/ 398780 h 398780"/>
            </a:gdLst>
            <a:ahLst/>
            <a:cxnLst/>
            <a:rect l="T0" t="T1" r="T2" b="T3"/>
            <a:pathLst>
              <a:path w="415925" h="398780">
                <a:moveTo>
                  <a:pt x="0" y="198374"/>
                </a:moveTo>
                <a:lnTo>
                  <a:pt x="0" y="211709"/>
                </a:lnTo>
                <a:lnTo>
                  <a:pt x="0" y="218312"/>
                </a:lnTo>
                <a:lnTo>
                  <a:pt x="6731" y="231648"/>
                </a:lnTo>
                <a:lnTo>
                  <a:pt x="6731" y="236727"/>
                </a:lnTo>
                <a:lnTo>
                  <a:pt x="6731" y="250062"/>
                </a:lnTo>
                <a:lnTo>
                  <a:pt x="13588" y="256666"/>
                </a:lnTo>
                <a:lnTo>
                  <a:pt x="13588" y="270001"/>
                </a:lnTo>
                <a:lnTo>
                  <a:pt x="20447" y="276733"/>
                </a:lnTo>
                <a:lnTo>
                  <a:pt x="20447" y="288416"/>
                </a:lnTo>
                <a:lnTo>
                  <a:pt x="27178" y="295021"/>
                </a:lnTo>
                <a:lnTo>
                  <a:pt x="34036" y="301751"/>
                </a:lnTo>
                <a:lnTo>
                  <a:pt x="34036" y="315087"/>
                </a:lnTo>
                <a:lnTo>
                  <a:pt x="40893" y="321690"/>
                </a:lnTo>
                <a:lnTo>
                  <a:pt x="45974" y="326771"/>
                </a:lnTo>
                <a:lnTo>
                  <a:pt x="52831" y="333375"/>
                </a:lnTo>
                <a:lnTo>
                  <a:pt x="59562" y="340106"/>
                </a:lnTo>
                <a:lnTo>
                  <a:pt x="66421" y="346710"/>
                </a:lnTo>
                <a:lnTo>
                  <a:pt x="80010" y="353440"/>
                </a:lnTo>
                <a:lnTo>
                  <a:pt x="86868" y="360045"/>
                </a:lnTo>
                <a:lnTo>
                  <a:pt x="93725" y="366775"/>
                </a:lnTo>
                <a:lnTo>
                  <a:pt x="98806" y="371728"/>
                </a:lnTo>
                <a:lnTo>
                  <a:pt x="112394" y="378333"/>
                </a:lnTo>
                <a:lnTo>
                  <a:pt x="119253" y="378333"/>
                </a:lnTo>
                <a:lnTo>
                  <a:pt x="126111" y="385063"/>
                </a:lnTo>
                <a:lnTo>
                  <a:pt x="139700" y="391668"/>
                </a:lnTo>
                <a:lnTo>
                  <a:pt x="144780" y="391668"/>
                </a:lnTo>
                <a:lnTo>
                  <a:pt x="158496" y="398399"/>
                </a:lnTo>
                <a:lnTo>
                  <a:pt x="257301" y="398399"/>
                </a:lnTo>
                <a:lnTo>
                  <a:pt x="271018" y="391668"/>
                </a:lnTo>
                <a:lnTo>
                  <a:pt x="277749" y="391668"/>
                </a:lnTo>
                <a:lnTo>
                  <a:pt x="289687" y="385063"/>
                </a:lnTo>
                <a:lnTo>
                  <a:pt x="296545" y="385063"/>
                </a:lnTo>
                <a:lnTo>
                  <a:pt x="303402" y="378333"/>
                </a:lnTo>
                <a:lnTo>
                  <a:pt x="316991" y="371728"/>
                </a:lnTo>
                <a:lnTo>
                  <a:pt x="323850" y="366775"/>
                </a:lnTo>
                <a:lnTo>
                  <a:pt x="328929" y="360045"/>
                </a:lnTo>
                <a:lnTo>
                  <a:pt x="335788" y="353440"/>
                </a:lnTo>
                <a:lnTo>
                  <a:pt x="349376" y="346710"/>
                </a:lnTo>
                <a:lnTo>
                  <a:pt x="356235" y="340106"/>
                </a:lnTo>
                <a:lnTo>
                  <a:pt x="362965" y="333375"/>
                </a:lnTo>
                <a:lnTo>
                  <a:pt x="369824" y="326771"/>
                </a:lnTo>
                <a:lnTo>
                  <a:pt x="374903" y="321690"/>
                </a:lnTo>
                <a:lnTo>
                  <a:pt x="381762" y="315087"/>
                </a:lnTo>
                <a:lnTo>
                  <a:pt x="381762" y="301751"/>
                </a:lnTo>
                <a:lnTo>
                  <a:pt x="388620" y="295021"/>
                </a:lnTo>
                <a:lnTo>
                  <a:pt x="395350" y="288416"/>
                </a:lnTo>
                <a:lnTo>
                  <a:pt x="395350" y="276733"/>
                </a:lnTo>
                <a:lnTo>
                  <a:pt x="402209" y="270001"/>
                </a:lnTo>
                <a:lnTo>
                  <a:pt x="402209" y="256666"/>
                </a:lnTo>
                <a:lnTo>
                  <a:pt x="409066" y="250062"/>
                </a:lnTo>
                <a:lnTo>
                  <a:pt x="409066" y="236727"/>
                </a:lnTo>
                <a:lnTo>
                  <a:pt x="409066" y="231648"/>
                </a:lnTo>
                <a:lnTo>
                  <a:pt x="415925" y="218312"/>
                </a:lnTo>
                <a:lnTo>
                  <a:pt x="415925" y="211709"/>
                </a:lnTo>
                <a:lnTo>
                  <a:pt x="415925" y="198374"/>
                </a:lnTo>
                <a:lnTo>
                  <a:pt x="415925" y="191643"/>
                </a:lnTo>
                <a:lnTo>
                  <a:pt x="415925" y="179959"/>
                </a:lnTo>
                <a:lnTo>
                  <a:pt x="409066" y="173354"/>
                </a:lnTo>
                <a:lnTo>
                  <a:pt x="409066" y="160020"/>
                </a:lnTo>
                <a:lnTo>
                  <a:pt x="409066" y="153288"/>
                </a:lnTo>
                <a:lnTo>
                  <a:pt x="402209" y="139953"/>
                </a:lnTo>
                <a:lnTo>
                  <a:pt x="402209" y="135000"/>
                </a:lnTo>
                <a:lnTo>
                  <a:pt x="395350" y="121665"/>
                </a:lnTo>
                <a:lnTo>
                  <a:pt x="395350" y="114935"/>
                </a:lnTo>
                <a:lnTo>
                  <a:pt x="388620" y="108331"/>
                </a:lnTo>
                <a:lnTo>
                  <a:pt x="381762" y="94996"/>
                </a:lnTo>
                <a:lnTo>
                  <a:pt x="381762" y="89915"/>
                </a:lnTo>
                <a:lnTo>
                  <a:pt x="374903" y="83312"/>
                </a:lnTo>
                <a:lnTo>
                  <a:pt x="369824" y="76581"/>
                </a:lnTo>
                <a:lnTo>
                  <a:pt x="362965" y="63246"/>
                </a:lnTo>
                <a:lnTo>
                  <a:pt x="356235" y="56641"/>
                </a:lnTo>
                <a:lnTo>
                  <a:pt x="342519" y="49911"/>
                </a:lnTo>
                <a:lnTo>
                  <a:pt x="335788" y="44958"/>
                </a:lnTo>
                <a:lnTo>
                  <a:pt x="328929" y="38226"/>
                </a:lnTo>
                <a:lnTo>
                  <a:pt x="323850" y="31623"/>
                </a:lnTo>
                <a:lnTo>
                  <a:pt x="316991" y="24891"/>
                </a:lnTo>
                <a:lnTo>
                  <a:pt x="303402" y="24891"/>
                </a:lnTo>
                <a:lnTo>
                  <a:pt x="296545" y="18287"/>
                </a:lnTo>
                <a:lnTo>
                  <a:pt x="282956" y="11557"/>
                </a:lnTo>
                <a:lnTo>
                  <a:pt x="277749" y="11557"/>
                </a:lnTo>
                <a:lnTo>
                  <a:pt x="271018" y="4952"/>
                </a:lnTo>
                <a:lnTo>
                  <a:pt x="257301" y="4952"/>
                </a:lnTo>
                <a:lnTo>
                  <a:pt x="250571" y="4952"/>
                </a:lnTo>
                <a:lnTo>
                  <a:pt x="236854" y="0"/>
                </a:lnTo>
                <a:lnTo>
                  <a:pt x="231775" y="0"/>
                </a:lnTo>
                <a:lnTo>
                  <a:pt x="178943" y="0"/>
                </a:lnTo>
                <a:lnTo>
                  <a:pt x="165226" y="4952"/>
                </a:lnTo>
                <a:lnTo>
                  <a:pt x="158496" y="4952"/>
                </a:lnTo>
                <a:lnTo>
                  <a:pt x="151637" y="4952"/>
                </a:lnTo>
                <a:lnTo>
                  <a:pt x="139700" y="11557"/>
                </a:lnTo>
                <a:lnTo>
                  <a:pt x="132842" y="11557"/>
                </a:lnTo>
                <a:lnTo>
                  <a:pt x="119253" y="18287"/>
                </a:lnTo>
                <a:lnTo>
                  <a:pt x="112394" y="24891"/>
                </a:lnTo>
                <a:lnTo>
                  <a:pt x="105663" y="24891"/>
                </a:lnTo>
                <a:lnTo>
                  <a:pt x="93725" y="31623"/>
                </a:lnTo>
                <a:lnTo>
                  <a:pt x="86868" y="38226"/>
                </a:lnTo>
                <a:lnTo>
                  <a:pt x="80010" y="44958"/>
                </a:lnTo>
                <a:lnTo>
                  <a:pt x="73279" y="49911"/>
                </a:lnTo>
                <a:lnTo>
                  <a:pt x="59562" y="56641"/>
                </a:lnTo>
                <a:lnTo>
                  <a:pt x="52831" y="63246"/>
                </a:lnTo>
                <a:lnTo>
                  <a:pt x="45974" y="69976"/>
                </a:lnTo>
                <a:lnTo>
                  <a:pt x="40893" y="83312"/>
                </a:lnTo>
                <a:lnTo>
                  <a:pt x="34036" y="89915"/>
                </a:lnTo>
                <a:lnTo>
                  <a:pt x="34036" y="94996"/>
                </a:lnTo>
                <a:lnTo>
                  <a:pt x="27178" y="101600"/>
                </a:lnTo>
                <a:lnTo>
                  <a:pt x="20447" y="114935"/>
                </a:lnTo>
                <a:lnTo>
                  <a:pt x="20447" y="121665"/>
                </a:lnTo>
                <a:lnTo>
                  <a:pt x="13588" y="135000"/>
                </a:lnTo>
                <a:lnTo>
                  <a:pt x="13588" y="139953"/>
                </a:lnTo>
                <a:lnTo>
                  <a:pt x="6731" y="153288"/>
                </a:lnTo>
                <a:lnTo>
                  <a:pt x="6731" y="160020"/>
                </a:lnTo>
                <a:lnTo>
                  <a:pt x="6731" y="173354"/>
                </a:lnTo>
                <a:lnTo>
                  <a:pt x="0" y="179959"/>
                </a:lnTo>
                <a:lnTo>
                  <a:pt x="0" y="191643"/>
                </a:lnTo>
                <a:lnTo>
                  <a:pt x="0" y="198374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2" name="object 28"/>
          <p:cNvSpPr>
            <a:spLocks noChangeArrowheads="1"/>
          </p:cNvSpPr>
          <p:nvPr/>
        </p:nvSpPr>
        <p:spPr bwMode="auto">
          <a:xfrm>
            <a:off x="4479925" y="2544764"/>
            <a:ext cx="571500" cy="547687"/>
          </a:xfrm>
          <a:custGeom>
            <a:avLst/>
            <a:gdLst>
              <a:gd name="T0" fmla="*/ 0 w 571500"/>
              <a:gd name="T1" fmla="*/ 0 h 548005"/>
              <a:gd name="T2" fmla="*/ 571500 w 571500"/>
              <a:gd name="T3" fmla="*/ 548005 h 548005"/>
            </a:gdLst>
            <a:ahLst/>
            <a:cxnLst/>
            <a:rect l="T0" t="T1" r="T2" b="T3"/>
            <a:pathLst>
              <a:path w="571500" h="548005">
                <a:moveTo>
                  <a:pt x="0" y="270383"/>
                </a:moveTo>
                <a:lnTo>
                  <a:pt x="0" y="257048"/>
                </a:lnTo>
                <a:lnTo>
                  <a:pt x="0" y="245363"/>
                </a:lnTo>
                <a:lnTo>
                  <a:pt x="0" y="232028"/>
                </a:lnTo>
                <a:lnTo>
                  <a:pt x="6857" y="218694"/>
                </a:lnTo>
                <a:lnTo>
                  <a:pt x="6857" y="207010"/>
                </a:lnTo>
                <a:lnTo>
                  <a:pt x="13588" y="193675"/>
                </a:lnTo>
                <a:lnTo>
                  <a:pt x="13588" y="180212"/>
                </a:lnTo>
                <a:lnTo>
                  <a:pt x="20447" y="166877"/>
                </a:lnTo>
                <a:lnTo>
                  <a:pt x="27177" y="155194"/>
                </a:lnTo>
                <a:lnTo>
                  <a:pt x="32257" y="141859"/>
                </a:lnTo>
                <a:lnTo>
                  <a:pt x="39116" y="128524"/>
                </a:lnTo>
                <a:lnTo>
                  <a:pt x="45974" y="121793"/>
                </a:lnTo>
                <a:lnTo>
                  <a:pt x="52705" y="110109"/>
                </a:lnTo>
                <a:lnTo>
                  <a:pt x="66293" y="96774"/>
                </a:lnTo>
                <a:lnTo>
                  <a:pt x="73151" y="90043"/>
                </a:lnTo>
                <a:lnTo>
                  <a:pt x="85089" y="76708"/>
                </a:lnTo>
                <a:lnTo>
                  <a:pt x="91820" y="71754"/>
                </a:lnTo>
                <a:lnTo>
                  <a:pt x="105410" y="58420"/>
                </a:lnTo>
                <a:lnTo>
                  <a:pt x="118999" y="51688"/>
                </a:lnTo>
                <a:lnTo>
                  <a:pt x="124206" y="44958"/>
                </a:lnTo>
                <a:lnTo>
                  <a:pt x="137794" y="38353"/>
                </a:lnTo>
                <a:lnTo>
                  <a:pt x="151383" y="31623"/>
                </a:lnTo>
                <a:lnTo>
                  <a:pt x="164973" y="26670"/>
                </a:lnTo>
                <a:lnTo>
                  <a:pt x="176911" y="19938"/>
                </a:lnTo>
                <a:lnTo>
                  <a:pt x="190500" y="13335"/>
                </a:lnTo>
                <a:lnTo>
                  <a:pt x="204088" y="13335"/>
                </a:lnTo>
                <a:lnTo>
                  <a:pt x="217677" y="6603"/>
                </a:lnTo>
                <a:lnTo>
                  <a:pt x="229616" y="6603"/>
                </a:lnTo>
                <a:lnTo>
                  <a:pt x="243205" y="0"/>
                </a:lnTo>
                <a:lnTo>
                  <a:pt x="256794" y="0"/>
                </a:lnTo>
                <a:lnTo>
                  <a:pt x="328295" y="0"/>
                </a:lnTo>
                <a:lnTo>
                  <a:pt x="341884" y="6603"/>
                </a:lnTo>
                <a:lnTo>
                  <a:pt x="355473" y="6603"/>
                </a:lnTo>
                <a:lnTo>
                  <a:pt x="367411" y="13335"/>
                </a:lnTo>
                <a:lnTo>
                  <a:pt x="381000" y="13335"/>
                </a:lnTo>
                <a:lnTo>
                  <a:pt x="394588" y="19938"/>
                </a:lnTo>
                <a:lnTo>
                  <a:pt x="406526" y="26670"/>
                </a:lnTo>
                <a:lnTo>
                  <a:pt x="420115" y="31623"/>
                </a:lnTo>
                <a:lnTo>
                  <a:pt x="433704" y="38353"/>
                </a:lnTo>
                <a:lnTo>
                  <a:pt x="447294" y="44958"/>
                </a:lnTo>
                <a:lnTo>
                  <a:pt x="459232" y="51688"/>
                </a:lnTo>
                <a:lnTo>
                  <a:pt x="466089" y="65024"/>
                </a:lnTo>
                <a:lnTo>
                  <a:pt x="479678" y="71754"/>
                </a:lnTo>
                <a:lnTo>
                  <a:pt x="486410" y="76708"/>
                </a:lnTo>
                <a:lnTo>
                  <a:pt x="498348" y="90043"/>
                </a:lnTo>
                <a:lnTo>
                  <a:pt x="505205" y="103504"/>
                </a:lnTo>
                <a:lnTo>
                  <a:pt x="518795" y="110109"/>
                </a:lnTo>
                <a:lnTo>
                  <a:pt x="525526" y="121793"/>
                </a:lnTo>
                <a:lnTo>
                  <a:pt x="532384" y="135127"/>
                </a:lnTo>
                <a:lnTo>
                  <a:pt x="539241" y="141859"/>
                </a:lnTo>
                <a:lnTo>
                  <a:pt x="545973" y="155194"/>
                </a:lnTo>
                <a:lnTo>
                  <a:pt x="551052" y="166877"/>
                </a:lnTo>
                <a:lnTo>
                  <a:pt x="557911" y="180212"/>
                </a:lnTo>
                <a:lnTo>
                  <a:pt x="557911" y="193675"/>
                </a:lnTo>
                <a:lnTo>
                  <a:pt x="564641" y="207010"/>
                </a:lnTo>
                <a:lnTo>
                  <a:pt x="564641" y="218694"/>
                </a:lnTo>
                <a:lnTo>
                  <a:pt x="571500" y="232028"/>
                </a:lnTo>
                <a:lnTo>
                  <a:pt x="571500" y="245363"/>
                </a:lnTo>
                <a:lnTo>
                  <a:pt x="571500" y="257048"/>
                </a:lnTo>
                <a:lnTo>
                  <a:pt x="571500" y="277113"/>
                </a:lnTo>
                <a:lnTo>
                  <a:pt x="571500" y="290449"/>
                </a:lnTo>
                <a:lnTo>
                  <a:pt x="571500" y="303784"/>
                </a:lnTo>
                <a:lnTo>
                  <a:pt x="571500" y="315468"/>
                </a:lnTo>
                <a:lnTo>
                  <a:pt x="564641" y="328929"/>
                </a:lnTo>
                <a:lnTo>
                  <a:pt x="564641" y="342264"/>
                </a:lnTo>
                <a:lnTo>
                  <a:pt x="557911" y="353949"/>
                </a:lnTo>
                <a:lnTo>
                  <a:pt x="557911" y="367284"/>
                </a:lnTo>
                <a:lnTo>
                  <a:pt x="551052" y="380619"/>
                </a:lnTo>
                <a:lnTo>
                  <a:pt x="545973" y="393953"/>
                </a:lnTo>
                <a:lnTo>
                  <a:pt x="539241" y="399034"/>
                </a:lnTo>
                <a:lnTo>
                  <a:pt x="532384" y="412369"/>
                </a:lnTo>
                <a:lnTo>
                  <a:pt x="525526" y="425703"/>
                </a:lnTo>
                <a:lnTo>
                  <a:pt x="518795" y="439038"/>
                </a:lnTo>
                <a:lnTo>
                  <a:pt x="505205" y="444119"/>
                </a:lnTo>
                <a:lnTo>
                  <a:pt x="498348" y="457453"/>
                </a:lnTo>
                <a:lnTo>
                  <a:pt x="493267" y="464185"/>
                </a:lnTo>
                <a:lnTo>
                  <a:pt x="479678" y="477520"/>
                </a:lnTo>
                <a:lnTo>
                  <a:pt x="466089" y="484124"/>
                </a:lnTo>
                <a:lnTo>
                  <a:pt x="459232" y="489203"/>
                </a:lnTo>
                <a:lnTo>
                  <a:pt x="447294" y="502538"/>
                </a:lnTo>
                <a:lnTo>
                  <a:pt x="433704" y="509270"/>
                </a:lnTo>
                <a:lnTo>
                  <a:pt x="420115" y="515874"/>
                </a:lnTo>
                <a:lnTo>
                  <a:pt x="406526" y="522604"/>
                </a:lnTo>
                <a:lnTo>
                  <a:pt x="394588" y="529209"/>
                </a:lnTo>
                <a:lnTo>
                  <a:pt x="381000" y="529209"/>
                </a:lnTo>
                <a:lnTo>
                  <a:pt x="367411" y="534288"/>
                </a:lnTo>
                <a:lnTo>
                  <a:pt x="355473" y="534288"/>
                </a:lnTo>
                <a:lnTo>
                  <a:pt x="341884" y="540893"/>
                </a:lnTo>
                <a:lnTo>
                  <a:pt x="328295" y="540893"/>
                </a:lnTo>
                <a:lnTo>
                  <a:pt x="314705" y="540893"/>
                </a:lnTo>
                <a:lnTo>
                  <a:pt x="302767" y="547624"/>
                </a:lnTo>
                <a:lnTo>
                  <a:pt x="282320" y="547624"/>
                </a:lnTo>
                <a:lnTo>
                  <a:pt x="268731" y="547624"/>
                </a:lnTo>
                <a:lnTo>
                  <a:pt x="256794" y="540893"/>
                </a:lnTo>
                <a:lnTo>
                  <a:pt x="243205" y="540893"/>
                </a:lnTo>
                <a:lnTo>
                  <a:pt x="229616" y="540893"/>
                </a:lnTo>
                <a:lnTo>
                  <a:pt x="217677" y="534288"/>
                </a:lnTo>
                <a:lnTo>
                  <a:pt x="204088" y="534288"/>
                </a:lnTo>
                <a:lnTo>
                  <a:pt x="190500" y="529209"/>
                </a:lnTo>
                <a:lnTo>
                  <a:pt x="176911" y="522604"/>
                </a:lnTo>
                <a:lnTo>
                  <a:pt x="164973" y="522604"/>
                </a:lnTo>
                <a:lnTo>
                  <a:pt x="151383" y="515874"/>
                </a:lnTo>
                <a:lnTo>
                  <a:pt x="137794" y="509270"/>
                </a:lnTo>
                <a:lnTo>
                  <a:pt x="124206" y="502538"/>
                </a:lnTo>
                <a:lnTo>
                  <a:pt x="112268" y="489203"/>
                </a:lnTo>
                <a:lnTo>
                  <a:pt x="105410" y="484124"/>
                </a:lnTo>
                <a:lnTo>
                  <a:pt x="91820" y="477520"/>
                </a:lnTo>
                <a:lnTo>
                  <a:pt x="85089" y="464185"/>
                </a:lnTo>
                <a:lnTo>
                  <a:pt x="73151" y="457453"/>
                </a:lnTo>
                <a:lnTo>
                  <a:pt x="66293" y="444119"/>
                </a:lnTo>
                <a:lnTo>
                  <a:pt x="52705" y="432435"/>
                </a:lnTo>
                <a:lnTo>
                  <a:pt x="45974" y="425703"/>
                </a:lnTo>
                <a:lnTo>
                  <a:pt x="39116" y="412369"/>
                </a:lnTo>
                <a:lnTo>
                  <a:pt x="32257" y="399034"/>
                </a:lnTo>
                <a:lnTo>
                  <a:pt x="27177" y="387350"/>
                </a:lnTo>
                <a:lnTo>
                  <a:pt x="20447" y="374014"/>
                </a:lnTo>
                <a:lnTo>
                  <a:pt x="13588" y="360552"/>
                </a:lnTo>
                <a:lnTo>
                  <a:pt x="13588" y="348869"/>
                </a:lnTo>
                <a:lnTo>
                  <a:pt x="6857" y="335534"/>
                </a:lnTo>
                <a:lnTo>
                  <a:pt x="6857" y="322199"/>
                </a:lnTo>
                <a:lnTo>
                  <a:pt x="0" y="308863"/>
                </a:lnTo>
                <a:lnTo>
                  <a:pt x="0" y="297179"/>
                </a:lnTo>
                <a:lnTo>
                  <a:pt x="0" y="283845"/>
                </a:lnTo>
                <a:lnTo>
                  <a:pt x="0" y="270383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3" name="object 29"/>
          <p:cNvSpPr>
            <a:spLocks noChangeArrowheads="1"/>
          </p:cNvSpPr>
          <p:nvPr/>
        </p:nvSpPr>
        <p:spPr bwMode="auto">
          <a:xfrm>
            <a:off x="5137151" y="2552700"/>
            <a:ext cx="498475" cy="527050"/>
          </a:xfrm>
          <a:custGeom>
            <a:avLst/>
            <a:gdLst>
              <a:gd name="T0" fmla="*/ 0 w 498475"/>
              <a:gd name="T1" fmla="*/ 0 h 527050"/>
              <a:gd name="T2" fmla="*/ 498475 w 498475"/>
              <a:gd name="T3" fmla="*/ 527050 h 527050"/>
            </a:gdLst>
            <a:ahLst/>
            <a:cxnLst/>
            <a:rect l="T0" t="T1" r="T2" b="T3"/>
            <a:pathLst>
              <a:path w="498475" h="527050">
                <a:moveTo>
                  <a:pt x="0" y="527050"/>
                </a:moveTo>
                <a:lnTo>
                  <a:pt x="0" y="0"/>
                </a:lnTo>
                <a:lnTo>
                  <a:pt x="73151" y="0"/>
                </a:lnTo>
                <a:lnTo>
                  <a:pt x="426974" y="411988"/>
                </a:lnTo>
                <a:lnTo>
                  <a:pt x="426974" y="0"/>
                </a:lnTo>
                <a:lnTo>
                  <a:pt x="498475" y="0"/>
                </a:lnTo>
                <a:lnTo>
                  <a:pt x="498475" y="527050"/>
                </a:lnTo>
                <a:lnTo>
                  <a:pt x="433832" y="527050"/>
                </a:lnTo>
                <a:lnTo>
                  <a:pt x="78232" y="121792"/>
                </a:lnTo>
                <a:lnTo>
                  <a:pt x="78232" y="527050"/>
                </a:lnTo>
                <a:lnTo>
                  <a:pt x="0" y="52705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4" name="object 30"/>
          <p:cNvSpPr>
            <a:spLocks noChangeArrowheads="1"/>
          </p:cNvSpPr>
          <p:nvPr/>
        </p:nvSpPr>
        <p:spPr bwMode="auto">
          <a:xfrm>
            <a:off x="2609850" y="3519488"/>
            <a:ext cx="0" cy="430212"/>
          </a:xfrm>
          <a:custGeom>
            <a:avLst/>
            <a:gdLst>
              <a:gd name="T0" fmla="*/ 0 h 430529"/>
              <a:gd name="T1" fmla="*/ 430529 h 430529"/>
            </a:gdLst>
            <a:ahLst/>
            <a:cxnLst/>
            <a:rect l="0" t="T0" r="0" b="T1"/>
            <a:pathLst>
              <a:path h="430529">
                <a:moveTo>
                  <a:pt x="0" y="0"/>
                </a:moveTo>
                <a:lnTo>
                  <a:pt x="0" y="430212"/>
                </a:lnTo>
              </a:path>
            </a:pathLst>
          </a:custGeom>
          <a:noFill/>
          <a:ln w="46037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5" name="object 31"/>
          <p:cNvSpPr>
            <a:spLocks noChangeArrowheads="1"/>
          </p:cNvSpPr>
          <p:nvPr/>
        </p:nvSpPr>
        <p:spPr bwMode="auto">
          <a:xfrm>
            <a:off x="2609850" y="4002088"/>
            <a:ext cx="0" cy="438150"/>
          </a:xfrm>
          <a:custGeom>
            <a:avLst/>
            <a:gdLst>
              <a:gd name="T0" fmla="*/ 0 h 438150"/>
              <a:gd name="T1" fmla="*/ 438150 h 438150"/>
            </a:gdLst>
            <a:ahLst/>
            <a:cxnLst/>
            <a:rect l="0" t="T0" r="0" b="T1"/>
            <a:pathLst>
              <a:path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/>
          <a:ln w="46037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6" name="object 32"/>
          <p:cNvSpPr>
            <a:spLocks noChangeArrowheads="1"/>
          </p:cNvSpPr>
          <p:nvPr/>
        </p:nvSpPr>
        <p:spPr bwMode="auto">
          <a:xfrm>
            <a:off x="2587625" y="3519488"/>
            <a:ext cx="46038" cy="920750"/>
          </a:xfrm>
          <a:custGeom>
            <a:avLst/>
            <a:gdLst>
              <a:gd name="T0" fmla="*/ 0 w 46355"/>
              <a:gd name="T1" fmla="*/ 0 h 920750"/>
              <a:gd name="T2" fmla="*/ 46355 w 46355"/>
              <a:gd name="T3" fmla="*/ 920750 h 920750"/>
            </a:gdLst>
            <a:ahLst/>
            <a:cxnLst/>
            <a:rect l="T0" t="T1" r="T2" b="T3"/>
            <a:pathLst>
              <a:path w="46355" h="920750">
                <a:moveTo>
                  <a:pt x="0" y="920750"/>
                </a:moveTo>
                <a:lnTo>
                  <a:pt x="46037" y="920750"/>
                </a:lnTo>
                <a:lnTo>
                  <a:pt x="46037" y="0"/>
                </a:lnTo>
                <a:lnTo>
                  <a:pt x="0" y="0"/>
                </a:lnTo>
                <a:lnTo>
                  <a:pt x="0" y="920750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7" name="object 33"/>
          <p:cNvSpPr>
            <a:spLocks noChangeArrowheads="1"/>
          </p:cNvSpPr>
          <p:nvPr/>
        </p:nvSpPr>
        <p:spPr bwMode="auto">
          <a:xfrm>
            <a:off x="2362200" y="3570288"/>
            <a:ext cx="501650" cy="819150"/>
          </a:xfrm>
          <a:custGeom>
            <a:avLst/>
            <a:gdLst>
              <a:gd name="T0" fmla="*/ 0 w 501650"/>
              <a:gd name="T1" fmla="*/ 0 h 819150"/>
              <a:gd name="T2" fmla="*/ 501650 w 501650"/>
              <a:gd name="T3" fmla="*/ 819150 h 819150"/>
            </a:gdLst>
            <a:ahLst/>
            <a:cxnLst/>
            <a:rect l="T0" t="T1" r="T2" b="T3"/>
            <a:pathLst>
              <a:path w="501650" h="819150">
                <a:moveTo>
                  <a:pt x="39243" y="0"/>
                </a:moveTo>
                <a:lnTo>
                  <a:pt x="0" y="18287"/>
                </a:lnTo>
                <a:lnTo>
                  <a:pt x="460756" y="819023"/>
                </a:lnTo>
                <a:lnTo>
                  <a:pt x="501650" y="799084"/>
                </a:lnTo>
                <a:lnTo>
                  <a:pt x="39243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8" name="object 34"/>
          <p:cNvSpPr>
            <a:spLocks noChangeArrowheads="1"/>
          </p:cNvSpPr>
          <p:nvPr/>
        </p:nvSpPr>
        <p:spPr bwMode="auto">
          <a:xfrm>
            <a:off x="2362200" y="3570288"/>
            <a:ext cx="501650" cy="819150"/>
          </a:xfrm>
          <a:custGeom>
            <a:avLst/>
            <a:gdLst>
              <a:gd name="T0" fmla="*/ 0 w 501650"/>
              <a:gd name="T1" fmla="*/ 0 h 819150"/>
              <a:gd name="T2" fmla="*/ 501650 w 501650"/>
              <a:gd name="T3" fmla="*/ 819150 h 819150"/>
            </a:gdLst>
            <a:ahLst/>
            <a:cxnLst/>
            <a:rect l="T0" t="T1" r="T2" b="T3"/>
            <a:pathLst>
              <a:path w="501650" h="819150">
                <a:moveTo>
                  <a:pt x="0" y="18287"/>
                </a:moveTo>
                <a:lnTo>
                  <a:pt x="39243" y="0"/>
                </a:lnTo>
                <a:lnTo>
                  <a:pt x="501650" y="799084"/>
                </a:lnTo>
                <a:lnTo>
                  <a:pt x="460756" y="819023"/>
                </a:lnTo>
                <a:lnTo>
                  <a:pt x="0" y="18287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9" name="object 35"/>
          <p:cNvSpPr>
            <a:spLocks noChangeArrowheads="1"/>
          </p:cNvSpPr>
          <p:nvPr/>
        </p:nvSpPr>
        <p:spPr bwMode="auto">
          <a:xfrm>
            <a:off x="2192339" y="3724275"/>
            <a:ext cx="835025" cy="503238"/>
          </a:xfrm>
          <a:custGeom>
            <a:avLst/>
            <a:gdLst>
              <a:gd name="T0" fmla="*/ 0 w 835660"/>
              <a:gd name="T1" fmla="*/ 0 h 503554"/>
              <a:gd name="T2" fmla="*/ 835660 w 835660"/>
              <a:gd name="T3" fmla="*/ 503554 h 503554"/>
            </a:gdLst>
            <a:ahLst/>
            <a:cxnLst/>
            <a:rect l="T0" t="T1" r="T2" b="T3"/>
            <a:pathLst>
              <a:path w="835660" h="503554">
                <a:moveTo>
                  <a:pt x="25565" y="0"/>
                </a:moveTo>
                <a:lnTo>
                  <a:pt x="0" y="45085"/>
                </a:lnTo>
                <a:lnTo>
                  <a:pt x="816292" y="503174"/>
                </a:lnTo>
                <a:lnTo>
                  <a:pt x="835088" y="464819"/>
                </a:lnTo>
                <a:lnTo>
                  <a:pt x="2556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20" name="object 36"/>
          <p:cNvSpPr>
            <a:spLocks noChangeArrowheads="1"/>
          </p:cNvSpPr>
          <p:nvPr/>
        </p:nvSpPr>
        <p:spPr bwMode="auto">
          <a:xfrm>
            <a:off x="2192339" y="3724275"/>
            <a:ext cx="835025" cy="503238"/>
          </a:xfrm>
          <a:custGeom>
            <a:avLst/>
            <a:gdLst>
              <a:gd name="T0" fmla="*/ 0 w 835660"/>
              <a:gd name="T1" fmla="*/ 0 h 503554"/>
              <a:gd name="T2" fmla="*/ 835660 w 835660"/>
              <a:gd name="T3" fmla="*/ 503554 h 503554"/>
            </a:gdLst>
            <a:ahLst/>
            <a:cxnLst/>
            <a:rect l="T0" t="T1" r="T2" b="T3"/>
            <a:pathLst>
              <a:path w="835660" h="503554">
                <a:moveTo>
                  <a:pt x="0" y="45085"/>
                </a:moveTo>
                <a:lnTo>
                  <a:pt x="25565" y="0"/>
                </a:lnTo>
                <a:lnTo>
                  <a:pt x="835088" y="464819"/>
                </a:lnTo>
                <a:lnTo>
                  <a:pt x="816292" y="503174"/>
                </a:lnTo>
                <a:lnTo>
                  <a:pt x="0" y="4508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21" name="object 37"/>
          <p:cNvSpPr>
            <a:spLocks noChangeArrowheads="1"/>
          </p:cNvSpPr>
          <p:nvPr/>
        </p:nvSpPr>
        <p:spPr bwMode="auto">
          <a:xfrm>
            <a:off x="2351088" y="3570288"/>
            <a:ext cx="519112" cy="819150"/>
          </a:xfrm>
          <a:custGeom>
            <a:avLst/>
            <a:gdLst>
              <a:gd name="T0" fmla="*/ 0 w 519430"/>
              <a:gd name="T1" fmla="*/ 0 h 819150"/>
              <a:gd name="T2" fmla="*/ 519430 w 519430"/>
              <a:gd name="T3" fmla="*/ 819150 h 819150"/>
            </a:gdLst>
            <a:ahLst/>
            <a:cxnLst/>
            <a:rect l="T0" t="T1" r="T2" b="T3"/>
            <a:pathLst>
              <a:path w="519430" h="819150">
                <a:moveTo>
                  <a:pt x="478218" y="0"/>
                </a:moveTo>
                <a:lnTo>
                  <a:pt x="0" y="792353"/>
                </a:lnTo>
                <a:lnTo>
                  <a:pt x="45948" y="819023"/>
                </a:lnTo>
                <a:lnTo>
                  <a:pt x="519112" y="25019"/>
                </a:lnTo>
                <a:lnTo>
                  <a:pt x="478218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22" name="object 38"/>
          <p:cNvSpPr>
            <a:spLocks noChangeArrowheads="1"/>
          </p:cNvSpPr>
          <p:nvPr/>
        </p:nvSpPr>
        <p:spPr bwMode="auto">
          <a:xfrm>
            <a:off x="2351088" y="3570288"/>
            <a:ext cx="519112" cy="819150"/>
          </a:xfrm>
          <a:custGeom>
            <a:avLst/>
            <a:gdLst>
              <a:gd name="T0" fmla="*/ 0 w 519430"/>
              <a:gd name="T1" fmla="*/ 0 h 819150"/>
              <a:gd name="T2" fmla="*/ 519430 w 519430"/>
              <a:gd name="T3" fmla="*/ 819150 h 819150"/>
            </a:gdLst>
            <a:ahLst/>
            <a:cxnLst/>
            <a:rect l="T0" t="T1" r="T2" b="T3"/>
            <a:pathLst>
              <a:path w="519430" h="819150">
                <a:moveTo>
                  <a:pt x="45948" y="819023"/>
                </a:moveTo>
                <a:lnTo>
                  <a:pt x="0" y="792353"/>
                </a:lnTo>
                <a:lnTo>
                  <a:pt x="478218" y="0"/>
                </a:lnTo>
                <a:lnTo>
                  <a:pt x="519112" y="25019"/>
                </a:lnTo>
                <a:lnTo>
                  <a:pt x="45948" y="819023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23" name="object 39"/>
          <p:cNvSpPr>
            <a:spLocks noChangeArrowheads="1"/>
          </p:cNvSpPr>
          <p:nvPr/>
        </p:nvSpPr>
        <p:spPr bwMode="auto">
          <a:xfrm>
            <a:off x="2192339" y="3736975"/>
            <a:ext cx="841375" cy="484188"/>
          </a:xfrm>
          <a:custGeom>
            <a:avLst/>
            <a:gdLst>
              <a:gd name="T0" fmla="*/ 0 w 842010"/>
              <a:gd name="T1" fmla="*/ 0 h 484504"/>
              <a:gd name="T2" fmla="*/ 842010 w 842010"/>
              <a:gd name="T3" fmla="*/ 484504 h 484504"/>
            </a:gdLst>
            <a:ahLst/>
            <a:cxnLst/>
            <a:rect l="T0" t="T1" r="T2" b="T3"/>
            <a:pathLst>
              <a:path w="842010" h="484504">
                <a:moveTo>
                  <a:pt x="815784" y="0"/>
                </a:moveTo>
                <a:lnTo>
                  <a:pt x="0" y="444119"/>
                </a:lnTo>
                <a:lnTo>
                  <a:pt x="20434" y="484124"/>
                </a:lnTo>
                <a:lnTo>
                  <a:pt x="841438" y="38354"/>
                </a:lnTo>
                <a:lnTo>
                  <a:pt x="81578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24" name="object 40"/>
          <p:cNvSpPr>
            <a:spLocks noChangeArrowheads="1"/>
          </p:cNvSpPr>
          <p:nvPr/>
        </p:nvSpPr>
        <p:spPr bwMode="auto">
          <a:xfrm>
            <a:off x="2192339" y="3736975"/>
            <a:ext cx="841375" cy="484188"/>
          </a:xfrm>
          <a:custGeom>
            <a:avLst/>
            <a:gdLst>
              <a:gd name="T0" fmla="*/ 0 w 842010"/>
              <a:gd name="T1" fmla="*/ 0 h 484504"/>
              <a:gd name="T2" fmla="*/ 842010 w 842010"/>
              <a:gd name="T3" fmla="*/ 484504 h 484504"/>
            </a:gdLst>
            <a:ahLst/>
            <a:cxnLst/>
            <a:rect l="T0" t="T1" r="T2" b="T3"/>
            <a:pathLst>
              <a:path w="842010" h="484504">
                <a:moveTo>
                  <a:pt x="20434" y="484124"/>
                </a:moveTo>
                <a:lnTo>
                  <a:pt x="0" y="444119"/>
                </a:lnTo>
                <a:lnTo>
                  <a:pt x="815784" y="0"/>
                </a:lnTo>
                <a:lnTo>
                  <a:pt x="841438" y="38354"/>
                </a:lnTo>
                <a:lnTo>
                  <a:pt x="20434" y="484124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25" name="object 41"/>
          <p:cNvSpPr>
            <a:spLocks noChangeArrowheads="1"/>
          </p:cNvSpPr>
          <p:nvPr/>
        </p:nvSpPr>
        <p:spPr bwMode="auto">
          <a:xfrm>
            <a:off x="2139950" y="3975100"/>
            <a:ext cx="939800" cy="0"/>
          </a:xfrm>
          <a:custGeom>
            <a:avLst/>
            <a:gdLst>
              <a:gd name="T0" fmla="*/ 0 w 939800"/>
              <a:gd name="T1" fmla="*/ 939800 w 939800"/>
            </a:gdLst>
            <a:ahLst/>
            <a:cxnLst/>
            <a:rect l="T0" t="0" r="T1" b="0"/>
            <a:pathLst>
              <a:path w="939800">
                <a:moveTo>
                  <a:pt x="0" y="0"/>
                </a:moveTo>
                <a:lnTo>
                  <a:pt x="939800" y="0"/>
                </a:lnTo>
              </a:path>
            </a:pathLst>
          </a:custGeom>
          <a:noFill/>
          <a:ln w="52387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26" name="object 42"/>
          <p:cNvSpPr>
            <a:spLocks noChangeArrowheads="1"/>
          </p:cNvSpPr>
          <p:nvPr/>
        </p:nvSpPr>
        <p:spPr bwMode="auto">
          <a:xfrm>
            <a:off x="2139950" y="3949700"/>
            <a:ext cx="939800" cy="52388"/>
          </a:xfrm>
          <a:custGeom>
            <a:avLst/>
            <a:gdLst>
              <a:gd name="T0" fmla="*/ 0 w 939800"/>
              <a:gd name="T1" fmla="*/ 0 h 52704"/>
              <a:gd name="T2" fmla="*/ 939800 w 939800"/>
              <a:gd name="T3" fmla="*/ 52704 h 52704"/>
            </a:gdLst>
            <a:ahLst/>
            <a:cxnLst/>
            <a:rect l="T0" t="T1" r="T2" b="T3"/>
            <a:pathLst>
              <a:path w="939800" h="52704">
                <a:moveTo>
                  <a:pt x="0" y="52387"/>
                </a:moveTo>
                <a:lnTo>
                  <a:pt x="939800" y="52387"/>
                </a:lnTo>
                <a:lnTo>
                  <a:pt x="939800" y="0"/>
                </a:lnTo>
                <a:lnTo>
                  <a:pt x="0" y="0"/>
                </a:lnTo>
                <a:lnTo>
                  <a:pt x="0" y="52387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27" name="object 43"/>
          <p:cNvSpPr>
            <a:spLocks noChangeArrowheads="1"/>
          </p:cNvSpPr>
          <p:nvPr/>
        </p:nvSpPr>
        <p:spPr bwMode="auto">
          <a:xfrm>
            <a:off x="2506664" y="3648076"/>
            <a:ext cx="211137" cy="663575"/>
          </a:xfrm>
          <a:custGeom>
            <a:avLst/>
            <a:gdLst>
              <a:gd name="T0" fmla="*/ 0 w 211455"/>
              <a:gd name="T1" fmla="*/ 0 h 663575"/>
              <a:gd name="T2" fmla="*/ 211455 w 211455"/>
              <a:gd name="T3" fmla="*/ 663575 h 663575"/>
            </a:gdLst>
            <a:ahLst/>
            <a:cxnLst/>
            <a:rect l="T0" t="T1" r="T2" b="T3"/>
            <a:pathLst>
              <a:path w="211455" h="663575">
                <a:moveTo>
                  <a:pt x="34048" y="0"/>
                </a:moveTo>
                <a:lnTo>
                  <a:pt x="0" y="6731"/>
                </a:lnTo>
                <a:lnTo>
                  <a:pt x="171970" y="663575"/>
                </a:lnTo>
                <a:lnTo>
                  <a:pt x="211137" y="650239"/>
                </a:lnTo>
                <a:lnTo>
                  <a:pt x="34048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28" name="object 44"/>
          <p:cNvSpPr>
            <a:spLocks noChangeArrowheads="1"/>
          </p:cNvSpPr>
          <p:nvPr/>
        </p:nvSpPr>
        <p:spPr bwMode="auto">
          <a:xfrm>
            <a:off x="2506664" y="3648076"/>
            <a:ext cx="211137" cy="663575"/>
          </a:xfrm>
          <a:custGeom>
            <a:avLst/>
            <a:gdLst>
              <a:gd name="T0" fmla="*/ 0 w 211455"/>
              <a:gd name="T1" fmla="*/ 0 h 663575"/>
              <a:gd name="T2" fmla="*/ 211455 w 211455"/>
              <a:gd name="T3" fmla="*/ 663575 h 663575"/>
            </a:gdLst>
            <a:ahLst/>
            <a:cxnLst/>
            <a:rect l="T0" t="T1" r="T2" b="T3"/>
            <a:pathLst>
              <a:path w="211455" h="663575">
                <a:moveTo>
                  <a:pt x="0" y="6731"/>
                </a:moveTo>
                <a:lnTo>
                  <a:pt x="34048" y="0"/>
                </a:lnTo>
                <a:lnTo>
                  <a:pt x="211137" y="650239"/>
                </a:lnTo>
                <a:lnTo>
                  <a:pt x="171970" y="663575"/>
                </a:lnTo>
                <a:lnTo>
                  <a:pt x="0" y="6731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29" name="object 45"/>
          <p:cNvSpPr>
            <a:spLocks noChangeArrowheads="1"/>
          </p:cNvSpPr>
          <p:nvPr/>
        </p:nvSpPr>
        <p:spPr bwMode="auto">
          <a:xfrm>
            <a:off x="2355850" y="3724275"/>
            <a:ext cx="508000" cy="509588"/>
          </a:xfrm>
          <a:custGeom>
            <a:avLst/>
            <a:gdLst>
              <a:gd name="T0" fmla="*/ 0 w 508000"/>
              <a:gd name="T1" fmla="*/ 0 h 509904"/>
              <a:gd name="T2" fmla="*/ 508000 w 508000"/>
              <a:gd name="T3" fmla="*/ 509904 h 509904"/>
            </a:gdLst>
            <a:ahLst/>
            <a:cxnLst/>
            <a:rect l="T0" t="T1" r="T2" b="T3"/>
            <a:pathLst>
              <a:path w="508000" h="509904">
                <a:moveTo>
                  <a:pt x="27279" y="0"/>
                </a:moveTo>
                <a:lnTo>
                  <a:pt x="0" y="26669"/>
                </a:lnTo>
                <a:lnTo>
                  <a:pt x="480694" y="509524"/>
                </a:lnTo>
                <a:lnTo>
                  <a:pt x="508000" y="484505"/>
                </a:lnTo>
                <a:lnTo>
                  <a:pt x="27279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0" name="object 46"/>
          <p:cNvSpPr>
            <a:spLocks noChangeArrowheads="1"/>
          </p:cNvSpPr>
          <p:nvPr/>
        </p:nvSpPr>
        <p:spPr bwMode="auto">
          <a:xfrm>
            <a:off x="2355850" y="3724275"/>
            <a:ext cx="508000" cy="509588"/>
          </a:xfrm>
          <a:custGeom>
            <a:avLst/>
            <a:gdLst>
              <a:gd name="T0" fmla="*/ 0 w 508000"/>
              <a:gd name="T1" fmla="*/ 0 h 509904"/>
              <a:gd name="T2" fmla="*/ 508000 w 508000"/>
              <a:gd name="T3" fmla="*/ 509904 h 509904"/>
            </a:gdLst>
            <a:ahLst/>
            <a:cxnLst/>
            <a:rect l="T0" t="T1" r="T2" b="T3"/>
            <a:pathLst>
              <a:path w="508000" h="509904">
                <a:moveTo>
                  <a:pt x="0" y="26669"/>
                </a:moveTo>
                <a:lnTo>
                  <a:pt x="27279" y="0"/>
                </a:lnTo>
                <a:lnTo>
                  <a:pt x="508000" y="484505"/>
                </a:lnTo>
                <a:lnTo>
                  <a:pt x="480694" y="509524"/>
                </a:lnTo>
                <a:lnTo>
                  <a:pt x="0" y="26669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1" name="object 47"/>
          <p:cNvSpPr>
            <a:spLocks noChangeArrowheads="1"/>
          </p:cNvSpPr>
          <p:nvPr/>
        </p:nvSpPr>
        <p:spPr bwMode="auto">
          <a:xfrm>
            <a:off x="2278064" y="3873500"/>
            <a:ext cx="669925" cy="211138"/>
          </a:xfrm>
          <a:custGeom>
            <a:avLst/>
            <a:gdLst>
              <a:gd name="T0" fmla="*/ 0 w 670560"/>
              <a:gd name="T1" fmla="*/ 0 h 211454"/>
              <a:gd name="T2" fmla="*/ 670560 w 670560"/>
              <a:gd name="T3" fmla="*/ 211454 h 211454"/>
            </a:gdLst>
            <a:ahLst/>
            <a:cxnLst/>
            <a:rect l="T0" t="T1" r="T2" b="T3"/>
            <a:pathLst>
              <a:path w="670560" h="211454">
                <a:moveTo>
                  <a:pt x="6807" y="0"/>
                </a:moveTo>
                <a:lnTo>
                  <a:pt x="0" y="31623"/>
                </a:lnTo>
                <a:lnTo>
                  <a:pt x="656272" y="211074"/>
                </a:lnTo>
                <a:lnTo>
                  <a:pt x="669988" y="179577"/>
                </a:lnTo>
                <a:lnTo>
                  <a:pt x="6807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2" name="object 48"/>
          <p:cNvSpPr>
            <a:spLocks noChangeArrowheads="1"/>
          </p:cNvSpPr>
          <p:nvPr/>
        </p:nvSpPr>
        <p:spPr bwMode="auto">
          <a:xfrm>
            <a:off x="2278064" y="3873500"/>
            <a:ext cx="669925" cy="211138"/>
          </a:xfrm>
          <a:custGeom>
            <a:avLst/>
            <a:gdLst>
              <a:gd name="T0" fmla="*/ 0 w 670560"/>
              <a:gd name="T1" fmla="*/ 0 h 211454"/>
              <a:gd name="T2" fmla="*/ 670560 w 670560"/>
              <a:gd name="T3" fmla="*/ 211454 h 211454"/>
            </a:gdLst>
            <a:ahLst/>
            <a:cxnLst/>
            <a:rect l="T0" t="T1" r="T2" b="T3"/>
            <a:pathLst>
              <a:path w="670560" h="211454">
                <a:moveTo>
                  <a:pt x="0" y="31623"/>
                </a:moveTo>
                <a:lnTo>
                  <a:pt x="6807" y="0"/>
                </a:lnTo>
                <a:lnTo>
                  <a:pt x="669988" y="179577"/>
                </a:lnTo>
                <a:lnTo>
                  <a:pt x="656272" y="211074"/>
                </a:lnTo>
                <a:lnTo>
                  <a:pt x="0" y="31623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3" name="object 49"/>
          <p:cNvSpPr>
            <a:spLocks noChangeArrowheads="1"/>
          </p:cNvSpPr>
          <p:nvPr/>
        </p:nvSpPr>
        <p:spPr bwMode="auto">
          <a:xfrm>
            <a:off x="2500314" y="3648076"/>
            <a:ext cx="225425" cy="657225"/>
          </a:xfrm>
          <a:custGeom>
            <a:avLst/>
            <a:gdLst>
              <a:gd name="T0" fmla="*/ 0 w 225425"/>
              <a:gd name="T1" fmla="*/ 0 h 657225"/>
              <a:gd name="T2" fmla="*/ 225425 w 225425"/>
              <a:gd name="T3" fmla="*/ 657225 h 657225"/>
            </a:gdLst>
            <a:ahLst/>
            <a:cxnLst/>
            <a:rect l="T0" t="T1" r="T2" b="T3"/>
            <a:pathLst>
              <a:path w="225425" h="657225">
                <a:moveTo>
                  <a:pt x="191274" y="0"/>
                </a:moveTo>
                <a:lnTo>
                  <a:pt x="0" y="650494"/>
                </a:lnTo>
                <a:lnTo>
                  <a:pt x="34150" y="657225"/>
                </a:lnTo>
                <a:lnTo>
                  <a:pt x="225425" y="13335"/>
                </a:lnTo>
                <a:lnTo>
                  <a:pt x="19127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4" name="object 50"/>
          <p:cNvSpPr>
            <a:spLocks noChangeArrowheads="1"/>
          </p:cNvSpPr>
          <p:nvPr/>
        </p:nvSpPr>
        <p:spPr bwMode="auto">
          <a:xfrm>
            <a:off x="2500314" y="3648076"/>
            <a:ext cx="225425" cy="657225"/>
          </a:xfrm>
          <a:custGeom>
            <a:avLst/>
            <a:gdLst>
              <a:gd name="T0" fmla="*/ 0 w 225425"/>
              <a:gd name="T1" fmla="*/ 0 h 657225"/>
              <a:gd name="T2" fmla="*/ 225425 w 225425"/>
              <a:gd name="T3" fmla="*/ 657225 h 657225"/>
            </a:gdLst>
            <a:ahLst/>
            <a:cxnLst/>
            <a:rect l="T0" t="T1" r="T2" b="T3"/>
            <a:pathLst>
              <a:path w="225425" h="657225">
                <a:moveTo>
                  <a:pt x="34150" y="657225"/>
                </a:moveTo>
                <a:lnTo>
                  <a:pt x="0" y="650494"/>
                </a:lnTo>
                <a:lnTo>
                  <a:pt x="191274" y="0"/>
                </a:lnTo>
                <a:lnTo>
                  <a:pt x="225425" y="13335"/>
                </a:lnTo>
                <a:lnTo>
                  <a:pt x="34150" y="65722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5" name="object 51"/>
          <p:cNvSpPr>
            <a:spLocks noChangeArrowheads="1"/>
          </p:cNvSpPr>
          <p:nvPr/>
        </p:nvSpPr>
        <p:spPr bwMode="auto">
          <a:xfrm>
            <a:off x="2351088" y="3730625"/>
            <a:ext cx="519112" cy="490538"/>
          </a:xfrm>
          <a:custGeom>
            <a:avLst/>
            <a:gdLst>
              <a:gd name="T0" fmla="*/ 0 w 519430"/>
              <a:gd name="T1" fmla="*/ 0 h 490854"/>
              <a:gd name="T2" fmla="*/ 519430 w 519430"/>
              <a:gd name="T3" fmla="*/ 490854 h 490854"/>
            </a:gdLst>
            <a:ahLst/>
            <a:cxnLst/>
            <a:rect l="T0" t="T1" r="T2" b="T3"/>
            <a:pathLst>
              <a:path w="519430" h="490854">
                <a:moveTo>
                  <a:pt x="498665" y="0"/>
                </a:moveTo>
                <a:lnTo>
                  <a:pt x="0" y="470535"/>
                </a:lnTo>
                <a:lnTo>
                  <a:pt x="25527" y="490474"/>
                </a:lnTo>
                <a:lnTo>
                  <a:pt x="519112" y="26669"/>
                </a:lnTo>
                <a:lnTo>
                  <a:pt x="49866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6" name="object 52"/>
          <p:cNvSpPr>
            <a:spLocks noChangeArrowheads="1"/>
          </p:cNvSpPr>
          <p:nvPr/>
        </p:nvSpPr>
        <p:spPr bwMode="auto">
          <a:xfrm>
            <a:off x="2351088" y="3730625"/>
            <a:ext cx="519112" cy="490538"/>
          </a:xfrm>
          <a:custGeom>
            <a:avLst/>
            <a:gdLst>
              <a:gd name="T0" fmla="*/ 0 w 519430"/>
              <a:gd name="T1" fmla="*/ 0 h 490854"/>
              <a:gd name="T2" fmla="*/ 519430 w 519430"/>
              <a:gd name="T3" fmla="*/ 490854 h 490854"/>
            </a:gdLst>
            <a:ahLst/>
            <a:cxnLst/>
            <a:rect l="T0" t="T1" r="T2" b="T3"/>
            <a:pathLst>
              <a:path w="519430" h="490854">
                <a:moveTo>
                  <a:pt x="25527" y="490474"/>
                </a:moveTo>
                <a:lnTo>
                  <a:pt x="0" y="470535"/>
                </a:lnTo>
                <a:lnTo>
                  <a:pt x="498665" y="0"/>
                </a:lnTo>
                <a:lnTo>
                  <a:pt x="519112" y="26669"/>
                </a:lnTo>
                <a:lnTo>
                  <a:pt x="25527" y="490474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7" name="object 53"/>
          <p:cNvSpPr>
            <a:spLocks noChangeArrowheads="1"/>
          </p:cNvSpPr>
          <p:nvPr/>
        </p:nvSpPr>
        <p:spPr bwMode="auto">
          <a:xfrm>
            <a:off x="2270126" y="3873501"/>
            <a:ext cx="677863" cy="206375"/>
          </a:xfrm>
          <a:custGeom>
            <a:avLst/>
            <a:gdLst>
              <a:gd name="T0" fmla="*/ 0 w 678180"/>
              <a:gd name="T1" fmla="*/ 0 h 206375"/>
              <a:gd name="T2" fmla="*/ 678180 w 678180"/>
              <a:gd name="T3" fmla="*/ 206375 h 206375"/>
            </a:gdLst>
            <a:ahLst/>
            <a:cxnLst/>
            <a:rect l="T0" t="T1" r="T2" b="T3"/>
            <a:pathLst>
              <a:path w="678180" h="206375">
                <a:moveTo>
                  <a:pt x="664210" y="0"/>
                </a:moveTo>
                <a:lnTo>
                  <a:pt x="0" y="173100"/>
                </a:lnTo>
                <a:lnTo>
                  <a:pt x="6807" y="206375"/>
                </a:lnTo>
                <a:lnTo>
                  <a:pt x="677926" y="38226"/>
                </a:lnTo>
                <a:lnTo>
                  <a:pt x="66421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8" name="object 54"/>
          <p:cNvSpPr>
            <a:spLocks noChangeArrowheads="1"/>
          </p:cNvSpPr>
          <p:nvPr/>
        </p:nvSpPr>
        <p:spPr bwMode="auto">
          <a:xfrm>
            <a:off x="2270126" y="3873501"/>
            <a:ext cx="677863" cy="206375"/>
          </a:xfrm>
          <a:custGeom>
            <a:avLst/>
            <a:gdLst>
              <a:gd name="T0" fmla="*/ 0 w 678180"/>
              <a:gd name="T1" fmla="*/ 0 h 206375"/>
              <a:gd name="T2" fmla="*/ 678180 w 678180"/>
              <a:gd name="T3" fmla="*/ 206375 h 206375"/>
            </a:gdLst>
            <a:ahLst/>
            <a:cxnLst/>
            <a:rect l="T0" t="T1" r="T2" b="T3"/>
            <a:pathLst>
              <a:path w="678180" h="206375">
                <a:moveTo>
                  <a:pt x="0" y="173100"/>
                </a:moveTo>
                <a:lnTo>
                  <a:pt x="664210" y="0"/>
                </a:lnTo>
                <a:lnTo>
                  <a:pt x="677926" y="38226"/>
                </a:lnTo>
                <a:lnTo>
                  <a:pt x="6807" y="206375"/>
                </a:lnTo>
                <a:lnTo>
                  <a:pt x="0" y="17310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9" name="object 55"/>
          <p:cNvSpPr>
            <a:spLocks noChangeArrowheads="1"/>
          </p:cNvSpPr>
          <p:nvPr/>
        </p:nvSpPr>
        <p:spPr bwMode="auto">
          <a:xfrm>
            <a:off x="2684464" y="3984625"/>
            <a:ext cx="3038475" cy="0"/>
          </a:xfrm>
          <a:custGeom>
            <a:avLst/>
            <a:gdLst>
              <a:gd name="T0" fmla="*/ 0 w 3038475"/>
              <a:gd name="T1" fmla="*/ 3038475 w 3038475"/>
            </a:gdLst>
            <a:ahLst/>
            <a:cxnLst/>
            <a:rect l="T0" t="0" r="T1" b="0"/>
            <a:pathLst>
              <a:path w="3038475">
                <a:moveTo>
                  <a:pt x="0" y="0"/>
                </a:moveTo>
                <a:lnTo>
                  <a:pt x="3038475" y="0"/>
                </a:lnTo>
              </a:path>
            </a:pathLst>
          </a:custGeom>
          <a:noFill/>
          <a:ln w="58737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0" name="object 56"/>
          <p:cNvSpPr>
            <a:spLocks noChangeArrowheads="1"/>
          </p:cNvSpPr>
          <p:nvPr/>
        </p:nvSpPr>
        <p:spPr bwMode="auto">
          <a:xfrm>
            <a:off x="2684464" y="3956050"/>
            <a:ext cx="3038475" cy="58738"/>
          </a:xfrm>
          <a:custGeom>
            <a:avLst/>
            <a:gdLst>
              <a:gd name="T0" fmla="*/ 0 w 3038475"/>
              <a:gd name="T1" fmla="*/ 0 h 59054"/>
              <a:gd name="T2" fmla="*/ 3038475 w 3038475"/>
              <a:gd name="T3" fmla="*/ 59054 h 59054"/>
            </a:gdLst>
            <a:ahLst/>
            <a:cxnLst/>
            <a:rect l="T0" t="T1" r="T2" b="T3"/>
            <a:pathLst>
              <a:path w="3038475" h="59054">
                <a:moveTo>
                  <a:pt x="0" y="58737"/>
                </a:moveTo>
                <a:lnTo>
                  <a:pt x="3038475" y="58737"/>
                </a:lnTo>
                <a:lnTo>
                  <a:pt x="3038475" y="0"/>
                </a:lnTo>
                <a:lnTo>
                  <a:pt x="0" y="0"/>
                </a:lnTo>
                <a:lnTo>
                  <a:pt x="0" y="58737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1" name="object 57"/>
          <p:cNvSpPr>
            <a:spLocks noChangeArrowheads="1"/>
          </p:cNvSpPr>
          <p:nvPr/>
        </p:nvSpPr>
        <p:spPr bwMode="auto">
          <a:xfrm>
            <a:off x="2447925" y="3821113"/>
            <a:ext cx="323850" cy="315912"/>
          </a:xfrm>
          <a:custGeom>
            <a:avLst/>
            <a:gdLst>
              <a:gd name="T0" fmla="*/ 0 w 323850"/>
              <a:gd name="T1" fmla="*/ 0 h 316229"/>
              <a:gd name="T2" fmla="*/ 323850 w 323850"/>
              <a:gd name="T3" fmla="*/ 316229 h 316229"/>
            </a:gdLst>
            <a:ahLst/>
            <a:cxnLst/>
            <a:rect l="T0" t="T1" r="T2" b="T3"/>
            <a:pathLst>
              <a:path w="323850" h="316229">
                <a:moveTo>
                  <a:pt x="158521" y="0"/>
                </a:moveTo>
                <a:lnTo>
                  <a:pt x="132943" y="6604"/>
                </a:lnTo>
                <a:lnTo>
                  <a:pt x="98856" y="13335"/>
                </a:lnTo>
                <a:lnTo>
                  <a:pt x="73291" y="33400"/>
                </a:lnTo>
                <a:lnTo>
                  <a:pt x="47726" y="45085"/>
                </a:lnTo>
                <a:lnTo>
                  <a:pt x="27266" y="71755"/>
                </a:lnTo>
                <a:lnTo>
                  <a:pt x="13639" y="96900"/>
                </a:lnTo>
                <a:lnTo>
                  <a:pt x="0" y="128650"/>
                </a:lnTo>
                <a:lnTo>
                  <a:pt x="0" y="193801"/>
                </a:lnTo>
                <a:lnTo>
                  <a:pt x="13639" y="218948"/>
                </a:lnTo>
                <a:lnTo>
                  <a:pt x="27266" y="245618"/>
                </a:lnTo>
                <a:lnTo>
                  <a:pt x="47726" y="270763"/>
                </a:lnTo>
                <a:lnTo>
                  <a:pt x="73291" y="290830"/>
                </a:lnTo>
                <a:lnTo>
                  <a:pt x="98856" y="304165"/>
                </a:lnTo>
                <a:lnTo>
                  <a:pt x="132943" y="315849"/>
                </a:lnTo>
                <a:lnTo>
                  <a:pt x="190906" y="315849"/>
                </a:lnTo>
                <a:lnTo>
                  <a:pt x="250558" y="290830"/>
                </a:lnTo>
                <a:lnTo>
                  <a:pt x="296583" y="245618"/>
                </a:lnTo>
                <a:lnTo>
                  <a:pt x="317030" y="193801"/>
                </a:lnTo>
                <a:lnTo>
                  <a:pt x="323850" y="162051"/>
                </a:lnTo>
                <a:lnTo>
                  <a:pt x="317030" y="128650"/>
                </a:lnTo>
                <a:lnTo>
                  <a:pt x="310210" y="96900"/>
                </a:lnTo>
                <a:lnTo>
                  <a:pt x="296583" y="71755"/>
                </a:lnTo>
                <a:lnTo>
                  <a:pt x="277825" y="45085"/>
                </a:lnTo>
                <a:lnTo>
                  <a:pt x="250558" y="33400"/>
                </a:lnTo>
                <a:lnTo>
                  <a:pt x="224993" y="13335"/>
                </a:lnTo>
                <a:lnTo>
                  <a:pt x="158521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8" name="object 58"/>
          <p:cNvSpPr txBox="1"/>
          <p:nvPr/>
        </p:nvSpPr>
        <p:spPr>
          <a:xfrm>
            <a:off x="3151189" y="3473450"/>
            <a:ext cx="1627187" cy="37465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>
              <a:lnSpc>
                <a:spcPts val="1375"/>
              </a:lnSpc>
              <a:spcBef>
                <a:spcPts val="100"/>
              </a:spcBef>
              <a:defRPr/>
            </a:pPr>
            <a:r>
              <a:rPr sz="1200" spc="-5" dirty="0">
                <a:latin typeface="Arial" panose="020B0604020202020204"/>
                <a:cs typeface="Arial" panose="020B0604020202020204"/>
              </a:rPr>
              <a:t>Laser</a:t>
            </a:r>
            <a:r>
              <a:rPr sz="1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latin typeface="Arial" panose="020B0604020202020204"/>
                <a:cs typeface="Arial" panose="020B0604020202020204"/>
              </a:rPr>
              <a:t>Radiation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>
              <a:lnSpc>
                <a:spcPts val="1375"/>
              </a:lnSpc>
              <a:defRPr/>
            </a:pPr>
            <a:r>
              <a:rPr sz="1200" spc="-5" dirty="0">
                <a:latin typeface="Arial" panose="020B0604020202020204"/>
                <a:cs typeface="Arial" panose="020B0604020202020204"/>
              </a:rPr>
              <a:t>Do </a:t>
            </a:r>
            <a:r>
              <a:rPr sz="1200" dirty="0">
                <a:latin typeface="Arial" panose="020B0604020202020204"/>
                <a:cs typeface="Arial" panose="020B0604020202020204"/>
              </a:rPr>
              <a:t>Not Stare Into</a:t>
            </a:r>
            <a:r>
              <a:rPr sz="12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5" dirty="0">
                <a:latin typeface="Arial" panose="020B0604020202020204"/>
                <a:cs typeface="Arial" panose="020B0604020202020204"/>
              </a:rPr>
              <a:t>Beam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443" name="object 59"/>
          <p:cNvSpPr txBox="1">
            <a:spLocks noChangeArrowheads="1"/>
          </p:cNvSpPr>
          <p:nvPr/>
        </p:nvSpPr>
        <p:spPr bwMode="auto">
          <a:xfrm>
            <a:off x="3165475" y="4078288"/>
            <a:ext cx="2592388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685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425"/>
              </a:lnSpc>
              <a:spcBef>
                <a:spcPts val="150"/>
              </a:spcBef>
            </a:pPr>
            <a:r>
              <a:rPr lang="en-US" altLang="en-US" sz="1200"/>
              <a:t>Helium Neon Laser  1 milliwatt max/cw</a:t>
            </a:r>
            <a:endParaRPr lang="en-US" altLang="en-US" sz="1200"/>
          </a:p>
          <a:p>
            <a:pPr eaLnBrk="1" hangingPunct="1">
              <a:spcBef>
                <a:spcPts val="275"/>
              </a:spcBef>
            </a:pPr>
            <a:r>
              <a:rPr lang="en-US" altLang="en-US" sz="1000"/>
              <a:t>CLASS II LASER PRODUCT</a:t>
            </a:r>
            <a:endParaRPr lang="en-US" altLang="en-US" sz="1000"/>
          </a:p>
        </p:txBody>
      </p:sp>
      <p:sp>
        <p:nvSpPr>
          <p:cNvPr id="16444" name="object 60"/>
          <p:cNvSpPr>
            <a:spLocks noChangeArrowheads="1"/>
          </p:cNvSpPr>
          <p:nvPr/>
        </p:nvSpPr>
        <p:spPr bwMode="auto">
          <a:xfrm>
            <a:off x="6353176" y="2209800"/>
            <a:ext cx="3857625" cy="46038"/>
          </a:xfrm>
          <a:custGeom>
            <a:avLst/>
            <a:gdLst>
              <a:gd name="T0" fmla="*/ 0 w 3857625"/>
              <a:gd name="T1" fmla="*/ 0 h 46355"/>
              <a:gd name="T2" fmla="*/ 3857625 w 3857625"/>
              <a:gd name="T3" fmla="*/ 46355 h 46355"/>
            </a:gdLst>
            <a:ahLst/>
            <a:cxnLst/>
            <a:rect l="T0" t="T1" r="T2" b="T3"/>
            <a:pathLst>
              <a:path w="3857625" h="46355">
                <a:moveTo>
                  <a:pt x="3828160" y="0"/>
                </a:moveTo>
                <a:lnTo>
                  <a:pt x="0" y="0"/>
                </a:lnTo>
                <a:lnTo>
                  <a:pt x="0" y="46100"/>
                </a:lnTo>
                <a:lnTo>
                  <a:pt x="3828160" y="46100"/>
                </a:lnTo>
                <a:lnTo>
                  <a:pt x="3809746" y="28321"/>
                </a:lnTo>
                <a:lnTo>
                  <a:pt x="3857625" y="28321"/>
                </a:lnTo>
                <a:lnTo>
                  <a:pt x="3828160" y="0"/>
                </a:lnTo>
                <a:close/>
              </a:path>
              <a:path w="3857625" h="46355">
                <a:moveTo>
                  <a:pt x="3857625" y="0"/>
                </a:moveTo>
                <a:lnTo>
                  <a:pt x="3828160" y="0"/>
                </a:lnTo>
                <a:lnTo>
                  <a:pt x="3857625" y="28321"/>
                </a:lnTo>
                <a:lnTo>
                  <a:pt x="38576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5" name="object 61"/>
          <p:cNvSpPr>
            <a:spLocks noChangeArrowheads="1"/>
          </p:cNvSpPr>
          <p:nvPr/>
        </p:nvSpPr>
        <p:spPr bwMode="auto">
          <a:xfrm>
            <a:off x="10163176" y="2238376"/>
            <a:ext cx="47625" cy="2486025"/>
          </a:xfrm>
          <a:custGeom>
            <a:avLst/>
            <a:gdLst>
              <a:gd name="T0" fmla="*/ 0 w 47625"/>
              <a:gd name="T1" fmla="*/ 0 h 2486025"/>
              <a:gd name="T2" fmla="*/ 47625 w 47625"/>
              <a:gd name="T3" fmla="*/ 2486025 h 2486025"/>
            </a:gdLst>
            <a:ahLst/>
            <a:cxnLst/>
            <a:rect l="T0" t="T1" r="T2" b="T3"/>
            <a:pathLst>
              <a:path w="47625" h="2486025">
                <a:moveTo>
                  <a:pt x="47625" y="2439162"/>
                </a:moveTo>
                <a:lnTo>
                  <a:pt x="18288" y="2439162"/>
                </a:lnTo>
                <a:lnTo>
                  <a:pt x="18288" y="2486025"/>
                </a:lnTo>
                <a:lnTo>
                  <a:pt x="47625" y="2457196"/>
                </a:lnTo>
                <a:lnTo>
                  <a:pt x="47625" y="2439162"/>
                </a:lnTo>
                <a:close/>
              </a:path>
              <a:path w="47625" h="2486025">
                <a:moveTo>
                  <a:pt x="47625" y="2457196"/>
                </a:moveTo>
                <a:lnTo>
                  <a:pt x="18288" y="2486025"/>
                </a:lnTo>
                <a:lnTo>
                  <a:pt x="47625" y="2486025"/>
                </a:lnTo>
                <a:lnTo>
                  <a:pt x="47625" y="2457196"/>
                </a:lnTo>
                <a:close/>
              </a:path>
              <a:path w="47625" h="2486025">
                <a:moveTo>
                  <a:pt x="47625" y="0"/>
                </a:moveTo>
                <a:lnTo>
                  <a:pt x="0" y="0"/>
                </a:lnTo>
                <a:lnTo>
                  <a:pt x="0" y="2457196"/>
                </a:lnTo>
                <a:lnTo>
                  <a:pt x="18288" y="2439162"/>
                </a:lnTo>
                <a:lnTo>
                  <a:pt x="47625" y="2439162"/>
                </a:lnTo>
                <a:lnTo>
                  <a:pt x="476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6" name="object 62"/>
          <p:cNvSpPr>
            <a:spLocks noChangeArrowheads="1"/>
          </p:cNvSpPr>
          <p:nvPr/>
        </p:nvSpPr>
        <p:spPr bwMode="auto">
          <a:xfrm>
            <a:off x="6324601" y="4678364"/>
            <a:ext cx="3857625" cy="46037"/>
          </a:xfrm>
          <a:custGeom>
            <a:avLst/>
            <a:gdLst>
              <a:gd name="T0" fmla="*/ 0 w 3857625"/>
              <a:gd name="T1" fmla="*/ 0 h 46354"/>
              <a:gd name="T2" fmla="*/ 3857625 w 3857625"/>
              <a:gd name="T3" fmla="*/ 46354 h 46354"/>
            </a:gdLst>
            <a:ahLst/>
            <a:cxnLst/>
            <a:rect l="T0" t="T1" r="T2" b="T3"/>
            <a:pathLst>
              <a:path w="3857625" h="46354">
                <a:moveTo>
                  <a:pt x="0" y="17780"/>
                </a:moveTo>
                <a:lnTo>
                  <a:pt x="0" y="46100"/>
                </a:lnTo>
                <a:lnTo>
                  <a:pt x="29463" y="46100"/>
                </a:lnTo>
                <a:lnTo>
                  <a:pt x="0" y="17780"/>
                </a:lnTo>
                <a:close/>
              </a:path>
              <a:path w="3857625" h="46354">
                <a:moveTo>
                  <a:pt x="3857625" y="0"/>
                </a:moveTo>
                <a:lnTo>
                  <a:pt x="29463" y="0"/>
                </a:lnTo>
                <a:lnTo>
                  <a:pt x="47878" y="17780"/>
                </a:lnTo>
                <a:lnTo>
                  <a:pt x="0" y="17780"/>
                </a:lnTo>
                <a:lnTo>
                  <a:pt x="29463" y="46100"/>
                </a:lnTo>
                <a:lnTo>
                  <a:pt x="3857625" y="46100"/>
                </a:lnTo>
                <a:lnTo>
                  <a:pt x="38576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7" name="object 63"/>
          <p:cNvSpPr>
            <a:spLocks noChangeArrowheads="1"/>
          </p:cNvSpPr>
          <p:nvPr/>
        </p:nvSpPr>
        <p:spPr bwMode="auto">
          <a:xfrm>
            <a:off x="6324601" y="2209801"/>
            <a:ext cx="47625" cy="2486025"/>
          </a:xfrm>
          <a:custGeom>
            <a:avLst/>
            <a:gdLst>
              <a:gd name="T0" fmla="*/ 0 w 47625"/>
              <a:gd name="T1" fmla="*/ 0 h 2486025"/>
              <a:gd name="T2" fmla="*/ 47625 w 47625"/>
              <a:gd name="T3" fmla="*/ 2486025 h 2486025"/>
            </a:gdLst>
            <a:ahLst/>
            <a:cxnLst/>
            <a:rect l="T0" t="T1" r="T2" b="T3"/>
            <a:pathLst>
              <a:path w="47625" h="2486025">
                <a:moveTo>
                  <a:pt x="29337" y="0"/>
                </a:moveTo>
                <a:lnTo>
                  <a:pt x="0" y="28828"/>
                </a:lnTo>
                <a:lnTo>
                  <a:pt x="0" y="2486025"/>
                </a:lnTo>
                <a:lnTo>
                  <a:pt x="47625" y="2486025"/>
                </a:lnTo>
                <a:lnTo>
                  <a:pt x="47625" y="46862"/>
                </a:lnTo>
                <a:lnTo>
                  <a:pt x="29337" y="46862"/>
                </a:lnTo>
                <a:lnTo>
                  <a:pt x="29337" y="0"/>
                </a:lnTo>
                <a:close/>
              </a:path>
              <a:path w="47625" h="2486025">
                <a:moveTo>
                  <a:pt x="47625" y="28828"/>
                </a:moveTo>
                <a:lnTo>
                  <a:pt x="29337" y="46862"/>
                </a:lnTo>
                <a:lnTo>
                  <a:pt x="47625" y="46862"/>
                </a:lnTo>
                <a:lnTo>
                  <a:pt x="47625" y="28828"/>
                </a:lnTo>
                <a:close/>
              </a:path>
              <a:path w="47625" h="2486025">
                <a:moveTo>
                  <a:pt x="29337" y="0"/>
                </a:moveTo>
                <a:lnTo>
                  <a:pt x="0" y="0"/>
                </a:lnTo>
                <a:lnTo>
                  <a:pt x="0" y="28828"/>
                </a:lnTo>
                <a:lnTo>
                  <a:pt x="29337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8" name="object 64"/>
          <p:cNvSpPr>
            <a:spLocks noChangeArrowheads="1"/>
          </p:cNvSpPr>
          <p:nvPr/>
        </p:nvSpPr>
        <p:spPr bwMode="auto">
          <a:xfrm>
            <a:off x="6353175" y="2238376"/>
            <a:ext cx="3829050" cy="1160463"/>
          </a:xfrm>
          <a:custGeom>
            <a:avLst/>
            <a:gdLst>
              <a:gd name="T0" fmla="*/ 0 w 3829050"/>
              <a:gd name="T1" fmla="*/ 0 h 1160779"/>
              <a:gd name="T2" fmla="*/ 3829050 w 3829050"/>
              <a:gd name="T3" fmla="*/ 1160779 h 1160779"/>
            </a:gdLst>
            <a:ahLst/>
            <a:cxnLst/>
            <a:rect l="T0" t="T1" r="T2" b="T3"/>
            <a:pathLst>
              <a:path w="3829050" h="1160779">
                <a:moveTo>
                  <a:pt x="0" y="1160462"/>
                </a:moveTo>
                <a:lnTo>
                  <a:pt x="3829050" y="1160462"/>
                </a:lnTo>
                <a:lnTo>
                  <a:pt x="3829050" y="0"/>
                </a:lnTo>
                <a:lnTo>
                  <a:pt x="0" y="0"/>
                </a:lnTo>
                <a:lnTo>
                  <a:pt x="0" y="1160462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9" name="object 65"/>
          <p:cNvSpPr>
            <a:spLocks noChangeArrowheads="1"/>
          </p:cNvSpPr>
          <p:nvPr/>
        </p:nvSpPr>
        <p:spPr bwMode="auto">
          <a:xfrm>
            <a:off x="6353175" y="2209800"/>
            <a:ext cx="3848100" cy="46038"/>
          </a:xfrm>
          <a:custGeom>
            <a:avLst/>
            <a:gdLst>
              <a:gd name="T0" fmla="*/ 0 w 3848100"/>
              <a:gd name="T1" fmla="*/ 0 h 46355"/>
              <a:gd name="T2" fmla="*/ 3848100 w 3848100"/>
              <a:gd name="T3" fmla="*/ 46355 h 46355"/>
            </a:gdLst>
            <a:ahLst/>
            <a:cxnLst/>
            <a:rect l="T0" t="T1" r="T2" b="T3"/>
            <a:pathLst>
              <a:path w="3848100" h="46355">
                <a:moveTo>
                  <a:pt x="3829684" y="0"/>
                </a:moveTo>
                <a:lnTo>
                  <a:pt x="0" y="0"/>
                </a:lnTo>
                <a:lnTo>
                  <a:pt x="0" y="46100"/>
                </a:lnTo>
                <a:lnTo>
                  <a:pt x="3829684" y="46100"/>
                </a:lnTo>
                <a:lnTo>
                  <a:pt x="3811270" y="28321"/>
                </a:lnTo>
                <a:lnTo>
                  <a:pt x="3848100" y="28321"/>
                </a:lnTo>
                <a:lnTo>
                  <a:pt x="3829684" y="0"/>
                </a:lnTo>
                <a:close/>
              </a:path>
              <a:path w="3848100" h="46355">
                <a:moveTo>
                  <a:pt x="3848100" y="0"/>
                </a:moveTo>
                <a:lnTo>
                  <a:pt x="3829684" y="0"/>
                </a:lnTo>
                <a:lnTo>
                  <a:pt x="3848100" y="28321"/>
                </a:lnTo>
                <a:lnTo>
                  <a:pt x="384810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50" name="object 66"/>
          <p:cNvSpPr>
            <a:spLocks noChangeArrowheads="1"/>
          </p:cNvSpPr>
          <p:nvPr/>
        </p:nvSpPr>
        <p:spPr bwMode="auto">
          <a:xfrm>
            <a:off x="10163175" y="2238375"/>
            <a:ext cx="38100" cy="1176338"/>
          </a:xfrm>
          <a:custGeom>
            <a:avLst/>
            <a:gdLst>
              <a:gd name="T0" fmla="*/ 0 w 38100"/>
              <a:gd name="T1" fmla="*/ 0 h 1176654"/>
              <a:gd name="T2" fmla="*/ 38100 w 38100"/>
              <a:gd name="T3" fmla="*/ 1176654 h 1176654"/>
            </a:gdLst>
            <a:ahLst/>
            <a:cxnLst/>
            <a:rect l="T0" t="T1" r="T2" b="T3"/>
            <a:pathLst>
              <a:path w="38100" h="1176654">
                <a:moveTo>
                  <a:pt x="38100" y="1140333"/>
                </a:moveTo>
                <a:lnTo>
                  <a:pt x="19050" y="1140333"/>
                </a:lnTo>
                <a:lnTo>
                  <a:pt x="19050" y="1176401"/>
                </a:lnTo>
                <a:lnTo>
                  <a:pt x="38100" y="1158366"/>
                </a:lnTo>
                <a:lnTo>
                  <a:pt x="38100" y="1140333"/>
                </a:lnTo>
                <a:close/>
              </a:path>
              <a:path w="38100" h="1176654">
                <a:moveTo>
                  <a:pt x="38100" y="1158366"/>
                </a:moveTo>
                <a:lnTo>
                  <a:pt x="19050" y="1176401"/>
                </a:lnTo>
                <a:lnTo>
                  <a:pt x="38100" y="1176401"/>
                </a:lnTo>
                <a:lnTo>
                  <a:pt x="38100" y="1158366"/>
                </a:lnTo>
                <a:close/>
              </a:path>
              <a:path w="38100" h="1176654">
                <a:moveTo>
                  <a:pt x="38100" y="0"/>
                </a:moveTo>
                <a:lnTo>
                  <a:pt x="0" y="0"/>
                </a:lnTo>
                <a:lnTo>
                  <a:pt x="0" y="1158366"/>
                </a:lnTo>
                <a:lnTo>
                  <a:pt x="19050" y="1140333"/>
                </a:lnTo>
                <a:lnTo>
                  <a:pt x="38100" y="1140333"/>
                </a:lnTo>
                <a:lnTo>
                  <a:pt x="3810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51" name="object 67"/>
          <p:cNvSpPr>
            <a:spLocks noChangeArrowheads="1"/>
          </p:cNvSpPr>
          <p:nvPr/>
        </p:nvSpPr>
        <p:spPr bwMode="auto">
          <a:xfrm>
            <a:off x="6324601" y="3379789"/>
            <a:ext cx="3857625" cy="34925"/>
          </a:xfrm>
          <a:custGeom>
            <a:avLst/>
            <a:gdLst>
              <a:gd name="T0" fmla="*/ 0 w 3857625"/>
              <a:gd name="T1" fmla="*/ 0 h 34925"/>
              <a:gd name="T2" fmla="*/ 3857625 w 3857625"/>
              <a:gd name="T3" fmla="*/ 34925 h 34925"/>
            </a:gdLst>
            <a:ahLst/>
            <a:cxnLst/>
            <a:rect l="T0" t="T1" r="T2" b="T3"/>
            <a:pathLst>
              <a:path w="3857625" h="34925">
                <a:moveTo>
                  <a:pt x="0" y="17399"/>
                </a:moveTo>
                <a:lnTo>
                  <a:pt x="0" y="34925"/>
                </a:lnTo>
                <a:lnTo>
                  <a:pt x="29463" y="34925"/>
                </a:lnTo>
                <a:lnTo>
                  <a:pt x="0" y="17399"/>
                </a:lnTo>
                <a:close/>
              </a:path>
              <a:path w="3857625" h="34925">
                <a:moveTo>
                  <a:pt x="3857625" y="0"/>
                </a:moveTo>
                <a:lnTo>
                  <a:pt x="29463" y="0"/>
                </a:lnTo>
                <a:lnTo>
                  <a:pt x="47878" y="17399"/>
                </a:lnTo>
                <a:lnTo>
                  <a:pt x="0" y="17399"/>
                </a:lnTo>
                <a:lnTo>
                  <a:pt x="29463" y="34925"/>
                </a:lnTo>
                <a:lnTo>
                  <a:pt x="3857625" y="34925"/>
                </a:lnTo>
                <a:lnTo>
                  <a:pt x="38576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52" name="object 68"/>
          <p:cNvSpPr>
            <a:spLocks noChangeArrowheads="1"/>
          </p:cNvSpPr>
          <p:nvPr/>
        </p:nvSpPr>
        <p:spPr bwMode="auto">
          <a:xfrm>
            <a:off x="6324601" y="2209800"/>
            <a:ext cx="47625" cy="1189038"/>
          </a:xfrm>
          <a:custGeom>
            <a:avLst/>
            <a:gdLst>
              <a:gd name="T0" fmla="*/ 0 w 47625"/>
              <a:gd name="T1" fmla="*/ 0 h 1189354"/>
              <a:gd name="T2" fmla="*/ 47625 w 47625"/>
              <a:gd name="T3" fmla="*/ 1189354 h 1189354"/>
            </a:gdLst>
            <a:ahLst/>
            <a:cxnLst/>
            <a:rect l="T0" t="T1" r="T2" b="T3"/>
            <a:pathLst>
              <a:path w="47625" h="1189354">
                <a:moveTo>
                  <a:pt x="29337" y="0"/>
                </a:moveTo>
                <a:lnTo>
                  <a:pt x="0" y="28828"/>
                </a:lnTo>
                <a:lnTo>
                  <a:pt x="0" y="1189101"/>
                </a:lnTo>
                <a:lnTo>
                  <a:pt x="47625" y="1189101"/>
                </a:lnTo>
                <a:lnTo>
                  <a:pt x="47625" y="46862"/>
                </a:lnTo>
                <a:lnTo>
                  <a:pt x="29337" y="46862"/>
                </a:lnTo>
                <a:lnTo>
                  <a:pt x="29337" y="0"/>
                </a:lnTo>
                <a:close/>
              </a:path>
              <a:path w="47625" h="1189354">
                <a:moveTo>
                  <a:pt x="47625" y="28828"/>
                </a:moveTo>
                <a:lnTo>
                  <a:pt x="29337" y="46862"/>
                </a:lnTo>
                <a:lnTo>
                  <a:pt x="47625" y="46862"/>
                </a:lnTo>
                <a:lnTo>
                  <a:pt x="47625" y="28828"/>
                </a:lnTo>
                <a:close/>
              </a:path>
              <a:path w="47625" h="1189354">
                <a:moveTo>
                  <a:pt x="29337" y="0"/>
                </a:moveTo>
                <a:lnTo>
                  <a:pt x="0" y="0"/>
                </a:lnTo>
                <a:lnTo>
                  <a:pt x="0" y="28828"/>
                </a:lnTo>
                <a:lnTo>
                  <a:pt x="29337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53" name="object 69"/>
          <p:cNvSpPr>
            <a:spLocks noChangeArrowheads="1"/>
          </p:cNvSpPr>
          <p:nvPr/>
        </p:nvSpPr>
        <p:spPr bwMode="auto">
          <a:xfrm>
            <a:off x="6415089" y="2249489"/>
            <a:ext cx="3697287" cy="1119187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54" name="object 70"/>
          <p:cNvSpPr>
            <a:spLocks noChangeArrowheads="1"/>
          </p:cNvSpPr>
          <p:nvPr/>
        </p:nvSpPr>
        <p:spPr bwMode="auto">
          <a:xfrm>
            <a:off x="6959600" y="3519488"/>
            <a:ext cx="0" cy="431800"/>
          </a:xfrm>
          <a:custGeom>
            <a:avLst/>
            <a:gdLst>
              <a:gd name="T0" fmla="*/ 0 h 431800"/>
              <a:gd name="T1" fmla="*/ 431800 h 431800"/>
            </a:gdLst>
            <a:ahLst/>
            <a:cxnLst/>
            <a:rect l="0" t="T0" r="0" b="T1"/>
            <a:pathLst>
              <a:path h="431800">
                <a:moveTo>
                  <a:pt x="0" y="0"/>
                </a:moveTo>
                <a:lnTo>
                  <a:pt x="0" y="431800"/>
                </a:lnTo>
              </a:path>
            </a:pathLst>
          </a:custGeom>
          <a:noFill/>
          <a:ln w="46037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55" name="object 71"/>
          <p:cNvSpPr>
            <a:spLocks noChangeArrowheads="1"/>
          </p:cNvSpPr>
          <p:nvPr/>
        </p:nvSpPr>
        <p:spPr bwMode="auto">
          <a:xfrm>
            <a:off x="6959600" y="4005264"/>
            <a:ext cx="0" cy="422275"/>
          </a:xfrm>
          <a:custGeom>
            <a:avLst/>
            <a:gdLst>
              <a:gd name="T0" fmla="*/ 0 h 422275"/>
              <a:gd name="T1" fmla="*/ 422275 h 422275"/>
            </a:gdLst>
            <a:ahLst/>
            <a:cxnLst/>
            <a:rect l="0" t="T0" r="0" b="T1"/>
            <a:pathLst>
              <a:path h="422275">
                <a:moveTo>
                  <a:pt x="0" y="0"/>
                </a:moveTo>
                <a:lnTo>
                  <a:pt x="0" y="422275"/>
                </a:lnTo>
              </a:path>
            </a:pathLst>
          </a:custGeom>
          <a:noFill/>
          <a:ln w="46037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56" name="object 72"/>
          <p:cNvSpPr>
            <a:spLocks noChangeArrowheads="1"/>
          </p:cNvSpPr>
          <p:nvPr/>
        </p:nvSpPr>
        <p:spPr bwMode="auto">
          <a:xfrm>
            <a:off x="6937375" y="3519488"/>
            <a:ext cx="46038" cy="908050"/>
          </a:xfrm>
          <a:custGeom>
            <a:avLst/>
            <a:gdLst>
              <a:gd name="T0" fmla="*/ 0 w 46354"/>
              <a:gd name="T1" fmla="*/ 0 h 908050"/>
              <a:gd name="T2" fmla="*/ 46354 w 46354"/>
              <a:gd name="T3" fmla="*/ 908050 h 908050"/>
            </a:gdLst>
            <a:ahLst/>
            <a:cxnLst/>
            <a:rect l="T0" t="T1" r="T2" b="T3"/>
            <a:pathLst>
              <a:path w="46354" h="908050">
                <a:moveTo>
                  <a:pt x="0" y="908050"/>
                </a:moveTo>
                <a:lnTo>
                  <a:pt x="46037" y="908050"/>
                </a:lnTo>
                <a:lnTo>
                  <a:pt x="46037" y="0"/>
                </a:lnTo>
                <a:lnTo>
                  <a:pt x="0" y="0"/>
                </a:lnTo>
                <a:lnTo>
                  <a:pt x="0" y="908050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57" name="object 73"/>
          <p:cNvSpPr>
            <a:spLocks noChangeArrowheads="1"/>
          </p:cNvSpPr>
          <p:nvPr/>
        </p:nvSpPr>
        <p:spPr bwMode="auto">
          <a:xfrm>
            <a:off x="6710364" y="3563938"/>
            <a:ext cx="498475" cy="819150"/>
          </a:xfrm>
          <a:custGeom>
            <a:avLst/>
            <a:gdLst>
              <a:gd name="T0" fmla="*/ 0 w 498475"/>
              <a:gd name="T1" fmla="*/ 0 h 819150"/>
              <a:gd name="T2" fmla="*/ 498475 w 498475"/>
              <a:gd name="T3" fmla="*/ 819150 h 819150"/>
            </a:gdLst>
            <a:ahLst/>
            <a:cxnLst/>
            <a:rect l="T0" t="T1" r="T2" b="T3"/>
            <a:pathLst>
              <a:path w="498475" h="819150">
                <a:moveTo>
                  <a:pt x="36702" y="0"/>
                </a:moveTo>
                <a:lnTo>
                  <a:pt x="0" y="26924"/>
                </a:lnTo>
                <a:lnTo>
                  <a:pt x="459739" y="819023"/>
                </a:lnTo>
                <a:lnTo>
                  <a:pt x="498475" y="799338"/>
                </a:lnTo>
                <a:lnTo>
                  <a:pt x="36702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58" name="object 74"/>
          <p:cNvSpPr>
            <a:spLocks noChangeArrowheads="1"/>
          </p:cNvSpPr>
          <p:nvPr/>
        </p:nvSpPr>
        <p:spPr bwMode="auto">
          <a:xfrm>
            <a:off x="6710364" y="3563938"/>
            <a:ext cx="498475" cy="819150"/>
          </a:xfrm>
          <a:custGeom>
            <a:avLst/>
            <a:gdLst>
              <a:gd name="T0" fmla="*/ 0 w 498475"/>
              <a:gd name="T1" fmla="*/ 0 h 819150"/>
              <a:gd name="T2" fmla="*/ 498475 w 498475"/>
              <a:gd name="T3" fmla="*/ 819150 h 819150"/>
            </a:gdLst>
            <a:ahLst/>
            <a:cxnLst/>
            <a:rect l="T0" t="T1" r="T2" b="T3"/>
            <a:pathLst>
              <a:path w="498475" h="819150">
                <a:moveTo>
                  <a:pt x="0" y="26924"/>
                </a:moveTo>
                <a:lnTo>
                  <a:pt x="36702" y="0"/>
                </a:lnTo>
                <a:lnTo>
                  <a:pt x="498475" y="799338"/>
                </a:lnTo>
                <a:lnTo>
                  <a:pt x="459739" y="819023"/>
                </a:lnTo>
                <a:lnTo>
                  <a:pt x="0" y="26924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59" name="object 75"/>
          <p:cNvSpPr>
            <a:spLocks noChangeArrowheads="1"/>
          </p:cNvSpPr>
          <p:nvPr/>
        </p:nvSpPr>
        <p:spPr bwMode="auto">
          <a:xfrm>
            <a:off x="6540500" y="3729039"/>
            <a:ext cx="838200" cy="496887"/>
          </a:xfrm>
          <a:custGeom>
            <a:avLst/>
            <a:gdLst>
              <a:gd name="T0" fmla="*/ 0 w 838200"/>
              <a:gd name="T1" fmla="*/ 0 h 497204"/>
              <a:gd name="T2" fmla="*/ 838200 w 838200"/>
              <a:gd name="T3" fmla="*/ 497204 h 497204"/>
            </a:gdLst>
            <a:ahLst/>
            <a:cxnLst/>
            <a:rect l="T0" t="T1" r="T2" b="T3"/>
            <a:pathLst>
              <a:path w="838200" h="497204">
                <a:moveTo>
                  <a:pt x="27686" y="0"/>
                </a:moveTo>
                <a:lnTo>
                  <a:pt x="0" y="35941"/>
                </a:lnTo>
                <a:lnTo>
                  <a:pt x="810513" y="496824"/>
                </a:lnTo>
                <a:lnTo>
                  <a:pt x="838200" y="458978"/>
                </a:lnTo>
                <a:lnTo>
                  <a:pt x="27686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60" name="object 76"/>
          <p:cNvSpPr>
            <a:spLocks noChangeArrowheads="1"/>
          </p:cNvSpPr>
          <p:nvPr/>
        </p:nvSpPr>
        <p:spPr bwMode="auto">
          <a:xfrm>
            <a:off x="6540500" y="3729039"/>
            <a:ext cx="838200" cy="496887"/>
          </a:xfrm>
          <a:custGeom>
            <a:avLst/>
            <a:gdLst>
              <a:gd name="T0" fmla="*/ 0 w 838200"/>
              <a:gd name="T1" fmla="*/ 0 h 497204"/>
              <a:gd name="T2" fmla="*/ 838200 w 838200"/>
              <a:gd name="T3" fmla="*/ 497204 h 497204"/>
            </a:gdLst>
            <a:ahLst/>
            <a:cxnLst/>
            <a:rect l="T0" t="T1" r="T2" b="T3"/>
            <a:pathLst>
              <a:path w="838200" h="497204">
                <a:moveTo>
                  <a:pt x="0" y="35941"/>
                </a:moveTo>
                <a:lnTo>
                  <a:pt x="27686" y="0"/>
                </a:lnTo>
                <a:lnTo>
                  <a:pt x="838200" y="458978"/>
                </a:lnTo>
                <a:lnTo>
                  <a:pt x="810513" y="496824"/>
                </a:lnTo>
                <a:lnTo>
                  <a:pt x="0" y="35941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61" name="object 77"/>
          <p:cNvSpPr>
            <a:spLocks noChangeArrowheads="1"/>
          </p:cNvSpPr>
          <p:nvPr/>
        </p:nvSpPr>
        <p:spPr bwMode="auto">
          <a:xfrm>
            <a:off x="6702426" y="3571876"/>
            <a:ext cx="517525" cy="811213"/>
          </a:xfrm>
          <a:custGeom>
            <a:avLst/>
            <a:gdLst>
              <a:gd name="T0" fmla="*/ 0 w 517525"/>
              <a:gd name="T1" fmla="*/ 0 h 811529"/>
              <a:gd name="T2" fmla="*/ 517525 w 517525"/>
              <a:gd name="T3" fmla="*/ 811529 h 811529"/>
            </a:gdLst>
            <a:ahLst/>
            <a:cxnLst/>
            <a:rect l="T0" t="T1" r="T2" b="T3"/>
            <a:pathLst>
              <a:path w="517525" h="811529">
                <a:moveTo>
                  <a:pt x="480695" y="0"/>
                </a:moveTo>
                <a:lnTo>
                  <a:pt x="0" y="782319"/>
                </a:lnTo>
                <a:lnTo>
                  <a:pt x="36829" y="811149"/>
                </a:lnTo>
                <a:lnTo>
                  <a:pt x="517525" y="28828"/>
                </a:lnTo>
                <a:lnTo>
                  <a:pt x="480695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62" name="object 78"/>
          <p:cNvSpPr>
            <a:spLocks noChangeArrowheads="1"/>
          </p:cNvSpPr>
          <p:nvPr/>
        </p:nvSpPr>
        <p:spPr bwMode="auto">
          <a:xfrm>
            <a:off x="6702426" y="3571876"/>
            <a:ext cx="517525" cy="811213"/>
          </a:xfrm>
          <a:custGeom>
            <a:avLst/>
            <a:gdLst>
              <a:gd name="T0" fmla="*/ 0 w 517525"/>
              <a:gd name="T1" fmla="*/ 0 h 811529"/>
              <a:gd name="T2" fmla="*/ 517525 w 517525"/>
              <a:gd name="T3" fmla="*/ 811529 h 811529"/>
            </a:gdLst>
            <a:ahLst/>
            <a:cxnLst/>
            <a:rect l="T0" t="T1" r="T2" b="T3"/>
            <a:pathLst>
              <a:path w="517525" h="811529">
                <a:moveTo>
                  <a:pt x="36829" y="811149"/>
                </a:moveTo>
                <a:lnTo>
                  <a:pt x="0" y="782319"/>
                </a:lnTo>
                <a:lnTo>
                  <a:pt x="480695" y="0"/>
                </a:lnTo>
                <a:lnTo>
                  <a:pt x="517525" y="28828"/>
                </a:lnTo>
                <a:lnTo>
                  <a:pt x="36829" y="811149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63" name="object 79"/>
          <p:cNvSpPr>
            <a:spLocks noChangeArrowheads="1"/>
          </p:cNvSpPr>
          <p:nvPr/>
        </p:nvSpPr>
        <p:spPr bwMode="auto">
          <a:xfrm>
            <a:off x="6540500" y="3736976"/>
            <a:ext cx="838200" cy="481013"/>
          </a:xfrm>
          <a:custGeom>
            <a:avLst/>
            <a:gdLst>
              <a:gd name="T0" fmla="*/ 0 w 838200"/>
              <a:gd name="T1" fmla="*/ 0 h 481329"/>
              <a:gd name="T2" fmla="*/ 838200 w 838200"/>
              <a:gd name="T3" fmla="*/ 481329 h 481329"/>
            </a:gdLst>
            <a:ahLst/>
            <a:cxnLst/>
            <a:rect l="T0" t="T1" r="T2" b="T3"/>
            <a:pathLst>
              <a:path w="838200" h="481329">
                <a:moveTo>
                  <a:pt x="819785" y="0"/>
                </a:moveTo>
                <a:lnTo>
                  <a:pt x="0" y="442975"/>
                </a:lnTo>
                <a:lnTo>
                  <a:pt x="18414" y="480949"/>
                </a:lnTo>
                <a:lnTo>
                  <a:pt x="838200" y="37973"/>
                </a:lnTo>
                <a:lnTo>
                  <a:pt x="819785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64" name="object 80"/>
          <p:cNvSpPr>
            <a:spLocks noChangeArrowheads="1"/>
          </p:cNvSpPr>
          <p:nvPr/>
        </p:nvSpPr>
        <p:spPr bwMode="auto">
          <a:xfrm>
            <a:off x="6540500" y="3736976"/>
            <a:ext cx="838200" cy="481013"/>
          </a:xfrm>
          <a:custGeom>
            <a:avLst/>
            <a:gdLst>
              <a:gd name="T0" fmla="*/ 0 w 838200"/>
              <a:gd name="T1" fmla="*/ 0 h 481329"/>
              <a:gd name="T2" fmla="*/ 838200 w 838200"/>
              <a:gd name="T3" fmla="*/ 481329 h 481329"/>
            </a:gdLst>
            <a:ahLst/>
            <a:cxnLst/>
            <a:rect l="T0" t="T1" r="T2" b="T3"/>
            <a:pathLst>
              <a:path w="838200" h="481329">
                <a:moveTo>
                  <a:pt x="18414" y="480949"/>
                </a:moveTo>
                <a:lnTo>
                  <a:pt x="0" y="442975"/>
                </a:lnTo>
                <a:lnTo>
                  <a:pt x="819785" y="0"/>
                </a:lnTo>
                <a:lnTo>
                  <a:pt x="838200" y="37973"/>
                </a:lnTo>
                <a:lnTo>
                  <a:pt x="18414" y="480949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65" name="object 81"/>
          <p:cNvSpPr>
            <a:spLocks noChangeArrowheads="1"/>
          </p:cNvSpPr>
          <p:nvPr/>
        </p:nvSpPr>
        <p:spPr bwMode="auto">
          <a:xfrm>
            <a:off x="6484939" y="3978275"/>
            <a:ext cx="555625" cy="0"/>
          </a:xfrm>
          <a:custGeom>
            <a:avLst/>
            <a:gdLst>
              <a:gd name="T0" fmla="*/ 0 w 555625"/>
              <a:gd name="T1" fmla="*/ 555625 w 555625"/>
            </a:gdLst>
            <a:ahLst/>
            <a:cxnLst/>
            <a:rect l="T0" t="0" r="T1" b="0"/>
            <a:pathLst>
              <a:path w="555625">
                <a:moveTo>
                  <a:pt x="0" y="0"/>
                </a:moveTo>
                <a:lnTo>
                  <a:pt x="555625" y="0"/>
                </a:lnTo>
              </a:path>
            </a:pathLst>
          </a:custGeom>
          <a:noFill/>
          <a:ln w="53975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66" name="object 82"/>
          <p:cNvSpPr>
            <a:spLocks noChangeArrowheads="1"/>
          </p:cNvSpPr>
          <p:nvPr/>
        </p:nvSpPr>
        <p:spPr bwMode="auto">
          <a:xfrm>
            <a:off x="6484939" y="3951289"/>
            <a:ext cx="941387" cy="53975"/>
          </a:xfrm>
          <a:custGeom>
            <a:avLst/>
            <a:gdLst>
              <a:gd name="T0" fmla="*/ 0 w 941704"/>
              <a:gd name="T1" fmla="*/ 0 h 53975"/>
              <a:gd name="T2" fmla="*/ 941704 w 941704"/>
              <a:gd name="T3" fmla="*/ 53975 h 53975"/>
            </a:gdLst>
            <a:ahLst/>
            <a:cxnLst/>
            <a:rect l="T0" t="T1" r="T2" b="T3"/>
            <a:pathLst>
              <a:path w="941704" h="53975">
                <a:moveTo>
                  <a:pt x="0" y="53975"/>
                </a:moveTo>
                <a:lnTo>
                  <a:pt x="941387" y="53975"/>
                </a:lnTo>
                <a:lnTo>
                  <a:pt x="941387" y="0"/>
                </a:lnTo>
                <a:lnTo>
                  <a:pt x="0" y="0"/>
                </a:lnTo>
                <a:lnTo>
                  <a:pt x="0" y="53975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67" name="object 83"/>
          <p:cNvSpPr>
            <a:spLocks noChangeArrowheads="1"/>
          </p:cNvSpPr>
          <p:nvPr/>
        </p:nvSpPr>
        <p:spPr bwMode="auto">
          <a:xfrm>
            <a:off x="6853239" y="3646489"/>
            <a:ext cx="206375" cy="663575"/>
          </a:xfrm>
          <a:custGeom>
            <a:avLst/>
            <a:gdLst>
              <a:gd name="T0" fmla="*/ 0 w 206375"/>
              <a:gd name="T1" fmla="*/ 0 h 663575"/>
              <a:gd name="T2" fmla="*/ 206375 w 206375"/>
              <a:gd name="T3" fmla="*/ 663575 h 663575"/>
            </a:gdLst>
            <a:ahLst/>
            <a:cxnLst/>
            <a:rect l="T0" t="T1" r="T2" b="T3"/>
            <a:pathLst>
              <a:path w="206375" h="663575">
                <a:moveTo>
                  <a:pt x="36829" y="0"/>
                </a:moveTo>
                <a:lnTo>
                  <a:pt x="0" y="8890"/>
                </a:lnTo>
                <a:lnTo>
                  <a:pt x="178688" y="663448"/>
                </a:lnTo>
                <a:lnTo>
                  <a:pt x="206375" y="654557"/>
                </a:lnTo>
                <a:lnTo>
                  <a:pt x="36829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68" name="object 84"/>
          <p:cNvSpPr>
            <a:spLocks noChangeArrowheads="1"/>
          </p:cNvSpPr>
          <p:nvPr/>
        </p:nvSpPr>
        <p:spPr bwMode="auto">
          <a:xfrm>
            <a:off x="6853239" y="3646489"/>
            <a:ext cx="206375" cy="663575"/>
          </a:xfrm>
          <a:custGeom>
            <a:avLst/>
            <a:gdLst>
              <a:gd name="T0" fmla="*/ 0 w 206375"/>
              <a:gd name="T1" fmla="*/ 0 h 663575"/>
              <a:gd name="T2" fmla="*/ 206375 w 206375"/>
              <a:gd name="T3" fmla="*/ 663575 h 663575"/>
            </a:gdLst>
            <a:ahLst/>
            <a:cxnLst/>
            <a:rect l="T0" t="T1" r="T2" b="T3"/>
            <a:pathLst>
              <a:path w="206375" h="663575">
                <a:moveTo>
                  <a:pt x="0" y="8890"/>
                </a:moveTo>
                <a:lnTo>
                  <a:pt x="36829" y="0"/>
                </a:lnTo>
                <a:lnTo>
                  <a:pt x="206375" y="654557"/>
                </a:lnTo>
                <a:lnTo>
                  <a:pt x="178688" y="663448"/>
                </a:lnTo>
                <a:lnTo>
                  <a:pt x="0" y="889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69" name="object 85"/>
          <p:cNvSpPr>
            <a:spLocks noChangeArrowheads="1"/>
          </p:cNvSpPr>
          <p:nvPr/>
        </p:nvSpPr>
        <p:spPr bwMode="auto">
          <a:xfrm>
            <a:off x="6710364" y="3719513"/>
            <a:ext cx="498475" cy="506412"/>
          </a:xfrm>
          <a:custGeom>
            <a:avLst/>
            <a:gdLst>
              <a:gd name="T0" fmla="*/ 0 w 498475"/>
              <a:gd name="T1" fmla="*/ 0 h 506729"/>
              <a:gd name="T2" fmla="*/ 498475 w 498475"/>
              <a:gd name="T3" fmla="*/ 506729 h 506729"/>
            </a:gdLst>
            <a:ahLst/>
            <a:cxnLst/>
            <a:rect l="T0" t="T1" r="T2" b="T3"/>
            <a:pathLst>
              <a:path w="498475" h="506729">
                <a:moveTo>
                  <a:pt x="18287" y="0"/>
                </a:moveTo>
                <a:lnTo>
                  <a:pt x="0" y="26924"/>
                </a:lnTo>
                <a:lnTo>
                  <a:pt x="470788" y="506349"/>
                </a:lnTo>
                <a:lnTo>
                  <a:pt x="498475" y="488315"/>
                </a:lnTo>
                <a:lnTo>
                  <a:pt x="18287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70" name="object 86"/>
          <p:cNvSpPr>
            <a:spLocks noChangeArrowheads="1"/>
          </p:cNvSpPr>
          <p:nvPr/>
        </p:nvSpPr>
        <p:spPr bwMode="auto">
          <a:xfrm>
            <a:off x="6710364" y="3719513"/>
            <a:ext cx="498475" cy="506412"/>
          </a:xfrm>
          <a:custGeom>
            <a:avLst/>
            <a:gdLst>
              <a:gd name="T0" fmla="*/ 0 w 498475"/>
              <a:gd name="T1" fmla="*/ 0 h 506729"/>
              <a:gd name="T2" fmla="*/ 498475 w 498475"/>
              <a:gd name="T3" fmla="*/ 506729 h 506729"/>
            </a:gdLst>
            <a:ahLst/>
            <a:cxnLst/>
            <a:rect l="T0" t="T1" r="T2" b="T3"/>
            <a:pathLst>
              <a:path w="498475" h="506729">
                <a:moveTo>
                  <a:pt x="0" y="26924"/>
                </a:moveTo>
                <a:lnTo>
                  <a:pt x="18287" y="0"/>
                </a:lnTo>
                <a:lnTo>
                  <a:pt x="498475" y="488315"/>
                </a:lnTo>
                <a:lnTo>
                  <a:pt x="470788" y="506349"/>
                </a:lnTo>
                <a:lnTo>
                  <a:pt x="0" y="26924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71" name="object 87"/>
          <p:cNvSpPr>
            <a:spLocks noChangeArrowheads="1"/>
          </p:cNvSpPr>
          <p:nvPr/>
        </p:nvSpPr>
        <p:spPr bwMode="auto">
          <a:xfrm>
            <a:off x="6626225" y="3868738"/>
            <a:ext cx="668338" cy="209550"/>
          </a:xfrm>
          <a:custGeom>
            <a:avLst/>
            <a:gdLst>
              <a:gd name="T0" fmla="*/ 0 w 668654"/>
              <a:gd name="T1" fmla="*/ 0 h 209550"/>
              <a:gd name="T2" fmla="*/ 668654 w 668654"/>
              <a:gd name="T3" fmla="*/ 209550 h 209550"/>
            </a:gdLst>
            <a:ahLst/>
            <a:cxnLst/>
            <a:rect l="T0" t="T1" r="T2" b="T3"/>
            <a:pathLst>
              <a:path w="668654" h="209550">
                <a:moveTo>
                  <a:pt x="9144" y="0"/>
                </a:moveTo>
                <a:lnTo>
                  <a:pt x="0" y="35813"/>
                </a:lnTo>
                <a:lnTo>
                  <a:pt x="659129" y="209423"/>
                </a:lnTo>
                <a:lnTo>
                  <a:pt x="668401" y="182625"/>
                </a:lnTo>
                <a:lnTo>
                  <a:pt x="9144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72" name="object 88"/>
          <p:cNvSpPr>
            <a:spLocks noChangeArrowheads="1"/>
          </p:cNvSpPr>
          <p:nvPr/>
        </p:nvSpPr>
        <p:spPr bwMode="auto">
          <a:xfrm>
            <a:off x="6626225" y="3868738"/>
            <a:ext cx="668338" cy="209550"/>
          </a:xfrm>
          <a:custGeom>
            <a:avLst/>
            <a:gdLst>
              <a:gd name="T0" fmla="*/ 0 w 668654"/>
              <a:gd name="T1" fmla="*/ 0 h 209550"/>
              <a:gd name="T2" fmla="*/ 668654 w 668654"/>
              <a:gd name="T3" fmla="*/ 209550 h 209550"/>
            </a:gdLst>
            <a:ahLst/>
            <a:cxnLst/>
            <a:rect l="T0" t="T1" r="T2" b="T3"/>
            <a:pathLst>
              <a:path w="668654" h="209550">
                <a:moveTo>
                  <a:pt x="0" y="35813"/>
                </a:moveTo>
                <a:lnTo>
                  <a:pt x="9144" y="0"/>
                </a:lnTo>
                <a:lnTo>
                  <a:pt x="668401" y="182625"/>
                </a:lnTo>
                <a:lnTo>
                  <a:pt x="659129" y="209423"/>
                </a:lnTo>
                <a:lnTo>
                  <a:pt x="0" y="35813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73" name="object 89"/>
          <p:cNvSpPr>
            <a:spLocks noChangeArrowheads="1"/>
          </p:cNvSpPr>
          <p:nvPr/>
        </p:nvSpPr>
        <p:spPr bwMode="auto">
          <a:xfrm>
            <a:off x="6853238" y="3646488"/>
            <a:ext cx="214312" cy="654050"/>
          </a:xfrm>
          <a:custGeom>
            <a:avLst/>
            <a:gdLst>
              <a:gd name="T0" fmla="*/ 0 w 214629"/>
              <a:gd name="T1" fmla="*/ 0 h 654050"/>
              <a:gd name="T2" fmla="*/ 214629 w 214629"/>
              <a:gd name="T3" fmla="*/ 654050 h 654050"/>
            </a:gdLst>
            <a:ahLst/>
            <a:cxnLst/>
            <a:rect l="T0" t="T1" r="T2" b="T3"/>
            <a:pathLst>
              <a:path w="214629" h="654050">
                <a:moveTo>
                  <a:pt x="186816" y="0"/>
                </a:moveTo>
                <a:lnTo>
                  <a:pt x="0" y="645032"/>
                </a:lnTo>
                <a:lnTo>
                  <a:pt x="27432" y="653923"/>
                </a:lnTo>
                <a:lnTo>
                  <a:pt x="214249" y="8890"/>
                </a:lnTo>
                <a:lnTo>
                  <a:pt x="186816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74" name="object 90"/>
          <p:cNvSpPr>
            <a:spLocks noChangeArrowheads="1"/>
          </p:cNvSpPr>
          <p:nvPr/>
        </p:nvSpPr>
        <p:spPr bwMode="auto">
          <a:xfrm>
            <a:off x="6853238" y="3646488"/>
            <a:ext cx="214312" cy="654050"/>
          </a:xfrm>
          <a:custGeom>
            <a:avLst/>
            <a:gdLst>
              <a:gd name="T0" fmla="*/ 0 w 214629"/>
              <a:gd name="T1" fmla="*/ 0 h 654050"/>
              <a:gd name="T2" fmla="*/ 214629 w 214629"/>
              <a:gd name="T3" fmla="*/ 654050 h 654050"/>
            </a:gdLst>
            <a:ahLst/>
            <a:cxnLst/>
            <a:rect l="T0" t="T1" r="T2" b="T3"/>
            <a:pathLst>
              <a:path w="214629" h="654050">
                <a:moveTo>
                  <a:pt x="27432" y="653923"/>
                </a:moveTo>
                <a:lnTo>
                  <a:pt x="0" y="645032"/>
                </a:lnTo>
                <a:lnTo>
                  <a:pt x="186816" y="0"/>
                </a:lnTo>
                <a:lnTo>
                  <a:pt x="214249" y="8890"/>
                </a:lnTo>
                <a:lnTo>
                  <a:pt x="27432" y="653923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75" name="object 91"/>
          <p:cNvSpPr>
            <a:spLocks noChangeArrowheads="1"/>
          </p:cNvSpPr>
          <p:nvPr/>
        </p:nvSpPr>
        <p:spPr bwMode="auto">
          <a:xfrm>
            <a:off x="6702426" y="3729038"/>
            <a:ext cx="517525" cy="488950"/>
          </a:xfrm>
          <a:custGeom>
            <a:avLst/>
            <a:gdLst>
              <a:gd name="T0" fmla="*/ 0 w 517525"/>
              <a:gd name="T1" fmla="*/ 0 h 488950"/>
              <a:gd name="T2" fmla="*/ 517525 w 517525"/>
              <a:gd name="T3" fmla="*/ 488950 h 488950"/>
            </a:gdLst>
            <a:ahLst/>
            <a:cxnLst/>
            <a:rect l="T0" t="T1" r="T2" b="T3"/>
            <a:pathLst>
              <a:path w="517525" h="488950">
                <a:moveTo>
                  <a:pt x="499110" y="0"/>
                </a:moveTo>
                <a:lnTo>
                  <a:pt x="0" y="469011"/>
                </a:lnTo>
                <a:lnTo>
                  <a:pt x="18414" y="488823"/>
                </a:lnTo>
                <a:lnTo>
                  <a:pt x="517525" y="27050"/>
                </a:lnTo>
                <a:lnTo>
                  <a:pt x="499110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76" name="object 92"/>
          <p:cNvSpPr>
            <a:spLocks noChangeArrowheads="1"/>
          </p:cNvSpPr>
          <p:nvPr/>
        </p:nvSpPr>
        <p:spPr bwMode="auto">
          <a:xfrm>
            <a:off x="6702426" y="3729038"/>
            <a:ext cx="517525" cy="488950"/>
          </a:xfrm>
          <a:custGeom>
            <a:avLst/>
            <a:gdLst>
              <a:gd name="T0" fmla="*/ 0 w 517525"/>
              <a:gd name="T1" fmla="*/ 0 h 488950"/>
              <a:gd name="T2" fmla="*/ 517525 w 517525"/>
              <a:gd name="T3" fmla="*/ 488950 h 488950"/>
            </a:gdLst>
            <a:ahLst/>
            <a:cxnLst/>
            <a:rect l="T0" t="T1" r="T2" b="T3"/>
            <a:pathLst>
              <a:path w="517525" h="488950">
                <a:moveTo>
                  <a:pt x="18414" y="488823"/>
                </a:moveTo>
                <a:lnTo>
                  <a:pt x="0" y="469011"/>
                </a:lnTo>
                <a:lnTo>
                  <a:pt x="499110" y="0"/>
                </a:lnTo>
                <a:lnTo>
                  <a:pt x="517525" y="27050"/>
                </a:lnTo>
                <a:lnTo>
                  <a:pt x="18414" y="488823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77" name="object 93"/>
          <p:cNvSpPr>
            <a:spLocks noChangeArrowheads="1"/>
          </p:cNvSpPr>
          <p:nvPr/>
        </p:nvSpPr>
        <p:spPr bwMode="auto">
          <a:xfrm>
            <a:off x="6616701" y="3876676"/>
            <a:ext cx="677863" cy="201613"/>
          </a:xfrm>
          <a:custGeom>
            <a:avLst/>
            <a:gdLst>
              <a:gd name="T0" fmla="*/ 0 w 678179"/>
              <a:gd name="T1" fmla="*/ 0 h 201929"/>
              <a:gd name="T2" fmla="*/ 678179 w 678179"/>
              <a:gd name="T3" fmla="*/ 201929 h 201929"/>
            </a:gdLst>
            <a:ahLst/>
            <a:cxnLst/>
            <a:rect l="T0" t="T1" r="T2" b="T3"/>
            <a:pathLst>
              <a:path w="678179" h="201929">
                <a:moveTo>
                  <a:pt x="668654" y="0"/>
                </a:moveTo>
                <a:lnTo>
                  <a:pt x="0" y="165607"/>
                </a:lnTo>
                <a:lnTo>
                  <a:pt x="9271" y="201549"/>
                </a:lnTo>
                <a:lnTo>
                  <a:pt x="677926" y="35941"/>
                </a:lnTo>
                <a:lnTo>
                  <a:pt x="668654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78" name="object 94"/>
          <p:cNvSpPr>
            <a:spLocks noChangeArrowheads="1"/>
          </p:cNvSpPr>
          <p:nvPr/>
        </p:nvSpPr>
        <p:spPr bwMode="auto">
          <a:xfrm>
            <a:off x="6616701" y="3876676"/>
            <a:ext cx="677863" cy="201613"/>
          </a:xfrm>
          <a:custGeom>
            <a:avLst/>
            <a:gdLst>
              <a:gd name="T0" fmla="*/ 0 w 678179"/>
              <a:gd name="T1" fmla="*/ 0 h 201929"/>
              <a:gd name="T2" fmla="*/ 678179 w 678179"/>
              <a:gd name="T3" fmla="*/ 201929 h 201929"/>
            </a:gdLst>
            <a:ahLst/>
            <a:cxnLst/>
            <a:rect l="T0" t="T1" r="T2" b="T3"/>
            <a:pathLst>
              <a:path w="678179" h="201929">
                <a:moveTo>
                  <a:pt x="0" y="165607"/>
                </a:moveTo>
                <a:lnTo>
                  <a:pt x="668654" y="0"/>
                </a:lnTo>
                <a:lnTo>
                  <a:pt x="677926" y="35941"/>
                </a:lnTo>
                <a:lnTo>
                  <a:pt x="9271" y="201549"/>
                </a:lnTo>
                <a:lnTo>
                  <a:pt x="0" y="165607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79" name="object 95"/>
          <p:cNvSpPr>
            <a:spLocks noChangeArrowheads="1"/>
          </p:cNvSpPr>
          <p:nvPr/>
        </p:nvSpPr>
        <p:spPr bwMode="auto">
          <a:xfrm>
            <a:off x="7040564" y="3983038"/>
            <a:ext cx="3019425" cy="0"/>
          </a:xfrm>
          <a:custGeom>
            <a:avLst/>
            <a:gdLst>
              <a:gd name="T0" fmla="*/ 0 w 3019425"/>
              <a:gd name="T1" fmla="*/ 3019425 w 3019425"/>
            </a:gdLst>
            <a:ahLst/>
            <a:cxnLst/>
            <a:rect l="T0" t="0" r="T1" b="0"/>
            <a:pathLst>
              <a:path w="3019425">
                <a:moveTo>
                  <a:pt x="0" y="0"/>
                </a:moveTo>
                <a:lnTo>
                  <a:pt x="3019425" y="0"/>
                </a:lnTo>
              </a:path>
            </a:pathLst>
          </a:custGeom>
          <a:noFill/>
          <a:ln w="63500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80" name="object 96"/>
          <p:cNvSpPr>
            <a:spLocks noChangeArrowheads="1"/>
          </p:cNvSpPr>
          <p:nvPr/>
        </p:nvSpPr>
        <p:spPr bwMode="auto">
          <a:xfrm>
            <a:off x="7040564" y="3951288"/>
            <a:ext cx="3019425" cy="63500"/>
          </a:xfrm>
          <a:custGeom>
            <a:avLst/>
            <a:gdLst>
              <a:gd name="T0" fmla="*/ 0 w 3019425"/>
              <a:gd name="T1" fmla="*/ 0 h 63500"/>
              <a:gd name="T2" fmla="*/ 3019425 w 3019425"/>
              <a:gd name="T3" fmla="*/ 63500 h 63500"/>
            </a:gdLst>
            <a:ahLst/>
            <a:cxnLst/>
            <a:rect l="T0" t="T1" r="T2" b="T3"/>
            <a:pathLst>
              <a:path w="3019425" h="63500">
                <a:moveTo>
                  <a:pt x="0" y="63500"/>
                </a:moveTo>
                <a:lnTo>
                  <a:pt x="3019425" y="63500"/>
                </a:lnTo>
                <a:lnTo>
                  <a:pt x="3019425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81" name="object 97"/>
          <p:cNvSpPr>
            <a:spLocks noChangeArrowheads="1"/>
          </p:cNvSpPr>
          <p:nvPr/>
        </p:nvSpPr>
        <p:spPr bwMode="auto">
          <a:xfrm>
            <a:off x="6794501" y="3821114"/>
            <a:ext cx="322263" cy="314325"/>
          </a:xfrm>
          <a:custGeom>
            <a:avLst/>
            <a:gdLst>
              <a:gd name="T0" fmla="*/ 0 w 322579"/>
              <a:gd name="T1" fmla="*/ 0 h 314325"/>
              <a:gd name="T2" fmla="*/ 322579 w 322579"/>
              <a:gd name="T3" fmla="*/ 314325 h 314325"/>
            </a:gdLst>
            <a:ahLst/>
            <a:cxnLst/>
            <a:rect l="T0" t="T1" r="T2" b="T3"/>
            <a:pathLst>
              <a:path w="322579" h="314325">
                <a:moveTo>
                  <a:pt x="227837" y="9017"/>
                </a:moveTo>
                <a:lnTo>
                  <a:pt x="103759" y="9017"/>
                </a:lnTo>
                <a:lnTo>
                  <a:pt x="75946" y="27050"/>
                </a:lnTo>
                <a:lnTo>
                  <a:pt x="48133" y="46862"/>
                </a:lnTo>
                <a:lnTo>
                  <a:pt x="27812" y="74041"/>
                </a:lnTo>
                <a:lnTo>
                  <a:pt x="18541" y="101092"/>
                </a:lnTo>
                <a:lnTo>
                  <a:pt x="9271" y="130048"/>
                </a:lnTo>
                <a:lnTo>
                  <a:pt x="0" y="157099"/>
                </a:lnTo>
                <a:lnTo>
                  <a:pt x="18541" y="222123"/>
                </a:lnTo>
                <a:lnTo>
                  <a:pt x="48133" y="267335"/>
                </a:lnTo>
                <a:lnTo>
                  <a:pt x="75946" y="285369"/>
                </a:lnTo>
                <a:lnTo>
                  <a:pt x="103759" y="305181"/>
                </a:lnTo>
                <a:lnTo>
                  <a:pt x="133350" y="314198"/>
                </a:lnTo>
                <a:lnTo>
                  <a:pt x="198120" y="314198"/>
                </a:lnTo>
                <a:lnTo>
                  <a:pt x="255650" y="285369"/>
                </a:lnTo>
                <a:lnTo>
                  <a:pt x="292608" y="249174"/>
                </a:lnTo>
                <a:lnTo>
                  <a:pt x="322325" y="193167"/>
                </a:lnTo>
                <a:lnTo>
                  <a:pt x="322325" y="130048"/>
                </a:lnTo>
                <a:lnTo>
                  <a:pt x="313054" y="101092"/>
                </a:lnTo>
                <a:lnTo>
                  <a:pt x="292608" y="74041"/>
                </a:lnTo>
                <a:lnTo>
                  <a:pt x="274065" y="46862"/>
                </a:lnTo>
                <a:lnTo>
                  <a:pt x="255650" y="27050"/>
                </a:lnTo>
                <a:lnTo>
                  <a:pt x="227837" y="9017"/>
                </a:lnTo>
                <a:close/>
              </a:path>
              <a:path w="322579" h="314325">
                <a:moveTo>
                  <a:pt x="161162" y="0"/>
                </a:moveTo>
                <a:lnTo>
                  <a:pt x="133350" y="9017"/>
                </a:lnTo>
                <a:lnTo>
                  <a:pt x="198120" y="9017"/>
                </a:lnTo>
                <a:lnTo>
                  <a:pt x="161162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8" name="object 98"/>
          <p:cNvSpPr txBox="1"/>
          <p:nvPr/>
        </p:nvSpPr>
        <p:spPr>
          <a:xfrm>
            <a:off x="7781925" y="3505201"/>
            <a:ext cx="1803400" cy="390525"/>
          </a:xfrm>
          <a:prstGeom prst="rect">
            <a:avLst/>
          </a:prstGeom>
        </p:spPr>
        <p:txBody>
          <a:bodyPr lIns="0" tIns="11430" rIns="0" bIns="0">
            <a:spAutoFit/>
          </a:bodyPr>
          <a:lstStyle/>
          <a:p>
            <a:pPr marL="12700">
              <a:spcBef>
                <a:spcPts val="90"/>
              </a:spcBef>
              <a:defRPr/>
            </a:pPr>
            <a:r>
              <a:rPr sz="800" spc="-10" dirty="0">
                <a:latin typeface="Arial" panose="020B0604020202020204"/>
                <a:cs typeface="Arial" panose="020B0604020202020204"/>
              </a:rPr>
              <a:t>VISIBLE LASER</a:t>
            </a:r>
            <a:r>
              <a:rPr sz="800" spc="10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RADIATION-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12700">
              <a:spcBef>
                <a:spcPts val="5"/>
              </a:spcBef>
              <a:defRPr/>
            </a:pPr>
            <a:r>
              <a:rPr sz="800" spc="-10" dirty="0">
                <a:latin typeface="Arial" panose="020B0604020202020204"/>
                <a:cs typeface="Arial" panose="020B0604020202020204"/>
              </a:rPr>
              <a:t>AVOID </a:t>
            </a:r>
            <a:r>
              <a:rPr sz="800" spc="-15" dirty="0">
                <a:latin typeface="Arial" panose="020B0604020202020204"/>
                <a:cs typeface="Arial" panose="020B0604020202020204"/>
              </a:rPr>
              <a:t>EYE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OR </a:t>
            </a:r>
            <a:r>
              <a:rPr sz="800" spc="-10" dirty="0">
                <a:latin typeface="Arial" panose="020B0604020202020204"/>
                <a:cs typeface="Arial" panose="020B0604020202020204"/>
              </a:rPr>
              <a:t>SKIN EXPOSURE</a:t>
            </a:r>
            <a:r>
              <a:rPr sz="800" spc="155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Arial" panose="020B0604020202020204"/>
                <a:cs typeface="Arial" panose="020B0604020202020204"/>
              </a:rPr>
              <a:t>TO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12700">
              <a:defRPr/>
            </a:pPr>
            <a:r>
              <a:rPr sz="800" spc="-10" dirty="0">
                <a:latin typeface="Arial" panose="020B0604020202020204"/>
                <a:cs typeface="Arial" panose="020B0604020202020204"/>
              </a:rPr>
              <a:t>DIRECT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OR SCATTERED</a:t>
            </a:r>
            <a:r>
              <a:rPr sz="8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RADIATION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797800" y="4022726"/>
            <a:ext cx="2293938" cy="638175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000" dirty="0">
                <a:latin typeface="Arial" panose="020B0604020202020204"/>
                <a:cs typeface="Arial" panose="020B0604020202020204"/>
              </a:rPr>
              <a:t>Argon</a:t>
            </a:r>
            <a:r>
              <a:rPr sz="10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Arial" panose="020B0604020202020204"/>
                <a:cs typeface="Arial" panose="020B0604020202020204"/>
              </a:rPr>
              <a:t>Ion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 marL="12700">
              <a:defRPr/>
            </a:pPr>
            <a:r>
              <a:rPr sz="1000" dirty="0">
                <a:latin typeface="Arial" panose="020B0604020202020204"/>
                <a:cs typeface="Arial" panose="020B0604020202020204"/>
              </a:rPr>
              <a:t>Wavelength: 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488/514</a:t>
            </a:r>
            <a:r>
              <a:rPr sz="1000" spc="-150" dirty="0">
                <a:latin typeface="Arial" panose="020B0604020202020204"/>
                <a:cs typeface="Arial" panose="020B0604020202020204"/>
              </a:rPr>
              <a:t> </a:t>
            </a:r>
            <a:r>
              <a:rPr sz="1000" dirty="0">
                <a:latin typeface="Arial" panose="020B0604020202020204"/>
                <a:cs typeface="Arial" panose="020B0604020202020204"/>
              </a:rPr>
              <a:t>nm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 marL="12700">
              <a:spcBef>
                <a:spcPts val="5"/>
              </a:spcBef>
              <a:defRPr/>
            </a:pPr>
            <a:r>
              <a:rPr sz="1000" spc="-5" dirty="0">
                <a:latin typeface="Arial" panose="020B0604020202020204"/>
                <a:cs typeface="Arial" panose="020B0604020202020204"/>
              </a:rPr>
              <a:t>Output </a:t>
            </a:r>
            <a:r>
              <a:rPr sz="1000" spc="-10" dirty="0">
                <a:latin typeface="Arial" panose="020B0604020202020204"/>
                <a:cs typeface="Arial" panose="020B0604020202020204"/>
              </a:rPr>
              <a:t>Power </a:t>
            </a:r>
            <a:r>
              <a:rPr sz="1000" spc="5" dirty="0">
                <a:latin typeface="Arial" panose="020B0604020202020204"/>
                <a:cs typeface="Arial" panose="020B0604020202020204"/>
              </a:rPr>
              <a:t>5</a:t>
            </a:r>
            <a:r>
              <a:rPr sz="10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10" dirty="0">
                <a:latin typeface="Arial" panose="020B0604020202020204"/>
                <a:cs typeface="Arial" panose="020B0604020202020204"/>
              </a:rPr>
              <a:t>W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 marL="890270">
              <a:spcBef>
                <a:spcPts val="10"/>
              </a:spcBef>
              <a:defRPr/>
            </a:pPr>
            <a:r>
              <a:rPr sz="1000" dirty="0">
                <a:latin typeface="Arial" panose="020B0604020202020204"/>
                <a:cs typeface="Arial" panose="020B0604020202020204"/>
              </a:rPr>
              <a:t>CLASS </a:t>
            </a:r>
            <a:r>
              <a:rPr sz="1000" spc="5" dirty="0">
                <a:latin typeface="Arial" panose="020B0604020202020204"/>
                <a:cs typeface="Arial" panose="020B0604020202020204"/>
              </a:rPr>
              <a:t>IV </a:t>
            </a:r>
            <a:r>
              <a:rPr sz="1000" spc="-10" dirty="0">
                <a:latin typeface="Arial" panose="020B0604020202020204"/>
                <a:cs typeface="Arial" panose="020B0604020202020204"/>
              </a:rPr>
              <a:t>Laser</a:t>
            </a:r>
            <a:r>
              <a:rPr sz="10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Product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730501" y="5145089"/>
            <a:ext cx="3325813" cy="574675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b="1" dirty="0">
                <a:latin typeface="Arial" panose="020B0604020202020204"/>
                <a:cs typeface="Arial" panose="020B0604020202020204"/>
              </a:rPr>
              <a:t>Class</a:t>
            </a:r>
            <a:r>
              <a:rPr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II</a:t>
            </a:r>
            <a:endParaRPr>
              <a:latin typeface="Arial" panose="020B0604020202020204"/>
              <a:cs typeface="Arial" panose="020B0604020202020204"/>
            </a:endParaRPr>
          </a:p>
          <a:p>
            <a:pPr marL="12700">
              <a:defRPr/>
            </a:pPr>
            <a:r>
              <a:rPr b="1" dirty="0">
                <a:latin typeface="Arial" panose="020B0604020202020204"/>
                <a:cs typeface="Arial" panose="020B0604020202020204"/>
              </a:rPr>
              <a:t>Class IIIa </a:t>
            </a:r>
            <a:r>
              <a:rPr b="1" spc="5" dirty="0">
                <a:latin typeface="Arial" panose="020B0604020202020204"/>
                <a:cs typeface="Arial" panose="020B0604020202020204"/>
              </a:rPr>
              <a:t>with </a:t>
            </a:r>
            <a:r>
              <a:rPr b="1" dirty="0">
                <a:latin typeface="Arial" panose="020B0604020202020204"/>
                <a:cs typeface="Arial" panose="020B0604020202020204"/>
              </a:rPr>
              <a:t>expanded</a:t>
            </a:r>
            <a:r>
              <a:rPr b="1" spc="-180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beam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015164" y="5133976"/>
            <a:ext cx="2840037" cy="849313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b="1" dirty="0">
                <a:latin typeface="Arial" panose="020B0604020202020204"/>
                <a:cs typeface="Arial" panose="020B0604020202020204"/>
              </a:rPr>
              <a:t>Class IIIa </a:t>
            </a:r>
            <a:r>
              <a:rPr b="1" spc="5" dirty="0">
                <a:latin typeface="Arial" panose="020B0604020202020204"/>
                <a:cs typeface="Arial" panose="020B0604020202020204"/>
              </a:rPr>
              <a:t>with </a:t>
            </a:r>
            <a:r>
              <a:rPr b="1" dirty="0">
                <a:latin typeface="Arial" panose="020B0604020202020204"/>
                <a:cs typeface="Arial" panose="020B0604020202020204"/>
              </a:rPr>
              <a:t>small</a:t>
            </a:r>
            <a:r>
              <a:rPr b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beam</a:t>
            </a:r>
            <a:endParaRPr>
              <a:latin typeface="Arial" panose="020B0604020202020204"/>
              <a:cs typeface="Arial" panose="020B0604020202020204"/>
            </a:endParaRPr>
          </a:p>
          <a:p>
            <a:pPr marL="12700">
              <a:defRPr/>
            </a:pPr>
            <a:r>
              <a:rPr b="1" dirty="0">
                <a:latin typeface="Arial" panose="020B0604020202020204"/>
                <a:cs typeface="Arial" panose="020B0604020202020204"/>
              </a:rPr>
              <a:t>Class</a:t>
            </a:r>
            <a:r>
              <a:rPr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IIIb</a:t>
            </a:r>
            <a:endParaRPr>
              <a:latin typeface="Arial" panose="020B0604020202020204"/>
              <a:cs typeface="Arial" panose="020B0604020202020204"/>
            </a:endParaRPr>
          </a:p>
          <a:p>
            <a:pPr marL="12700">
              <a:defRPr/>
            </a:pPr>
            <a:r>
              <a:rPr b="1" dirty="0">
                <a:latin typeface="Arial" panose="020B0604020202020204"/>
                <a:cs typeface="Arial" panose="020B0604020202020204"/>
              </a:rPr>
              <a:t>Class</a:t>
            </a:r>
            <a:r>
              <a:rPr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IV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762001"/>
            <a:ext cx="8763000" cy="567463"/>
          </a:xfrm>
        </p:spPr>
        <p:txBody>
          <a:bodyPr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4000" spc="-20" dirty="0">
                <a:solidFill>
                  <a:srgbClr val="000000"/>
                </a:solidFill>
              </a:rPr>
              <a:t>INTERNATIONAL </a:t>
            </a:r>
            <a:r>
              <a:rPr sz="4000" spc="20" dirty="0">
                <a:solidFill>
                  <a:srgbClr val="FF0000"/>
                </a:solidFill>
              </a:rPr>
              <a:t>LASER </a:t>
            </a:r>
            <a:r>
              <a:rPr sz="4000" spc="-5" dirty="0">
                <a:solidFill>
                  <a:srgbClr val="FF0000"/>
                </a:solidFill>
              </a:rPr>
              <a:t>WARNING</a:t>
            </a:r>
            <a:r>
              <a:rPr sz="4000" spc="-90" dirty="0">
                <a:solidFill>
                  <a:srgbClr val="FF0000"/>
                </a:solidFill>
              </a:rPr>
              <a:t> </a:t>
            </a:r>
            <a:r>
              <a:rPr sz="4000" spc="15" dirty="0">
                <a:solidFill>
                  <a:srgbClr val="FF0000"/>
                </a:solidFill>
              </a:rPr>
              <a:t>LABELS</a:t>
            </a:r>
            <a:endParaRPr sz="4000"/>
          </a:p>
        </p:txBody>
      </p:sp>
      <p:sp>
        <p:nvSpPr>
          <p:cNvPr id="17411" name="object 3"/>
          <p:cNvSpPr txBox="1">
            <a:spLocks noChangeArrowheads="1"/>
          </p:cNvSpPr>
          <p:nvPr/>
        </p:nvSpPr>
        <p:spPr bwMode="auto">
          <a:xfrm>
            <a:off x="2670176" y="5059363"/>
            <a:ext cx="2576513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sz="1600" b="1">
                <a:solidFill>
                  <a:srgbClr val="1F487C"/>
                </a:solidFill>
              </a:rPr>
              <a:t>Symbol and Border: Black  Background: Yellow</a:t>
            </a:r>
            <a:endParaRPr lang="en-US" altLang="en-US" sz="1600"/>
          </a:p>
        </p:txBody>
      </p:sp>
      <p:sp>
        <p:nvSpPr>
          <p:cNvPr id="17412" name="object 4"/>
          <p:cNvSpPr txBox="1">
            <a:spLocks noChangeArrowheads="1"/>
          </p:cNvSpPr>
          <p:nvPr/>
        </p:nvSpPr>
        <p:spPr bwMode="auto">
          <a:xfrm>
            <a:off x="6634164" y="5059363"/>
            <a:ext cx="25749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sz="1600" b="1">
                <a:solidFill>
                  <a:srgbClr val="1F487C"/>
                </a:solidFill>
              </a:rPr>
              <a:t>Legend and Border: Black  Background: Yellow</a:t>
            </a:r>
            <a:endParaRPr lang="en-US" altLang="en-US" sz="1600"/>
          </a:p>
        </p:txBody>
      </p:sp>
      <p:sp>
        <p:nvSpPr>
          <p:cNvPr id="17413" name="object 5"/>
          <p:cNvSpPr>
            <a:spLocks noChangeArrowheads="1"/>
          </p:cNvSpPr>
          <p:nvPr/>
        </p:nvSpPr>
        <p:spPr bwMode="auto">
          <a:xfrm>
            <a:off x="2308225" y="4298951"/>
            <a:ext cx="469900" cy="487363"/>
          </a:xfrm>
          <a:custGeom>
            <a:avLst/>
            <a:gdLst>
              <a:gd name="T0" fmla="*/ 0 w 469900"/>
              <a:gd name="T1" fmla="*/ 0 h 487679"/>
              <a:gd name="T2" fmla="*/ 469900 w 469900"/>
              <a:gd name="T3" fmla="*/ 487679 h 487679"/>
            </a:gdLst>
            <a:ahLst/>
            <a:cxnLst/>
            <a:rect l="T0" t="T1" r="T2" b="T3"/>
            <a:pathLst>
              <a:path w="469900" h="487679">
                <a:moveTo>
                  <a:pt x="234950" y="0"/>
                </a:moveTo>
                <a:lnTo>
                  <a:pt x="187600" y="4950"/>
                </a:lnTo>
                <a:lnTo>
                  <a:pt x="143498" y="19149"/>
                </a:lnTo>
                <a:lnTo>
                  <a:pt x="103588" y="41616"/>
                </a:lnTo>
                <a:lnTo>
                  <a:pt x="68816" y="71374"/>
                </a:lnTo>
                <a:lnTo>
                  <a:pt x="40126" y="107441"/>
                </a:lnTo>
                <a:lnTo>
                  <a:pt x="18464" y="148840"/>
                </a:lnTo>
                <a:lnTo>
                  <a:pt x="4773" y="194590"/>
                </a:lnTo>
                <a:lnTo>
                  <a:pt x="0" y="243712"/>
                </a:lnTo>
                <a:lnTo>
                  <a:pt x="4773" y="292799"/>
                </a:lnTo>
                <a:lnTo>
                  <a:pt x="18464" y="338532"/>
                </a:lnTo>
                <a:lnTo>
                  <a:pt x="40126" y="379928"/>
                </a:lnTo>
                <a:lnTo>
                  <a:pt x="68816" y="416004"/>
                </a:lnTo>
                <a:lnTo>
                  <a:pt x="103588" y="445775"/>
                </a:lnTo>
                <a:lnTo>
                  <a:pt x="143498" y="468258"/>
                </a:lnTo>
                <a:lnTo>
                  <a:pt x="187600" y="482470"/>
                </a:lnTo>
                <a:lnTo>
                  <a:pt x="234950" y="487425"/>
                </a:lnTo>
                <a:lnTo>
                  <a:pt x="282299" y="482470"/>
                </a:lnTo>
                <a:lnTo>
                  <a:pt x="326401" y="468258"/>
                </a:lnTo>
                <a:lnTo>
                  <a:pt x="366311" y="445775"/>
                </a:lnTo>
                <a:lnTo>
                  <a:pt x="401083" y="416004"/>
                </a:lnTo>
                <a:lnTo>
                  <a:pt x="429773" y="379928"/>
                </a:lnTo>
                <a:lnTo>
                  <a:pt x="451435" y="338532"/>
                </a:lnTo>
                <a:lnTo>
                  <a:pt x="465126" y="292799"/>
                </a:lnTo>
                <a:lnTo>
                  <a:pt x="469900" y="243712"/>
                </a:lnTo>
                <a:lnTo>
                  <a:pt x="465126" y="194590"/>
                </a:lnTo>
                <a:lnTo>
                  <a:pt x="451435" y="148840"/>
                </a:lnTo>
                <a:lnTo>
                  <a:pt x="429773" y="107441"/>
                </a:lnTo>
                <a:lnTo>
                  <a:pt x="401083" y="71374"/>
                </a:lnTo>
                <a:lnTo>
                  <a:pt x="366311" y="41616"/>
                </a:lnTo>
                <a:lnTo>
                  <a:pt x="326401" y="19149"/>
                </a:lnTo>
                <a:lnTo>
                  <a:pt x="282299" y="4950"/>
                </a:lnTo>
                <a:lnTo>
                  <a:pt x="234950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4" name="object 6"/>
          <p:cNvSpPr>
            <a:spLocks noChangeArrowheads="1"/>
          </p:cNvSpPr>
          <p:nvPr/>
        </p:nvSpPr>
        <p:spPr bwMode="auto">
          <a:xfrm>
            <a:off x="3529014" y="2222501"/>
            <a:ext cx="471487" cy="485775"/>
          </a:xfrm>
          <a:custGeom>
            <a:avLst/>
            <a:gdLst>
              <a:gd name="T0" fmla="*/ 0 w 471805"/>
              <a:gd name="T1" fmla="*/ 0 h 485775"/>
              <a:gd name="T2" fmla="*/ 471805 w 471805"/>
              <a:gd name="T3" fmla="*/ 485775 h 485775"/>
            </a:gdLst>
            <a:ahLst/>
            <a:cxnLst/>
            <a:rect l="T0" t="T1" r="T2" b="T3"/>
            <a:pathLst>
              <a:path w="471805" h="485775">
                <a:moveTo>
                  <a:pt x="235712" y="0"/>
                </a:moveTo>
                <a:lnTo>
                  <a:pt x="188209" y="4933"/>
                </a:lnTo>
                <a:lnTo>
                  <a:pt x="143964" y="19083"/>
                </a:lnTo>
                <a:lnTo>
                  <a:pt x="103925" y="41476"/>
                </a:lnTo>
                <a:lnTo>
                  <a:pt x="69040" y="71135"/>
                </a:lnTo>
                <a:lnTo>
                  <a:pt x="40257" y="107088"/>
                </a:lnTo>
                <a:lnTo>
                  <a:pt x="18524" y="148357"/>
                </a:lnTo>
                <a:lnTo>
                  <a:pt x="4789" y="193970"/>
                </a:lnTo>
                <a:lnTo>
                  <a:pt x="0" y="242950"/>
                </a:lnTo>
                <a:lnTo>
                  <a:pt x="4789" y="291889"/>
                </a:lnTo>
                <a:lnTo>
                  <a:pt x="18524" y="337470"/>
                </a:lnTo>
                <a:lnTo>
                  <a:pt x="40257" y="378717"/>
                </a:lnTo>
                <a:lnTo>
                  <a:pt x="69040" y="414655"/>
                </a:lnTo>
                <a:lnTo>
                  <a:pt x="103925" y="444305"/>
                </a:lnTo>
                <a:lnTo>
                  <a:pt x="143964" y="466693"/>
                </a:lnTo>
                <a:lnTo>
                  <a:pt x="188209" y="480841"/>
                </a:lnTo>
                <a:lnTo>
                  <a:pt x="235712" y="485775"/>
                </a:lnTo>
                <a:lnTo>
                  <a:pt x="283214" y="480841"/>
                </a:lnTo>
                <a:lnTo>
                  <a:pt x="327459" y="466693"/>
                </a:lnTo>
                <a:lnTo>
                  <a:pt x="367498" y="444305"/>
                </a:lnTo>
                <a:lnTo>
                  <a:pt x="402383" y="414655"/>
                </a:lnTo>
                <a:lnTo>
                  <a:pt x="431166" y="378717"/>
                </a:lnTo>
                <a:lnTo>
                  <a:pt x="452899" y="337470"/>
                </a:lnTo>
                <a:lnTo>
                  <a:pt x="466634" y="291889"/>
                </a:lnTo>
                <a:lnTo>
                  <a:pt x="471424" y="242950"/>
                </a:lnTo>
                <a:lnTo>
                  <a:pt x="466634" y="193970"/>
                </a:lnTo>
                <a:lnTo>
                  <a:pt x="452899" y="148357"/>
                </a:lnTo>
                <a:lnTo>
                  <a:pt x="431166" y="107088"/>
                </a:lnTo>
                <a:lnTo>
                  <a:pt x="402383" y="71135"/>
                </a:lnTo>
                <a:lnTo>
                  <a:pt x="367498" y="41476"/>
                </a:lnTo>
                <a:lnTo>
                  <a:pt x="327459" y="19083"/>
                </a:lnTo>
                <a:lnTo>
                  <a:pt x="283214" y="4933"/>
                </a:lnTo>
                <a:lnTo>
                  <a:pt x="235712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5" name="object 7"/>
          <p:cNvSpPr>
            <a:spLocks noChangeArrowheads="1"/>
          </p:cNvSpPr>
          <p:nvPr/>
        </p:nvSpPr>
        <p:spPr bwMode="auto">
          <a:xfrm>
            <a:off x="4748213" y="4311650"/>
            <a:ext cx="469900" cy="484188"/>
          </a:xfrm>
          <a:custGeom>
            <a:avLst/>
            <a:gdLst>
              <a:gd name="T0" fmla="*/ 0 w 469900"/>
              <a:gd name="T1" fmla="*/ 0 h 484504"/>
              <a:gd name="T2" fmla="*/ 469900 w 469900"/>
              <a:gd name="T3" fmla="*/ 484504 h 484504"/>
            </a:gdLst>
            <a:ahLst/>
            <a:cxnLst/>
            <a:rect l="T0" t="T1" r="T2" b="T3"/>
            <a:pathLst>
              <a:path w="469900" h="484504">
                <a:moveTo>
                  <a:pt x="234950" y="0"/>
                </a:moveTo>
                <a:lnTo>
                  <a:pt x="187589" y="4916"/>
                </a:lnTo>
                <a:lnTo>
                  <a:pt x="143482" y="19016"/>
                </a:lnTo>
                <a:lnTo>
                  <a:pt x="103571" y="41328"/>
                </a:lnTo>
                <a:lnTo>
                  <a:pt x="68802" y="70881"/>
                </a:lnTo>
                <a:lnTo>
                  <a:pt x="40116" y="106703"/>
                </a:lnTo>
                <a:lnTo>
                  <a:pt x="18458" y="147822"/>
                </a:lnTo>
                <a:lnTo>
                  <a:pt x="4771" y="193265"/>
                </a:lnTo>
                <a:lnTo>
                  <a:pt x="0" y="242062"/>
                </a:lnTo>
                <a:lnTo>
                  <a:pt x="4771" y="290863"/>
                </a:lnTo>
                <a:lnTo>
                  <a:pt x="18458" y="336321"/>
                </a:lnTo>
                <a:lnTo>
                  <a:pt x="40116" y="377460"/>
                </a:lnTo>
                <a:lnTo>
                  <a:pt x="68802" y="413305"/>
                </a:lnTo>
                <a:lnTo>
                  <a:pt x="103571" y="442881"/>
                </a:lnTo>
                <a:lnTo>
                  <a:pt x="143482" y="465214"/>
                </a:lnTo>
                <a:lnTo>
                  <a:pt x="187589" y="479329"/>
                </a:lnTo>
                <a:lnTo>
                  <a:pt x="234950" y="484250"/>
                </a:lnTo>
                <a:lnTo>
                  <a:pt x="282274" y="479329"/>
                </a:lnTo>
                <a:lnTo>
                  <a:pt x="326364" y="465214"/>
                </a:lnTo>
                <a:lnTo>
                  <a:pt x="366272" y="442881"/>
                </a:lnTo>
                <a:lnTo>
                  <a:pt x="401050" y="413305"/>
                </a:lnTo>
                <a:lnTo>
                  <a:pt x="429749" y="377460"/>
                </a:lnTo>
                <a:lnTo>
                  <a:pt x="451423" y="336321"/>
                </a:lnTo>
                <a:lnTo>
                  <a:pt x="465122" y="290863"/>
                </a:lnTo>
                <a:lnTo>
                  <a:pt x="469900" y="242062"/>
                </a:lnTo>
                <a:lnTo>
                  <a:pt x="465122" y="193265"/>
                </a:lnTo>
                <a:lnTo>
                  <a:pt x="451423" y="147822"/>
                </a:lnTo>
                <a:lnTo>
                  <a:pt x="429749" y="106703"/>
                </a:lnTo>
                <a:lnTo>
                  <a:pt x="401050" y="70881"/>
                </a:lnTo>
                <a:lnTo>
                  <a:pt x="366272" y="41328"/>
                </a:lnTo>
                <a:lnTo>
                  <a:pt x="326364" y="19016"/>
                </a:lnTo>
                <a:lnTo>
                  <a:pt x="282274" y="4916"/>
                </a:lnTo>
                <a:lnTo>
                  <a:pt x="234950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6" name="object 8"/>
          <p:cNvSpPr>
            <a:spLocks noChangeArrowheads="1"/>
          </p:cNvSpPr>
          <p:nvPr/>
        </p:nvSpPr>
        <p:spPr bwMode="auto">
          <a:xfrm>
            <a:off x="2708276" y="2549526"/>
            <a:ext cx="2136775" cy="1946275"/>
          </a:xfrm>
          <a:custGeom>
            <a:avLst/>
            <a:gdLst>
              <a:gd name="T0" fmla="*/ 0 w 2136775"/>
              <a:gd name="T1" fmla="*/ 0 h 1946275"/>
              <a:gd name="T2" fmla="*/ 2136775 w 2136775"/>
              <a:gd name="T3" fmla="*/ 1946275 h 1946275"/>
            </a:gdLst>
            <a:ahLst/>
            <a:cxnLst/>
            <a:rect l="T0" t="T1" r="T2" b="T3"/>
            <a:pathLst>
              <a:path w="2136775" h="1946275">
                <a:moveTo>
                  <a:pt x="1068324" y="0"/>
                </a:moveTo>
                <a:lnTo>
                  <a:pt x="0" y="1946275"/>
                </a:lnTo>
                <a:lnTo>
                  <a:pt x="2136775" y="1946275"/>
                </a:lnTo>
                <a:lnTo>
                  <a:pt x="1068324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7" name="object 9"/>
          <p:cNvSpPr>
            <a:spLocks noChangeArrowheads="1"/>
          </p:cNvSpPr>
          <p:nvPr/>
        </p:nvSpPr>
        <p:spPr bwMode="auto">
          <a:xfrm>
            <a:off x="2387601" y="2352676"/>
            <a:ext cx="1235075" cy="2060575"/>
          </a:xfrm>
          <a:custGeom>
            <a:avLst/>
            <a:gdLst>
              <a:gd name="T0" fmla="*/ 0 w 1235710"/>
              <a:gd name="T1" fmla="*/ 0 h 2060575"/>
              <a:gd name="T2" fmla="*/ 1235710 w 1235710"/>
              <a:gd name="T3" fmla="*/ 2060575 h 2060575"/>
            </a:gdLst>
            <a:ahLst/>
            <a:cxnLst/>
            <a:rect l="T0" t="T1" r="T2" b="T3"/>
            <a:pathLst>
              <a:path w="1235710" h="2060575">
                <a:moveTo>
                  <a:pt x="1166863" y="0"/>
                </a:moveTo>
                <a:lnTo>
                  <a:pt x="0" y="2020951"/>
                </a:lnTo>
                <a:lnTo>
                  <a:pt x="68745" y="2060575"/>
                </a:lnTo>
                <a:lnTo>
                  <a:pt x="1235570" y="39624"/>
                </a:lnTo>
                <a:lnTo>
                  <a:pt x="1166863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8" name="object 10"/>
          <p:cNvSpPr>
            <a:spLocks noChangeArrowheads="1"/>
          </p:cNvSpPr>
          <p:nvPr/>
        </p:nvSpPr>
        <p:spPr bwMode="auto">
          <a:xfrm>
            <a:off x="3938588" y="2365375"/>
            <a:ext cx="1206500" cy="2020888"/>
          </a:xfrm>
          <a:custGeom>
            <a:avLst/>
            <a:gdLst>
              <a:gd name="T0" fmla="*/ 0 w 1207135"/>
              <a:gd name="T1" fmla="*/ 0 h 2020570"/>
              <a:gd name="T2" fmla="*/ 1207135 w 1207135"/>
              <a:gd name="T3" fmla="*/ 2020570 h 2020570"/>
            </a:gdLst>
            <a:ahLst/>
            <a:cxnLst/>
            <a:rect l="T0" t="T1" r="T2" b="T3"/>
            <a:pathLst>
              <a:path w="1207135" h="2020570">
                <a:moveTo>
                  <a:pt x="60451" y="0"/>
                </a:moveTo>
                <a:lnTo>
                  <a:pt x="0" y="34925"/>
                </a:lnTo>
                <a:lnTo>
                  <a:pt x="1146175" y="2020061"/>
                </a:lnTo>
                <a:lnTo>
                  <a:pt x="1206627" y="1985136"/>
                </a:lnTo>
                <a:lnTo>
                  <a:pt x="60451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9" name="object 11"/>
          <p:cNvSpPr>
            <a:spLocks noChangeArrowheads="1"/>
          </p:cNvSpPr>
          <p:nvPr/>
        </p:nvSpPr>
        <p:spPr bwMode="auto">
          <a:xfrm>
            <a:off x="2497139" y="4794250"/>
            <a:ext cx="2466975" cy="0"/>
          </a:xfrm>
          <a:custGeom>
            <a:avLst/>
            <a:gdLst>
              <a:gd name="T0" fmla="*/ 0 w 2466975"/>
              <a:gd name="T1" fmla="*/ 2466975 w 2466975"/>
            </a:gdLst>
            <a:ahLst/>
            <a:cxnLst/>
            <a:rect l="T0" t="0" r="T1" b="0"/>
            <a:pathLst>
              <a:path w="2466975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/>
          <a:ln w="47625">
            <a:solidFill>
              <a:srgbClr val="FF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20" name="object 12"/>
          <p:cNvSpPr>
            <a:spLocks noChangeArrowheads="1"/>
          </p:cNvSpPr>
          <p:nvPr/>
        </p:nvSpPr>
        <p:spPr bwMode="auto">
          <a:xfrm>
            <a:off x="2286000" y="2209801"/>
            <a:ext cx="2967038" cy="2625725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21" name="object 13"/>
          <p:cNvSpPr>
            <a:spLocks noChangeArrowheads="1"/>
          </p:cNvSpPr>
          <p:nvPr/>
        </p:nvSpPr>
        <p:spPr bwMode="auto">
          <a:xfrm>
            <a:off x="5715000" y="2209800"/>
            <a:ext cx="4343400" cy="2559050"/>
          </a:xfrm>
          <a:custGeom>
            <a:avLst/>
            <a:gdLst>
              <a:gd name="T0" fmla="*/ 0 w 4343400"/>
              <a:gd name="T1" fmla="*/ 0 h 2559050"/>
              <a:gd name="T2" fmla="*/ 4343400 w 4343400"/>
              <a:gd name="T3" fmla="*/ 2559050 h 2559050"/>
            </a:gdLst>
            <a:ahLst/>
            <a:cxnLst/>
            <a:rect l="T0" t="T1" r="T2" b="T3"/>
            <a:pathLst>
              <a:path w="4343400" h="2559050">
                <a:moveTo>
                  <a:pt x="4023614" y="0"/>
                </a:moveTo>
                <a:lnTo>
                  <a:pt x="319786" y="0"/>
                </a:lnTo>
                <a:lnTo>
                  <a:pt x="272520" y="3466"/>
                </a:lnTo>
                <a:lnTo>
                  <a:pt x="227411" y="13535"/>
                </a:lnTo>
                <a:lnTo>
                  <a:pt x="184953" y="29714"/>
                </a:lnTo>
                <a:lnTo>
                  <a:pt x="145639" y="51508"/>
                </a:lnTo>
                <a:lnTo>
                  <a:pt x="109965" y="78423"/>
                </a:lnTo>
                <a:lnTo>
                  <a:pt x="78423" y="109965"/>
                </a:lnTo>
                <a:lnTo>
                  <a:pt x="51508" y="145639"/>
                </a:lnTo>
                <a:lnTo>
                  <a:pt x="29714" y="184953"/>
                </a:lnTo>
                <a:lnTo>
                  <a:pt x="13535" y="227411"/>
                </a:lnTo>
                <a:lnTo>
                  <a:pt x="3466" y="272520"/>
                </a:lnTo>
                <a:lnTo>
                  <a:pt x="0" y="319786"/>
                </a:lnTo>
                <a:lnTo>
                  <a:pt x="0" y="2239264"/>
                </a:lnTo>
                <a:lnTo>
                  <a:pt x="3466" y="2286529"/>
                </a:lnTo>
                <a:lnTo>
                  <a:pt x="13535" y="2331638"/>
                </a:lnTo>
                <a:lnTo>
                  <a:pt x="29714" y="2374096"/>
                </a:lnTo>
                <a:lnTo>
                  <a:pt x="51508" y="2413410"/>
                </a:lnTo>
                <a:lnTo>
                  <a:pt x="78423" y="2449084"/>
                </a:lnTo>
                <a:lnTo>
                  <a:pt x="109965" y="2480626"/>
                </a:lnTo>
                <a:lnTo>
                  <a:pt x="145639" y="2507541"/>
                </a:lnTo>
                <a:lnTo>
                  <a:pt x="184953" y="2529335"/>
                </a:lnTo>
                <a:lnTo>
                  <a:pt x="227411" y="2545514"/>
                </a:lnTo>
                <a:lnTo>
                  <a:pt x="272520" y="2555583"/>
                </a:lnTo>
                <a:lnTo>
                  <a:pt x="319786" y="2559050"/>
                </a:lnTo>
                <a:lnTo>
                  <a:pt x="4023614" y="2559050"/>
                </a:lnTo>
                <a:lnTo>
                  <a:pt x="4070879" y="2555583"/>
                </a:lnTo>
                <a:lnTo>
                  <a:pt x="4115988" y="2545514"/>
                </a:lnTo>
                <a:lnTo>
                  <a:pt x="4158446" y="2529335"/>
                </a:lnTo>
                <a:lnTo>
                  <a:pt x="4197760" y="2507541"/>
                </a:lnTo>
                <a:lnTo>
                  <a:pt x="4233434" y="2480626"/>
                </a:lnTo>
                <a:lnTo>
                  <a:pt x="4264976" y="2449084"/>
                </a:lnTo>
                <a:lnTo>
                  <a:pt x="4291891" y="2413410"/>
                </a:lnTo>
                <a:lnTo>
                  <a:pt x="4313685" y="2374096"/>
                </a:lnTo>
                <a:lnTo>
                  <a:pt x="4329864" y="2331638"/>
                </a:lnTo>
                <a:lnTo>
                  <a:pt x="4339933" y="2286529"/>
                </a:lnTo>
                <a:lnTo>
                  <a:pt x="4343400" y="2239264"/>
                </a:lnTo>
                <a:lnTo>
                  <a:pt x="4343400" y="319786"/>
                </a:lnTo>
                <a:lnTo>
                  <a:pt x="4339933" y="272520"/>
                </a:lnTo>
                <a:lnTo>
                  <a:pt x="4329864" y="227411"/>
                </a:lnTo>
                <a:lnTo>
                  <a:pt x="4313685" y="184953"/>
                </a:lnTo>
                <a:lnTo>
                  <a:pt x="4291891" y="145639"/>
                </a:lnTo>
                <a:lnTo>
                  <a:pt x="4264976" y="109965"/>
                </a:lnTo>
                <a:lnTo>
                  <a:pt x="4233434" y="78423"/>
                </a:lnTo>
                <a:lnTo>
                  <a:pt x="4197760" y="51508"/>
                </a:lnTo>
                <a:lnTo>
                  <a:pt x="4158446" y="29714"/>
                </a:lnTo>
                <a:lnTo>
                  <a:pt x="4115988" y="13535"/>
                </a:lnTo>
                <a:lnTo>
                  <a:pt x="4070879" y="3466"/>
                </a:lnTo>
                <a:lnTo>
                  <a:pt x="4023614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22" name="object 14"/>
          <p:cNvSpPr>
            <a:spLocks noChangeArrowheads="1"/>
          </p:cNvSpPr>
          <p:nvPr/>
        </p:nvSpPr>
        <p:spPr bwMode="auto">
          <a:xfrm>
            <a:off x="5715000" y="2209800"/>
            <a:ext cx="4343400" cy="2559050"/>
          </a:xfrm>
          <a:custGeom>
            <a:avLst/>
            <a:gdLst>
              <a:gd name="T0" fmla="*/ 0 w 4343400"/>
              <a:gd name="T1" fmla="*/ 0 h 2559050"/>
              <a:gd name="T2" fmla="*/ 4343400 w 4343400"/>
              <a:gd name="T3" fmla="*/ 2559050 h 2559050"/>
            </a:gdLst>
            <a:ahLst/>
            <a:cxnLst/>
            <a:rect l="T0" t="T1" r="T2" b="T3"/>
            <a:pathLst>
              <a:path w="4343400" h="2559050">
                <a:moveTo>
                  <a:pt x="0" y="319786"/>
                </a:moveTo>
                <a:lnTo>
                  <a:pt x="3466" y="272520"/>
                </a:lnTo>
                <a:lnTo>
                  <a:pt x="13535" y="227411"/>
                </a:lnTo>
                <a:lnTo>
                  <a:pt x="29714" y="184953"/>
                </a:lnTo>
                <a:lnTo>
                  <a:pt x="51508" y="145639"/>
                </a:lnTo>
                <a:lnTo>
                  <a:pt x="78423" y="109965"/>
                </a:lnTo>
                <a:lnTo>
                  <a:pt x="109965" y="78423"/>
                </a:lnTo>
                <a:lnTo>
                  <a:pt x="145639" y="51508"/>
                </a:lnTo>
                <a:lnTo>
                  <a:pt x="184953" y="29714"/>
                </a:lnTo>
                <a:lnTo>
                  <a:pt x="227411" y="13535"/>
                </a:lnTo>
                <a:lnTo>
                  <a:pt x="272520" y="3466"/>
                </a:lnTo>
                <a:lnTo>
                  <a:pt x="319786" y="0"/>
                </a:lnTo>
                <a:lnTo>
                  <a:pt x="4023614" y="0"/>
                </a:lnTo>
                <a:lnTo>
                  <a:pt x="4070879" y="3466"/>
                </a:lnTo>
                <a:lnTo>
                  <a:pt x="4115988" y="13535"/>
                </a:lnTo>
                <a:lnTo>
                  <a:pt x="4158446" y="29714"/>
                </a:lnTo>
                <a:lnTo>
                  <a:pt x="4197760" y="51508"/>
                </a:lnTo>
                <a:lnTo>
                  <a:pt x="4233434" y="78423"/>
                </a:lnTo>
                <a:lnTo>
                  <a:pt x="4264976" y="109965"/>
                </a:lnTo>
                <a:lnTo>
                  <a:pt x="4291891" y="145639"/>
                </a:lnTo>
                <a:lnTo>
                  <a:pt x="4313685" y="184953"/>
                </a:lnTo>
                <a:lnTo>
                  <a:pt x="4329864" y="227411"/>
                </a:lnTo>
                <a:lnTo>
                  <a:pt x="4339933" y="272520"/>
                </a:lnTo>
                <a:lnTo>
                  <a:pt x="4343400" y="319786"/>
                </a:lnTo>
                <a:lnTo>
                  <a:pt x="4343400" y="2239264"/>
                </a:lnTo>
                <a:lnTo>
                  <a:pt x="4339933" y="2286529"/>
                </a:lnTo>
                <a:lnTo>
                  <a:pt x="4329864" y="2331638"/>
                </a:lnTo>
                <a:lnTo>
                  <a:pt x="4313685" y="2374096"/>
                </a:lnTo>
                <a:lnTo>
                  <a:pt x="4291891" y="2413410"/>
                </a:lnTo>
                <a:lnTo>
                  <a:pt x="4264976" y="2449084"/>
                </a:lnTo>
                <a:lnTo>
                  <a:pt x="4233434" y="2480626"/>
                </a:lnTo>
                <a:lnTo>
                  <a:pt x="4197760" y="2507541"/>
                </a:lnTo>
                <a:lnTo>
                  <a:pt x="4158446" y="2529335"/>
                </a:lnTo>
                <a:lnTo>
                  <a:pt x="4115988" y="2545514"/>
                </a:lnTo>
                <a:lnTo>
                  <a:pt x="4070879" y="2555583"/>
                </a:lnTo>
                <a:lnTo>
                  <a:pt x="4023614" y="2559050"/>
                </a:lnTo>
                <a:lnTo>
                  <a:pt x="319786" y="2559050"/>
                </a:lnTo>
                <a:lnTo>
                  <a:pt x="272520" y="2555583"/>
                </a:lnTo>
                <a:lnTo>
                  <a:pt x="227411" y="2545514"/>
                </a:lnTo>
                <a:lnTo>
                  <a:pt x="184953" y="2529335"/>
                </a:lnTo>
                <a:lnTo>
                  <a:pt x="145639" y="2507541"/>
                </a:lnTo>
                <a:lnTo>
                  <a:pt x="109965" y="2480626"/>
                </a:lnTo>
                <a:lnTo>
                  <a:pt x="78423" y="2449084"/>
                </a:lnTo>
                <a:lnTo>
                  <a:pt x="51508" y="2413410"/>
                </a:lnTo>
                <a:lnTo>
                  <a:pt x="29714" y="2374096"/>
                </a:lnTo>
                <a:lnTo>
                  <a:pt x="13535" y="2331638"/>
                </a:lnTo>
                <a:lnTo>
                  <a:pt x="3466" y="2286529"/>
                </a:lnTo>
                <a:lnTo>
                  <a:pt x="0" y="2239264"/>
                </a:lnTo>
                <a:lnTo>
                  <a:pt x="0" y="319786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23" name="object 15"/>
          <p:cNvSpPr>
            <a:spLocks noChangeArrowheads="1"/>
          </p:cNvSpPr>
          <p:nvPr/>
        </p:nvSpPr>
        <p:spPr bwMode="auto">
          <a:xfrm>
            <a:off x="5916614" y="2451100"/>
            <a:ext cx="3940175" cy="2076450"/>
          </a:xfrm>
          <a:custGeom>
            <a:avLst/>
            <a:gdLst>
              <a:gd name="T0" fmla="*/ 0 w 3940809"/>
              <a:gd name="T1" fmla="*/ 0 h 2077085"/>
              <a:gd name="T2" fmla="*/ 3940809 w 3940809"/>
              <a:gd name="T3" fmla="*/ 2077085 h 2077085"/>
            </a:gdLst>
            <a:ahLst/>
            <a:cxnLst/>
            <a:rect l="T0" t="T1" r="T2" b="T3"/>
            <a:pathLst>
              <a:path w="3940809" h="2077085">
                <a:moveTo>
                  <a:pt x="3680714" y="0"/>
                </a:moveTo>
                <a:lnTo>
                  <a:pt x="259587" y="0"/>
                </a:lnTo>
                <a:lnTo>
                  <a:pt x="212922" y="4177"/>
                </a:lnTo>
                <a:lnTo>
                  <a:pt x="169002" y="16222"/>
                </a:lnTo>
                <a:lnTo>
                  <a:pt x="128561" y="35404"/>
                </a:lnTo>
                <a:lnTo>
                  <a:pt x="92331" y="60993"/>
                </a:lnTo>
                <a:lnTo>
                  <a:pt x="61046" y="92257"/>
                </a:lnTo>
                <a:lnTo>
                  <a:pt x="35437" y="128467"/>
                </a:lnTo>
                <a:lnTo>
                  <a:pt x="16238" y="168891"/>
                </a:lnTo>
                <a:lnTo>
                  <a:pt x="4181" y="212799"/>
                </a:lnTo>
                <a:lnTo>
                  <a:pt x="0" y="259461"/>
                </a:lnTo>
                <a:lnTo>
                  <a:pt x="0" y="1817496"/>
                </a:lnTo>
                <a:lnTo>
                  <a:pt x="4181" y="1864158"/>
                </a:lnTo>
                <a:lnTo>
                  <a:pt x="16238" y="1908066"/>
                </a:lnTo>
                <a:lnTo>
                  <a:pt x="35437" y="1948490"/>
                </a:lnTo>
                <a:lnTo>
                  <a:pt x="61046" y="1984700"/>
                </a:lnTo>
                <a:lnTo>
                  <a:pt x="92331" y="2015964"/>
                </a:lnTo>
                <a:lnTo>
                  <a:pt x="128561" y="2041553"/>
                </a:lnTo>
                <a:lnTo>
                  <a:pt x="169002" y="2060735"/>
                </a:lnTo>
                <a:lnTo>
                  <a:pt x="212922" y="2072780"/>
                </a:lnTo>
                <a:lnTo>
                  <a:pt x="259587" y="2076958"/>
                </a:lnTo>
                <a:lnTo>
                  <a:pt x="3680714" y="2076958"/>
                </a:lnTo>
                <a:lnTo>
                  <a:pt x="3727379" y="2072780"/>
                </a:lnTo>
                <a:lnTo>
                  <a:pt x="3771299" y="2060735"/>
                </a:lnTo>
                <a:lnTo>
                  <a:pt x="3811740" y="2041553"/>
                </a:lnTo>
                <a:lnTo>
                  <a:pt x="3847970" y="2015964"/>
                </a:lnTo>
                <a:lnTo>
                  <a:pt x="3879255" y="1984700"/>
                </a:lnTo>
                <a:lnTo>
                  <a:pt x="3904864" y="1948490"/>
                </a:lnTo>
                <a:lnTo>
                  <a:pt x="3924063" y="1908066"/>
                </a:lnTo>
                <a:lnTo>
                  <a:pt x="3936120" y="1864158"/>
                </a:lnTo>
                <a:lnTo>
                  <a:pt x="3940302" y="1817496"/>
                </a:lnTo>
                <a:lnTo>
                  <a:pt x="3940302" y="259461"/>
                </a:lnTo>
                <a:lnTo>
                  <a:pt x="3936120" y="212799"/>
                </a:lnTo>
                <a:lnTo>
                  <a:pt x="3924063" y="168891"/>
                </a:lnTo>
                <a:lnTo>
                  <a:pt x="3904864" y="128467"/>
                </a:lnTo>
                <a:lnTo>
                  <a:pt x="3879255" y="92257"/>
                </a:lnTo>
                <a:lnTo>
                  <a:pt x="3847970" y="60993"/>
                </a:lnTo>
                <a:lnTo>
                  <a:pt x="3811740" y="35404"/>
                </a:lnTo>
                <a:lnTo>
                  <a:pt x="3771299" y="16222"/>
                </a:lnTo>
                <a:lnTo>
                  <a:pt x="3727379" y="4177"/>
                </a:lnTo>
                <a:lnTo>
                  <a:pt x="3680714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24" name="object 16"/>
          <p:cNvSpPr>
            <a:spLocks noChangeArrowheads="1"/>
          </p:cNvSpPr>
          <p:nvPr/>
        </p:nvSpPr>
        <p:spPr bwMode="auto">
          <a:xfrm>
            <a:off x="5916614" y="2451100"/>
            <a:ext cx="3940175" cy="2076450"/>
          </a:xfrm>
          <a:custGeom>
            <a:avLst/>
            <a:gdLst>
              <a:gd name="T0" fmla="*/ 0 w 3940809"/>
              <a:gd name="T1" fmla="*/ 0 h 2077085"/>
              <a:gd name="T2" fmla="*/ 3940809 w 3940809"/>
              <a:gd name="T3" fmla="*/ 2077085 h 2077085"/>
            </a:gdLst>
            <a:ahLst/>
            <a:cxnLst/>
            <a:rect l="T0" t="T1" r="T2" b="T3"/>
            <a:pathLst>
              <a:path w="3940809" h="2077085">
                <a:moveTo>
                  <a:pt x="0" y="259461"/>
                </a:moveTo>
                <a:lnTo>
                  <a:pt x="4181" y="212799"/>
                </a:lnTo>
                <a:lnTo>
                  <a:pt x="16238" y="168891"/>
                </a:lnTo>
                <a:lnTo>
                  <a:pt x="35437" y="128467"/>
                </a:lnTo>
                <a:lnTo>
                  <a:pt x="61046" y="92257"/>
                </a:lnTo>
                <a:lnTo>
                  <a:pt x="92331" y="60993"/>
                </a:lnTo>
                <a:lnTo>
                  <a:pt x="128561" y="35404"/>
                </a:lnTo>
                <a:lnTo>
                  <a:pt x="169002" y="16222"/>
                </a:lnTo>
                <a:lnTo>
                  <a:pt x="212922" y="4177"/>
                </a:lnTo>
                <a:lnTo>
                  <a:pt x="259587" y="0"/>
                </a:lnTo>
                <a:lnTo>
                  <a:pt x="3680714" y="0"/>
                </a:lnTo>
                <a:lnTo>
                  <a:pt x="3727379" y="4177"/>
                </a:lnTo>
                <a:lnTo>
                  <a:pt x="3771299" y="16222"/>
                </a:lnTo>
                <a:lnTo>
                  <a:pt x="3811740" y="35404"/>
                </a:lnTo>
                <a:lnTo>
                  <a:pt x="3847970" y="60993"/>
                </a:lnTo>
                <a:lnTo>
                  <a:pt x="3879255" y="92257"/>
                </a:lnTo>
                <a:lnTo>
                  <a:pt x="3904864" y="128467"/>
                </a:lnTo>
                <a:lnTo>
                  <a:pt x="3924063" y="168891"/>
                </a:lnTo>
                <a:lnTo>
                  <a:pt x="3936120" y="212799"/>
                </a:lnTo>
                <a:lnTo>
                  <a:pt x="3940302" y="259461"/>
                </a:lnTo>
                <a:lnTo>
                  <a:pt x="3940302" y="1817496"/>
                </a:lnTo>
                <a:lnTo>
                  <a:pt x="3936120" y="1864158"/>
                </a:lnTo>
                <a:lnTo>
                  <a:pt x="3924063" y="1908066"/>
                </a:lnTo>
                <a:lnTo>
                  <a:pt x="3904864" y="1948490"/>
                </a:lnTo>
                <a:lnTo>
                  <a:pt x="3879255" y="1984700"/>
                </a:lnTo>
                <a:lnTo>
                  <a:pt x="3847970" y="2015964"/>
                </a:lnTo>
                <a:lnTo>
                  <a:pt x="3811740" y="2041553"/>
                </a:lnTo>
                <a:lnTo>
                  <a:pt x="3771299" y="2060735"/>
                </a:lnTo>
                <a:lnTo>
                  <a:pt x="3727379" y="2072780"/>
                </a:lnTo>
                <a:lnTo>
                  <a:pt x="3680714" y="2076958"/>
                </a:lnTo>
                <a:lnTo>
                  <a:pt x="259587" y="2076958"/>
                </a:lnTo>
                <a:lnTo>
                  <a:pt x="212922" y="2072780"/>
                </a:lnTo>
                <a:lnTo>
                  <a:pt x="169002" y="2060735"/>
                </a:lnTo>
                <a:lnTo>
                  <a:pt x="128561" y="2041553"/>
                </a:lnTo>
                <a:lnTo>
                  <a:pt x="92331" y="2015964"/>
                </a:lnTo>
                <a:lnTo>
                  <a:pt x="61046" y="1984700"/>
                </a:lnTo>
                <a:lnTo>
                  <a:pt x="35437" y="1948490"/>
                </a:lnTo>
                <a:lnTo>
                  <a:pt x="16238" y="1908066"/>
                </a:lnTo>
                <a:lnTo>
                  <a:pt x="4181" y="1864158"/>
                </a:lnTo>
                <a:lnTo>
                  <a:pt x="0" y="1817496"/>
                </a:lnTo>
                <a:lnTo>
                  <a:pt x="0" y="259461"/>
                </a:lnTo>
                <a:close/>
              </a:path>
            </a:pathLst>
          </a:custGeom>
          <a:noFill/>
          <a:ln w="1270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25" name="object 17"/>
          <p:cNvSpPr txBox="1">
            <a:spLocks noChangeArrowheads="1"/>
          </p:cNvSpPr>
          <p:nvPr/>
        </p:nvSpPr>
        <p:spPr bwMode="auto">
          <a:xfrm>
            <a:off x="6183314" y="2622550"/>
            <a:ext cx="342582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430" rIns="0" bIns="0">
            <a:spAutoFit/>
          </a:bodyPr>
          <a:lstStyle>
            <a:lvl1pPr marL="19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90"/>
              </a:spcBef>
            </a:pPr>
            <a:r>
              <a:rPr lang="en-US" altLang="en-US" sz="1400" b="1"/>
              <a:t>INVISIBLE LASER RADIATION</a:t>
            </a:r>
            <a:endParaRPr lang="en-US" altLang="en-US" sz="1400"/>
          </a:p>
          <a:p>
            <a:pPr algn="ctr" eaLnBrk="1" hangingPunct="1"/>
            <a:r>
              <a:rPr lang="en-US" altLang="en-US" sz="1400" b="1"/>
              <a:t>AVOID EYE OR SKIN EXPOSURE</a:t>
            </a:r>
            <a:endParaRPr lang="en-US" altLang="en-US" sz="1400"/>
          </a:p>
          <a:p>
            <a:pPr algn="ctr" eaLnBrk="1" hangingPunct="1"/>
            <a:r>
              <a:rPr lang="en-US" altLang="en-US" sz="1400" b="1"/>
              <a:t>TO DIRECT OR SCATTERED RADIATION  CLASS 4 LASER PRODUCT</a:t>
            </a:r>
            <a:endParaRPr lang="en-US" altLang="en-US" sz="1400"/>
          </a:p>
        </p:txBody>
      </p:sp>
      <p:sp>
        <p:nvSpPr>
          <p:cNvPr id="18" name="object 18"/>
          <p:cNvSpPr txBox="1"/>
          <p:nvPr/>
        </p:nvSpPr>
        <p:spPr>
          <a:xfrm>
            <a:off x="6278563" y="3582989"/>
            <a:ext cx="1789112" cy="77152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30480">
              <a:spcBef>
                <a:spcPts val="95"/>
              </a:spcBef>
              <a:defRPr/>
            </a:pPr>
            <a:r>
              <a:rPr sz="1400" b="1" spc="-30" dirty="0">
                <a:latin typeface="Arial" panose="020B0604020202020204"/>
                <a:cs typeface="Arial" panose="020B0604020202020204"/>
              </a:rPr>
              <a:t>WAVELENGTH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defRPr/>
            </a:pPr>
            <a:r>
              <a:rPr sz="1400" b="1" spc="-10" dirty="0">
                <a:latin typeface="Arial" panose="020B0604020202020204"/>
                <a:cs typeface="Arial" panose="020B0604020202020204"/>
              </a:rPr>
              <a:t>MAX </a:t>
            </a:r>
            <a:r>
              <a:rPr sz="1400" b="1" spc="-15" dirty="0">
                <a:latin typeface="Arial" panose="020B0604020202020204"/>
                <a:cs typeface="Arial" panose="020B0604020202020204"/>
              </a:rPr>
              <a:t>LASER</a:t>
            </a:r>
            <a:r>
              <a:rPr sz="14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spc="-5" dirty="0">
                <a:latin typeface="Arial" panose="020B0604020202020204"/>
                <a:cs typeface="Arial" panose="020B0604020202020204"/>
              </a:rPr>
              <a:t>POWER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781050">
              <a:spcBef>
                <a:spcPts val="840"/>
              </a:spcBef>
              <a:defRPr/>
            </a:pPr>
            <a:r>
              <a:rPr sz="1400" b="1" spc="-10" dirty="0">
                <a:latin typeface="Arial" panose="020B0604020202020204"/>
                <a:cs typeface="Arial" panose="020B0604020202020204"/>
              </a:rPr>
              <a:t>EN60825-1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427" name="object 19"/>
          <p:cNvSpPr txBox="1">
            <a:spLocks noChangeArrowheads="1"/>
          </p:cNvSpPr>
          <p:nvPr/>
        </p:nvSpPr>
        <p:spPr bwMode="auto">
          <a:xfrm>
            <a:off x="8332789" y="3582989"/>
            <a:ext cx="11842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065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100"/>
              </a:spcBef>
            </a:pPr>
            <a:r>
              <a:rPr lang="en-US" altLang="en-US" sz="1400" b="1"/>
              <a:t>10,600 nm</a:t>
            </a:r>
            <a:endParaRPr lang="en-US" altLang="en-US" sz="1400"/>
          </a:p>
          <a:p>
            <a:pPr algn="r" eaLnBrk="1" hangingPunct="1"/>
            <a:r>
              <a:rPr lang="en-US" altLang="en-US" sz="1400" b="1"/>
              <a:t>200 W</a:t>
            </a:r>
            <a:endParaRPr lang="en-US" altLang="en-US" sz="1400"/>
          </a:p>
          <a:p>
            <a:pPr eaLnBrk="1" hangingPunct="1">
              <a:spcBef>
                <a:spcPts val="840"/>
              </a:spcBef>
            </a:pPr>
            <a:r>
              <a:rPr lang="en-US" altLang="en-US" sz="1400" b="1"/>
              <a:t>1998</a:t>
            </a:r>
            <a:endParaRPr lang="en-US" altLang="en-US" sz="1400"/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object 2"/>
          <p:cNvSpPr>
            <a:spLocks noChangeArrowheads="1"/>
          </p:cNvSpPr>
          <p:nvPr/>
        </p:nvSpPr>
        <p:spPr bwMode="auto">
          <a:xfrm>
            <a:off x="1032510" y="1676400"/>
            <a:ext cx="9144000" cy="447294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7240" y="641351"/>
            <a:ext cx="10046969" cy="899221"/>
          </a:xfrm>
        </p:spPr>
        <p:txBody>
          <a:bodyPr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3600" spc="-5" dirty="0">
                <a:solidFill>
                  <a:srgbClr val="006FC0"/>
                </a:solidFill>
                <a:cs typeface="Calibri" panose="020F0502020204030204"/>
              </a:rPr>
              <a:t>Classes </a:t>
            </a:r>
            <a:r>
              <a:rPr sz="3600" dirty="0">
                <a:solidFill>
                  <a:srgbClr val="006FC0"/>
                </a:solidFill>
                <a:cs typeface="Calibri" panose="020F0502020204030204"/>
              </a:rPr>
              <a:t>of</a:t>
            </a:r>
            <a:r>
              <a:rPr sz="3600" spc="-20" dirty="0">
                <a:solidFill>
                  <a:srgbClr val="006FC0"/>
                </a:solidFill>
                <a:cs typeface="Calibri" panose="020F0502020204030204"/>
              </a:rPr>
              <a:t> </a:t>
            </a:r>
            <a:r>
              <a:rPr sz="3600" spc="-10" dirty="0">
                <a:solidFill>
                  <a:srgbClr val="006FC0"/>
                </a:solidFill>
                <a:cs typeface="Calibri" panose="020F0502020204030204"/>
              </a:rPr>
              <a:t>Lasers</a:t>
            </a:r>
            <a:br>
              <a:rPr sz="3600" dirty="0">
                <a:cs typeface="Calibri" panose="020F0502020204030204"/>
              </a:rPr>
            </a:br>
            <a:r>
              <a:rPr sz="2800" spc="-5" dirty="0">
                <a:solidFill>
                  <a:srgbClr val="006FC0"/>
                </a:solidFill>
                <a:cs typeface="Calibri" panose="020F0502020204030204"/>
              </a:rPr>
              <a:t>Based on the </a:t>
            </a:r>
            <a:r>
              <a:rPr sz="2800" u="heavy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cs typeface="Calibri" panose="020F0502020204030204"/>
              </a:rPr>
              <a:t>Biological </a:t>
            </a:r>
            <a:r>
              <a:rPr sz="2800" u="heavy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cs typeface="Calibri" panose="020F0502020204030204"/>
              </a:rPr>
              <a:t>Damage </a:t>
            </a:r>
            <a:r>
              <a:rPr sz="2800" spc="-5" dirty="0">
                <a:solidFill>
                  <a:srgbClr val="006FC0"/>
                </a:solidFill>
                <a:cs typeface="Calibri" panose="020F0502020204030204"/>
              </a:rPr>
              <a:t>the Laser </a:t>
            </a:r>
            <a:r>
              <a:rPr sz="2800" spc="-10" dirty="0">
                <a:solidFill>
                  <a:srgbClr val="006FC0"/>
                </a:solidFill>
                <a:cs typeface="Calibri" panose="020F0502020204030204"/>
              </a:rPr>
              <a:t>can</a:t>
            </a:r>
            <a:r>
              <a:rPr sz="2800" spc="95" dirty="0">
                <a:solidFill>
                  <a:srgbClr val="006FC0"/>
                </a:solidFill>
                <a:cs typeface="Calibri" panose="020F0502020204030204"/>
              </a:rPr>
              <a:t> </a:t>
            </a:r>
            <a:r>
              <a:rPr sz="2800" spc="-5" dirty="0">
                <a:solidFill>
                  <a:srgbClr val="006FC0"/>
                </a:solidFill>
                <a:cs typeface="Calibri" panose="020F0502020204030204"/>
              </a:rPr>
              <a:t>cause</a:t>
            </a:r>
            <a:endParaRPr sz="2800" dirty="0">
              <a:cs typeface="Calibri" panose="020F0502020204030204"/>
            </a:endParaRPr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object 2"/>
          <p:cNvSpPr>
            <a:spLocks noChangeArrowheads="1"/>
          </p:cNvSpPr>
          <p:nvPr/>
        </p:nvSpPr>
        <p:spPr bwMode="auto">
          <a:xfrm>
            <a:off x="1981200" y="1676401"/>
            <a:ext cx="8153400" cy="4816475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1" name="object 5"/>
          <p:cNvSpPr>
            <a:spLocks noChangeArrowheads="1"/>
          </p:cNvSpPr>
          <p:nvPr/>
        </p:nvSpPr>
        <p:spPr bwMode="auto">
          <a:xfrm>
            <a:off x="5880101" y="1"/>
            <a:ext cx="4456113" cy="19018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2" name="object 6"/>
          <p:cNvSpPr>
            <a:spLocks noChangeArrowheads="1"/>
          </p:cNvSpPr>
          <p:nvPr/>
        </p:nvSpPr>
        <p:spPr bwMode="auto">
          <a:xfrm>
            <a:off x="6170613" y="227014"/>
            <a:ext cx="3871912" cy="1362075"/>
          </a:xfrm>
          <a:custGeom>
            <a:avLst/>
            <a:gdLst>
              <a:gd name="T0" fmla="*/ 0 w 3872229"/>
              <a:gd name="T1" fmla="*/ 0 h 1362075"/>
              <a:gd name="T2" fmla="*/ 3872229 w 3872229"/>
              <a:gd name="T3" fmla="*/ 1362075 h 1362075"/>
            </a:gdLst>
            <a:ahLst/>
            <a:cxnLst/>
            <a:rect l="T0" t="T1" r="T2" b="T3"/>
            <a:pathLst>
              <a:path w="3872229" h="1362075">
                <a:moveTo>
                  <a:pt x="0" y="1362075"/>
                </a:moveTo>
                <a:lnTo>
                  <a:pt x="3871976" y="1362075"/>
                </a:lnTo>
                <a:lnTo>
                  <a:pt x="3871976" y="0"/>
                </a:lnTo>
                <a:lnTo>
                  <a:pt x="0" y="0"/>
                </a:lnTo>
                <a:lnTo>
                  <a:pt x="0" y="1362075"/>
                </a:lnTo>
                <a:close/>
              </a:path>
            </a:pathLst>
          </a:custGeom>
          <a:solidFill>
            <a:srgbClr val="4F81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3" name="object 7"/>
          <p:cNvSpPr>
            <a:spLocks noChangeArrowheads="1"/>
          </p:cNvSpPr>
          <p:nvPr/>
        </p:nvSpPr>
        <p:spPr bwMode="auto">
          <a:xfrm>
            <a:off x="5943600" y="1"/>
            <a:ext cx="4325938" cy="227013"/>
          </a:xfrm>
          <a:custGeom>
            <a:avLst/>
            <a:gdLst>
              <a:gd name="T0" fmla="*/ 0 w 4326255"/>
              <a:gd name="T1" fmla="*/ 0 h 227329"/>
              <a:gd name="T2" fmla="*/ 4326255 w 4326255"/>
              <a:gd name="T3" fmla="*/ 227329 h 227329"/>
            </a:gdLst>
            <a:ahLst/>
            <a:cxnLst/>
            <a:rect l="T0" t="T1" r="T2" b="T3"/>
            <a:pathLst>
              <a:path w="4326255" h="227329">
                <a:moveTo>
                  <a:pt x="4326001" y="0"/>
                </a:moveTo>
                <a:lnTo>
                  <a:pt x="0" y="0"/>
                </a:lnTo>
                <a:lnTo>
                  <a:pt x="227075" y="227075"/>
                </a:lnTo>
                <a:lnTo>
                  <a:pt x="4098925" y="227075"/>
                </a:lnTo>
                <a:lnTo>
                  <a:pt x="4326001" y="0"/>
                </a:lnTo>
                <a:close/>
              </a:path>
            </a:pathLst>
          </a:custGeom>
          <a:solidFill>
            <a:srgbClr val="719A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4" name="object 8"/>
          <p:cNvSpPr>
            <a:spLocks noChangeArrowheads="1"/>
          </p:cNvSpPr>
          <p:nvPr/>
        </p:nvSpPr>
        <p:spPr bwMode="auto">
          <a:xfrm>
            <a:off x="5943600" y="1589088"/>
            <a:ext cx="4325938" cy="227012"/>
          </a:xfrm>
          <a:custGeom>
            <a:avLst/>
            <a:gdLst>
              <a:gd name="T0" fmla="*/ 0 w 4326255"/>
              <a:gd name="T1" fmla="*/ 0 h 227330"/>
              <a:gd name="T2" fmla="*/ 4326255 w 4326255"/>
              <a:gd name="T3" fmla="*/ 227330 h 227330"/>
            </a:gdLst>
            <a:ahLst/>
            <a:cxnLst/>
            <a:rect l="T0" t="T1" r="T2" b="T3"/>
            <a:pathLst>
              <a:path w="4326255" h="227330">
                <a:moveTo>
                  <a:pt x="4098925" y="0"/>
                </a:moveTo>
                <a:lnTo>
                  <a:pt x="227075" y="0"/>
                </a:lnTo>
                <a:lnTo>
                  <a:pt x="0" y="226949"/>
                </a:lnTo>
                <a:lnTo>
                  <a:pt x="4326001" y="226949"/>
                </a:lnTo>
                <a:lnTo>
                  <a:pt x="4098925" y="0"/>
                </a:lnTo>
                <a:close/>
              </a:path>
            </a:pathLst>
          </a:custGeom>
          <a:solidFill>
            <a:srgbClr val="4068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5" name="object 9"/>
          <p:cNvSpPr>
            <a:spLocks noChangeArrowheads="1"/>
          </p:cNvSpPr>
          <p:nvPr/>
        </p:nvSpPr>
        <p:spPr bwMode="auto">
          <a:xfrm>
            <a:off x="5943601" y="0"/>
            <a:ext cx="227013" cy="1816100"/>
          </a:xfrm>
          <a:custGeom>
            <a:avLst/>
            <a:gdLst>
              <a:gd name="T0" fmla="*/ 0 w 227329"/>
              <a:gd name="T1" fmla="*/ 0 h 1816100"/>
              <a:gd name="T2" fmla="*/ 227329 w 227329"/>
              <a:gd name="T3" fmla="*/ 1816100 h 1816100"/>
            </a:gdLst>
            <a:ahLst/>
            <a:cxnLst/>
            <a:rect l="T0" t="T1" r="T2" b="T3"/>
            <a:pathLst>
              <a:path w="227329" h="1816100">
                <a:moveTo>
                  <a:pt x="0" y="0"/>
                </a:moveTo>
                <a:lnTo>
                  <a:pt x="0" y="1816100"/>
                </a:lnTo>
                <a:lnTo>
                  <a:pt x="227075" y="1589151"/>
                </a:lnTo>
                <a:lnTo>
                  <a:pt x="227075" y="227075"/>
                </a:lnTo>
                <a:lnTo>
                  <a:pt x="0" y="0"/>
                </a:lnTo>
                <a:close/>
              </a:path>
            </a:pathLst>
          </a:custGeom>
          <a:solidFill>
            <a:srgbClr val="94B3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6" name="object 10"/>
          <p:cNvSpPr>
            <a:spLocks noChangeArrowheads="1"/>
          </p:cNvSpPr>
          <p:nvPr/>
        </p:nvSpPr>
        <p:spPr bwMode="auto">
          <a:xfrm>
            <a:off x="10042526" y="0"/>
            <a:ext cx="227013" cy="1816100"/>
          </a:xfrm>
          <a:custGeom>
            <a:avLst/>
            <a:gdLst>
              <a:gd name="T0" fmla="*/ 0 w 227329"/>
              <a:gd name="T1" fmla="*/ 0 h 1816100"/>
              <a:gd name="T2" fmla="*/ 227329 w 227329"/>
              <a:gd name="T3" fmla="*/ 1816100 h 1816100"/>
            </a:gdLst>
            <a:ahLst/>
            <a:cxnLst/>
            <a:rect l="T0" t="T1" r="T2" b="T3"/>
            <a:pathLst>
              <a:path w="227329" h="1816100">
                <a:moveTo>
                  <a:pt x="227075" y="0"/>
                </a:moveTo>
                <a:lnTo>
                  <a:pt x="0" y="227075"/>
                </a:lnTo>
                <a:lnTo>
                  <a:pt x="0" y="1589151"/>
                </a:lnTo>
                <a:lnTo>
                  <a:pt x="227075" y="1816100"/>
                </a:lnTo>
                <a:lnTo>
                  <a:pt x="227075" y="0"/>
                </a:lnTo>
                <a:close/>
              </a:path>
            </a:pathLst>
          </a:custGeom>
          <a:solidFill>
            <a:srgbClr val="2E4D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7" name="object 11"/>
          <p:cNvSpPr>
            <a:spLocks noChangeArrowheads="1"/>
          </p:cNvSpPr>
          <p:nvPr/>
        </p:nvSpPr>
        <p:spPr bwMode="auto">
          <a:xfrm>
            <a:off x="5943600" y="0"/>
            <a:ext cx="4325938" cy="1816100"/>
          </a:xfrm>
          <a:custGeom>
            <a:avLst/>
            <a:gdLst>
              <a:gd name="T0" fmla="*/ 0 w 4326255"/>
              <a:gd name="T1" fmla="*/ 0 h 1816100"/>
              <a:gd name="T2" fmla="*/ 4326255 w 4326255"/>
              <a:gd name="T3" fmla="*/ 1816100 h 1816100"/>
            </a:gdLst>
            <a:ahLst/>
            <a:cxnLst/>
            <a:rect l="T0" t="T1" r="T2" b="T3"/>
            <a:pathLst>
              <a:path w="4326255" h="1816100">
                <a:moveTo>
                  <a:pt x="0" y="0"/>
                </a:moveTo>
                <a:lnTo>
                  <a:pt x="4326001" y="0"/>
                </a:lnTo>
                <a:lnTo>
                  <a:pt x="4326001" y="1816100"/>
                </a:lnTo>
                <a:lnTo>
                  <a:pt x="0" y="1816100"/>
                </a:lnTo>
                <a:lnTo>
                  <a:pt x="0" y="0"/>
                </a:lnTo>
                <a:close/>
              </a:path>
            </a:pathLst>
          </a:custGeom>
          <a:noFill/>
          <a:ln w="38099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8" name="object 12"/>
          <p:cNvSpPr>
            <a:spLocks noChangeArrowheads="1"/>
          </p:cNvSpPr>
          <p:nvPr/>
        </p:nvSpPr>
        <p:spPr bwMode="auto">
          <a:xfrm>
            <a:off x="6170613" y="227014"/>
            <a:ext cx="3871912" cy="1362075"/>
          </a:xfrm>
          <a:custGeom>
            <a:avLst/>
            <a:gdLst>
              <a:gd name="T0" fmla="*/ 0 w 3872229"/>
              <a:gd name="T1" fmla="*/ 0 h 1362075"/>
              <a:gd name="T2" fmla="*/ 3872229 w 3872229"/>
              <a:gd name="T3" fmla="*/ 1362075 h 1362075"/>
            </a:gdLst>
            <a:ahLst/>
            <a:cxnLst/>
            <a:rect l="T0" t="T1" r="T2" b="T3"/>
            <a:pathLst>
              <a:path w="3872229" h="1362075">
                <a:moveTo>
                  <a:pt x="0" y="0"/>
                </a:moveTo>
                <a:lnTo>
                  <a:pt x="3871849" y="0"/>
                </a:lnTo>
                <a:lnTo>
                  <a:pt x="3871849" y="1362075"/>
                </a:lnTo>
                <a:lnTo>
                  <a:pt x="0" y="1362075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9" name="object 13"/>
          <p:cNvSpPr>
            <a:spLocks noChangeArrowheads="1"/>
          </p:cNvSpPr>
          <p:nvPr/>
        </p:nvSpPr>
        <p:spPr bwMode="auto">
          <a:xfrm>
            <a:off x="5943601" y="1"/>
            <a:ext cx="227013" cy="227013"/>
          </a:xfrm>
          <a:custGeom>
            <a:avLst/>
            <a:gdLst>
              <a:gd name="T0" fmla="*/ 0 w 227329"/>
              <a:gd name="T1" fmla="*/ 0 h 227329"/>
              <a:gd name="T2" fmla="*/ 227329 w 227329"/>
              <a:gd name="T3" fmla="*/ 227329 h 227329"/>
            </a:gdLst>
            <a:ahLst/>
            <a:cxnLst/>
            <a:rect l="T0" t="T1" r="T2" b="T3"/>
            <a:pathLst>
              <a:path w="227329" h="227329">
                <a:moveTo>
                  <a:pt x="0" y="0"/>
                </a:moveTo>
                <a:lnTo>
                  <a:pt x="227075" y="227075"/>
                </a:lnTo>
              </a:path>
            </a:pathLst>
          </a:cu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0" name="object 14"/>
          <p:cNvSpPr>
            <a:spLocks noChangeArrowheads="1"/>
          </p:cNvSpPr>
          <p:nvPr/>
        </p:nvSpPr>
        <p:spPr bwMode="auto">
          <a:xfrm>
            <a:off x="5943601" y="1589088"/>
            <a:ext cx="227013" cy="227012"/>
          </a:xfrm>
          <a:custGeom>
            <a:avLst/>
            <a:gdLst>
              <a:gd name="T0" fmla="*/ 0 w 227329"/>
              <a:gd name="T1" fmla="*/ 0 h 227330"/>
              <a:gd name="T2" fmla="*/ 227329 w 227329"/>
              <a:gd name="T3" fmla="*/ 227330 h 227330"/>
            </a:gdLst>
            <a:ahLst/>
            <a:cxnLst/>
            <a:rect l="T0" t="T1" r="T2" b="T3"/>
            <a:pathLst>
              <a:path w="227329" h="227330">
                <a:moveTo>
                  <a:pt x="0" y="226949"/>
                </a:moveTo>
                <a:lnTo>
                  <a:pt x="227075" y="0"/>
                </a:lnTo>
              </a:path>
            </a:pathLst>
          </a:cu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1" name="object 15"/>
          <p:cNvSpPr>
            <a:spLocks noChangeArrowheads="1"/>
          </p:cNvSpPr>
          <p:nvPr/>
        </p:nvSpPr>
        <p:spPr bwMode="auto">
          <a:xfrm>
            <a:off x="10042526" y="1"/>
            <a:ext cx="227013" cy="227013"/>
          </a:xfrm>
          <a:custGeom>
            <a:avLst/>
            <a:gdLst>
              <a:gd name="T0" fmla="*/ 0 w 227329"/>
              <a:gd name="T1" fmla="*/ 0 h 227329"/>
              <a:gd name="T2" fmla="*/ 227329 w 227329"/>
              <a:gd name="T3" fmla="*/ 227329 h 227329"/>
            </a:gdLst>
            <a:ahLst/>
            <a:cxnLst/>
            <a:rect l="T0" t="T1" r="T2" b="T3"/>
            <a:pathLst>
              <a:path w="227329" h="227329">
                <a:moveTo>
                  <a:pt x="227075" y="0"/>
                </a:moveTo>
                <a:lnTo>
                  <a:pt x="0" y="227075"/>
                </a:lnTo>
              </a:path>
            </a:pathLst>
          </a:cu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2" name="object 16"/>
          <p:cNvSpPr>
            <a:spLocks noChangeArrowheads="1"/>
          </p:cNvSpPr>
          <p:nvPr/>
        </p:nvSpPr>
        <p:spPr bwMode="auto">
          <a:xfrm>
            <a:off x="10042526" y="1589088"/>
            <a:ext cx="227013" cy="227012"/>
          </a:xfrm>
          <a:custGeom>
            <a:avLst/>
            <a:gdLst>
              <a:gd name="T0" fmla="*/ 0 w 227329"/>
              <a:gd name="T1" fmla="*/ 0 h 227330"/>
              <a:gd name="T2" fmla="*/ 227329 w 227329"/>
              <a:gd name="T3" fmla="*/ 227330 h 227330"/>
            </a:gdLst>
            <a:ahLst/>
            <a:cxnLst/>
            <a:rect l="T0" t="T1" r="T2" b="T3"/>
            <a:pathLst>
              <a:path w="227329" h="227330">
                <a:moveTo>
                  <a:pt x="227075" y="226949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3" name="object 17"/>
          <p:cNvSpPr>
            <a:spLocks noChangeArrowheads="1"/>
          </p:cNvSpPr>
          <p:nvPr/>
        </p:nvSpPr>
        <p:spPr bwMode="auto">
          <a:xfrm>
            <a:off x="6278564" y="420688"/>
            <a:ext cx="3690937" cy="10541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4" name="object 18"/>
          <p:cNvSpPr>
            <a:spLocks noChangeArrowheads="1"/>
          </p:cNvSpPr>
          <p:nvPr/>
        </p:nvSpPr>
        <p:spPr bwMode="auto">
          <a:xfrm>
            <a:off x="6251575" y="417514"/>
            <a:ext cx="3322638" cy="98107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5" name="object 19"/>
          <p:cNvSpPr>
            <a:spLocks noChangeArrowheads="1"/>
          </p:cNvSpPr>
          <p:nvPr/>
        </p:nvSpPr>
        <p:spPr bwMode="auto">
          <a:xfrm>
            <a:off x="6343650" y="463550"/>
            <a:ext cx="3562350" cy="927100"/>
          </a:xfrm>
          <a:custGeom>
            <a:avLst/>
            <a:gdLst>
              <a:gd name="T0" fmla="*/ 0 w 3562984"/>
              <a:gd name="T1" fmla="*/ 0 h 926465"/>
              <a:gd name="T2" fmla="*/ 3562984 w 3562984"/>
              <a:gd name="T3" fmla="*/ 926465 h 926465"/>
            </a:gdLst>
            <a:ahLst/>
            <a:cxnLst/>
            <a:rect l="T0" t="T1" r="T2" b="T3"/>
            <a:pathLst>
              <a:path w="3562984" h="926465">
                <a:moveTo>
                  <a:pt x="0" y="926426"/>
                </a:moveTo>
                <a:lnTo>
                  <a:pt x="3562477" y="926426"/>
                </a:lnTo>
                <a:lnTo>
                  <a:pt x="3562477" y="0"/>
                </a:lnTo>
                <a:lnTo>
                  <a:pt x="0" y="0"/>
                </a:lnTo>
                <a:lnTo>
                  <a:pt x="0" y="926426"/>
                </a:lnTo>
                <a:close/>
              </a:path>
            </a:pathLst>
          </a:custGeom>
          <a:solidFill>
            <a:srgbClr val="4F81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6" name="object 20"/>
          <p:cNvSpPr>
            <a:spLocks noChangeArrowheads="1"/>
          </p:cNvSpPr>
          <p:nvPr/>
        </p:nvSpPr>
        <p:spPr bwMode="auto">
          <a:xfrm>
            <a:off x="6343650" y="463550"/>
            <a:ext cx="3562350" cy="927100"/>
          </a:xfrm>
          <a:custGeom>
            <a:avLst/>
            <a:gdLst>
              <a:gd name="T0" fmla="*/ 0 w 3562984"/>
              <a:gd name="T1" fmla="*/ 0 h 926465"/>
              <a:gd name="T2" fmla="*/ 3562984 w 3562984"/>
              <a:gd name="T3" fmla="*/ 926465 h 926465"/>
            </a:gdLst>
            <a:ahLst/>
            <a:cxnLst/>
            <a:rect l="T0" t="T1" r="T2" b="T3"/>
            <a:pathLst>
              <a:path w="3562984" h="926465">
                <a:moveTo>
                  <a:pt x="0" y="926426"/>
                </a:moveTo>
                <a:lnTo>
                  <a:pt x="3562477" y="926426"/>
                </a:lnTo>
                <a:lnTo>
                  <a:pt x="3562477" y="0"/>
                </a:lnTo>
                <a:lnTo>
                  <a:pt x="0" y="0"/>
                </a:lnTo>
                <a:lnTo>
                  <a:pt x="0" y="926426"/>
                </a:lnTo>
                <a:close/>
              </a:path>
            </a:pathLst>
          </a:custGeom>
          <a:noFill/>
          <a:ln w="3810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7" name="object 21"/>
          <p:cNvSpPr txBox="1">
            <a:spLocks noChangeArrowheads="1"/>
          </p:cNvSpPr>
          <p:nvPr/>
        </p:nvSpPr>
        <p:spPr bwMode="auto">
          <a:xfrm>
            <a:off x="6170613" y="482601"/>
            <a:ext cx="3871912" cy="84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454025" indent="-189230" eaLnBrk="0" hangingPunct="0">
              <a:tabLst>
                <a:tab pos="454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454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454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454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454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4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  <a:buSzPct val="89000"/>
              <a:buFontTx/>
              <a:buChar char="•"/>
            </a:pPr>
            <a:r>
              <a:rPr lang="en-US" altLang="en-US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Safe during normal use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Tx/>
              <a:buChar char="•"/>
            </a:pPr>
            <a:r>
              <a:rPr lang="en-US" altLang="en-US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Incapable of causing injury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Tx/>
              <a:buChar char="•"/>
            </a:pPr>
            <a:r>
              <a:rPr lang="en-US" altLang="en-US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 power or enclosed beam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668" name="object 22"/>
          <p:cNvSpPr>
            <a:spLocks noChangeArrowheads="1"/>
          </p:cNvSpPr>
          <p:nvPr/>
        </p:nvSpPr>
        <p:spPr bwMode="auto">
          <a:xfrm>
            <a:off x="2143126" y="1428751"/>
            <a:ext cx="2486025" cy="790575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9" name="object 23"/>
          <p:cNvSpPr txBox="1">
            <a:spLocks noChangeArrowheads="1"/>
          </p:cNvSpPr>
          <p:nvPr/>
        </p:nvSpPr>
        <p:spPr bwMode="auto">
          <a:xfrm>
            <a:off x="2368550" y="1638301"/>
            <a:ext cx="2046288" cy="28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 I Laser Product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670" name="object 24"/>
          <p:cNvSpPr>
            <a:spLocks noChangeArrowheads="1"/>
          </p:cNvSpPr>
          <p:nvPr/>
        </p:nvSpPr>
        <p:spPr bwMode="auto">
          <a:xfrm>
            <a:off x="7677150" y="5419725"/>
            <a:ext cx="2876550" cy="135255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1" name="object 25"/>
          <p:cNvSpPr txBox="1">
            <a:spLocks noChangeArrowheads="1"/>
          </p:cNvSpPr>
          <p:nvPr/>
        </p:nvSpPr>
        <p:spPr bwMode="auto">
          <a:xfrm>
            <a:off x="8256588" y="5507039"/>
            <a:ext cx="17272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 not required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672" name="object 26"/>
          <p:cNvSpPr txBox="1">
            <a:spLocks noChangeArrowheads="1"/>
          </p:cNvSpPr>
          <p:nvPr/>
        </p:nvSpPr>
        <p:spPr bwMode="auto">
          <a:xfrm>
            <a:off x="7872414" y="6056314"/>
            <a:ext cx="249713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100"/>
              </a:spcBef>
            </a:pPr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May be higher class during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/>
            <a:r>
              <a:rPr lang="en-US" altLang="en-US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maintenance or service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91164" y="6500814"/>
            <a:ext cx="2003425" cy="269875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600" spc="-20" dirty="0">
                <a:latin typeface="Arial" panose="020B0604020202020204"/>
                <a:cs typeface="Arial" panose="020B0604020202020204"/>
              </a:rPr>
              <a:t>Nd:YAG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Laser</a:t>
            </a:r>
            <a:r>
              <a:rPr sz="16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Marker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674" name="object 27"/>
          <p:cNvSpPr txBox="1">
            <a:spLocks noChangeArrowheads="1"/>
          </p:cNvSpPr>
          <p:nvPr/>
        </p:nvSpPr>
        <p:spPr bwMode="auto">
          <a:xfrm>
            <a:off x="1828801" y="381001"/>
            <a:ext cx="200342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sz="3200" b="1"/>
              <a:t>Class -1 </a:t>
            </a:r>
            <a:endParaRPr lang="en-US" altLang="en-US" sz="3200" b="1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8401" y="304801"/>
            <a:ext cx="2359025" cy="620939"/>
          </a:xfrm>
        </p:spPr>
        <p:txBody>
          <a:bodyPr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defRPr/>
            </a:pPr>
            <a:r>
              <a:rPr spc="-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CLASS</a:t>
            </a:r>
            <a:r>
              <a:rPr spc="-10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2</a:t>
            </a:r>
            <a:endParaRPr spc="-5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675" name="object 4"/>
          <p:cNvSpPr>
            <a:spLocks noChangeArrowheads="1"/>
          </p:cNvSpPr>
          <p:nvPr/>
        </p:nvSpPr>
        <p:spPr bwMode="auto">
          <a:xfrm>
            <a:off x="6800851" y="4943475"/>
            <a:ext cx="3584575" cy="1238250"/>
          </a:xfrm>
          <a:custGeom>
            <a:avLst/>
            <a:gdLst>
              <a:gd name="T0" fmla="*/ 0 w 3584575"/>
              <a:gd name="T1" fmla="*/ 0 h 1238250"/>
              <a:gd name="T2" fmla="*/ 3584575 w 3584575"/>
              <a:gd name="T3" fmla="*/ 1238250 h 1238250"/>
            </a:gdLst>
            <a:ahLst/>
            <a:cxnLst/>
            <a:rect l="T0" t="T1" r="T2" b="T3"/>
            <a:pathLst>
              <a:path w="3584575" h="1238250">
                <a:moveTo>
                  <a:pt x="0" y="1238250"/>
                </a:moveTo>
                <a:lnTo>
                  <a:pt x="3584575" y="1238250"/>
                </a:lnTo>
                <a:lnTo>
                  <a:pt x="358457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6" name="object 5"/>
          <p:cNvSpPr>
            <a:spLocks noChangeArrowheads="1"/>
          </p:cNvSpPr>
          <p:nvPr/>
        </p:nvSpPr>
        <p:spPr bwMode="auto">
          <a:xfrm>
            <a:off x="6800851" y="3819525"/>
            <a:ext cx="3590925" cy="0"/>
          </a:xfrm>
          <a:custGeom>
            <a:avLst/>
            <a:gdLst>
              <a:gd name="T0" fmla="*/ 0 w 3590925"/>
              <a:gd name="T1" fmla="*/ 3590925 w 3590925"/>
            </a:gdLst>
            <a:ahLst/>
            <a:cxnLst/>
            <a:rect l="T0" t="0" r="T1" b="0"/>
            <a:pathLst>
              <a:path w="3590925">
                <a:moveTo>
                  <a:pt x="0" y="0"/>
                </a:moveTo>
                <a:lnTo>
                  <a:pt x="3590925" y="0"/>
                </a:lnTo>
              </a:path>
            </a:pathLst>
          </a:custGeom>
          <a:noFill/>
          <a:ln w="1905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7" name="object 6"/>
          <p:cNvSpPr>
            <a:spLocks noChangeArrowheads="1"/>
          </p:cNvSpPr>
          <p:nvPr/>
        </p:nvSpPr>
        <p:spPr bwMode="auto">
          <a:xfrm>
            <a:off x="10385425" y="3810000"/>
            <a:ext cx="12700" cy="19050"/>
          </a:xfrm>
          <a:custGeom>
            <a:avLst/>
            <a:gdLst>
              <a:gd name="T0" fmla="*/ 0 w 12700"/>
              <a:gd name="T1" fmla="*/ 0 h 19050"/>
              <a:gd name="T2" fmla="*/ 12700 w 12700"/>
              <a:gd name="T3" fmla="*/ 19050 h 19050"/>
            </a:gdLst>
            <a:ahLst/>
            <a:cxnLst/>
            <a:rect l="T0" t="T1" r="T2" b="T3"/>
            <a:pathLst>
              <a:path w="12700" h="19050">
                <a:moveTo>
                  <a:pt x="12700" y="0"/>
                </a:moveTo>
                <a:lnTo>
                  <a:pt x="0" y="0"/>
                </a:lnTo>
                <a:lnTo>
                  <a:pt x="12700" y="19050"/>
                </a:lnTo>
                <a:lnTo>
                  <a:pt x="1270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object 7"/>
          <p:cNvSpPr>
            <a:spLocks noChangeArrowheads="1"/>
          </p:cNvSpPr>
          <p:nvPr/>
        </p:nvSpPr>
        <p:spPr bwMode="auto">
          <a:xfrm>
            <a:off x="10372725" y="3829051"/>
            <a:ext cx="25400" cy="2371725"/>
          </a:xfrm>
          <a:custGeom>
            <a:avLst/>
            <a:gdLst>
              <a:gd name="T0" fmla="*/ 0 w 25400"/>
              <a:gd name="T1" fmla="*/ 0 h 2371725"/>
              <a:gd name="T2" fmla="*/ 25400 w 25400"/>
              <a:gd name="T3" fmla="*/ 2371725 h 2371725"/>
            </a:gdLst>
            <a:ahLst/>
            <a:cxnLst/>
            <a:rect l="T0" t="T1" r="T2" b="T3"/>
            <a:pathLst>
              <a:path w="25400" h="2371725">
                <a:moveTo>
                  <a:pt x="25400" y="2339975"/>
                </a:moveTo>
                <a:lnTo>
                  <a:pt x="12700" y="2339975"/>
                </a:lnTo>
                <a:lnTo>
                  <a:pt x="12700" y="2371725"/>
                </a:lnTo>
                <a:lnTo>
                  <a:pt x="25400" y="2352675"/>
                </a:lnTo>
                <a:lnTo>
                  <a:pt x="25400" y="2339975"/>
                </a:lnTo>
                <a:close/>
              </a:path>
              <a:path w="25400" h="2371725">
                <a:moveTo>
                  <a:pt x="25400" y="2352675"/>
                </a:moveTo>
                <a:lnTo>
                  <a:pt x="12700" y="2371725"/>
                </a:lnTo>
                <a:lnTo>
                  <a:pt x="25400" y="2371725"/>
                </a:lnTo>
                <a:lnTo>
                  <a:pt x="25400" y="2352675"/>
                </a:lnTo>
                <a:close/>
              </a:path>
              <a:path w="25400" h="2371725">
                <a:moveTo>
                  <a:pt x="25400" y="0"/>
                </a:moveTo>
                <a:lnTo>
                  <a:pt x="0" y="0"/>
                </a:lnTo>
                <a:lnTo>
                  <a:pt x="0" y="2352675"/>
                </a:lnTo>
                <a:lnTo>
                  <a:pt x="12700" y="2339975"/>
                </a:lnTo>
                <a:lnTo>
                  <a:pt x="25400" y="2339975"/>
                </a:lnTo>
                <a:lnTo>
                  <a:pt x="2540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9" name="object 8"/>
          <p:cNvSpPr>
            <a:spLocks noChangeArrowheads="1"/>
          </p:cNvSpPr>
          <p:nvPr/>
        </p:nvSpPr>
        <p:spPr bwMode="auto">
          <a:xfrm>
            <a:off x="6781801" y="6169025"/>
            <a:ext cx="3603625" cy="31750"/>
          </a:xfrm>
          <a:custGeom>
            <a:avLst/>
            <a:gdLst>
              <a:gd name="T0" fmla="*/ 0 w 3603625"/>
              <a:gd name="T1" fmla="*/ 0 h 31750"/>
              <a:gd name="T2" fmla="*/ 3603625 w 3603625"/>
              <a:gd name="T3" fmla="*/ 31750 h 31750"/>
            </a:gdLst>
            <a:ahLst/>
            <a:cxnLst/>
            <a:rect l="T0" t="T1" r="T2" b="T3"/>
            <a:pathLst>
              <a:path w="3603625" h="31750">
                <a:moveTo>
                  <a:pt x="0" y="12700"/>
                </a:moveTo>
                <a:lnTo>
                  <a:pt x="0" y="31750"/>
                </a:lnTo>
                <a:lnTo>
                  <a:pt x="19050" y="31750"/>
                </a:lnTo>
                <a:lnTo>
                  <a:pt x="0" y="12700"/>
                </a:lnTo>
                <a:close/>
              </a:path>
              <a:path w="3603625" h="31750">
                <a:moveTo>
                  <a:pt x="3603625" y="0"/>
                </a:moveTo>
                <a:lnTo>
                  <a:pt x="19050" y="0"/>
                </a:lnTo>
                <a:lnTo>
                  <a:pt x="31750" y="12700"/>
                </a:lnTo>
                <a:lnTo>
                  <a:pt x="0" y="12700"/>
                </a:lnTo>
                <a:lnTo>
                  <a:pt x="19050" y="31750"/>
                </a:lnTo>
                <a:lnTo>
                  <a:pt x="3603625" y="31750"/>
                </a:lnTo>
                <a:lnTo>
                  <a:pt x="36036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0" name="object 9"/>
          <p:cNvSpPr>
            <a:spLocks noChangeArrowheads="1"/>
          </p:cNvSpPr>
          <p:nvPr/>
        </p:nvSpPr>
        <p:spPr bwMode="auto">
          <a:xfrm>
            <a:off x="6781800" y="3810001"/>
            <a:ext cx="31750" cy="2371725"/>
          </a:xfrm>
          <a:custGeom>
            <a:avLst/>
            <a:gdLst>
              <a:gd name="T0" fmla="*/ 0 w 31750"/>
              <a:gd name="T1" fmla="*/ 0 h 2371725"/>
              <a:gd name="T2" fmla="*/ 31750 w 31750"/>
              <a:gd name="T3" fmla="*/ 2371725 h 2371725"/>
            </a:gdLst>
            <a:ahLst/>
            <a:cxnLst/>
            <a:rect l="T0" t="T1" r="T2" b="T3"/>
            <a:pathLst>
              <a:path w="31750" h="2371725">
                <a:moveTo>
                  <a:pt x="19050" y="0"/>
                </a:moveTo>
                <a:lnTo>
                  <a:pt x="0" y="19050"/>
                </a:lnTo>
                <a:lnTo>
                  <a:pt x="0" y="2371725"/>
                </a:lnTo>
                <a:lnTo>
                  <a:pt x="31750" y="2371725"/>
                </a:lnTo>
                <a:lnTo>
                  <a:pt x="31750" y="31750"/>
                </a:lnTo>
                <a:lnTo>
                  <a:pt x="19050" y="31750"/>
                </a:lnTo>
                <a:lnTo>
                  <a:pt x="19050" y="0"/>
                </a:lnTo>
                <a:close/>
              </a:path>
              <a:path w="31750" h="2371725">
                <a:moveTo>
                  <a:pt x="31750" y="19050"/>
                </a:moveTo>
                <a:lnTo>
                  <a:pt x="19050" y="31750"/>
                </a:lnTo>
                <a:lnTo>
                  <a:pt x="31750" y="31750"/>
                </a:lnTo>
                <a:lnTo>
                  <a:pt x="31750" y="19050"/>
                </a:lnTo>
                <a:close/>
              </a:path>
              <a:path w="31750" h="2371725">
                <a:moveTo>
                  <a:pt x="19050" y="0"/>
                </a:moveTo>
                <a:lnTo>
                  <a:pt x="0" y="0"/>
                </a:lnTo>
                <a:lnTo>
                  <a:pt x="0" y="19050"/>
                </a:lnTo>
                <a:lnTo>
                  <a:pt x="1905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1" name="object 10"/>
          <p:cNvSpPr>
            <a:spLocks noChangeArrowheads="1"/>
          </p:cNvSpPr>
          <p:nvPr/>
        </p:nvSpPr>
        <p:spPr bwMode="auto">
          <a:xfrm>
            <a:off x="6800851" y="3829051"/>
            <a:ext cx="3584575" cy="1114425"/>
          </a:xfrm>
          <a:custGeom>
            <a:avLst/>
            <a:gdLst>
              <a:gd name="T0" fmla="*/ 0 w 3584575"/>
              <a:gd name="T1" fmla="*/ 0 h 1114425"/>
              <a:gd name="T2" fmla="*/ 3584575 w 3584575"/>
              <a:gd name="T3" fmla="*/ 1114425 h 1114425"/>
            </a:gdLst>
            <a:ahLst/>
            <a:cxnLst/>
            <a:rect l="T0" t="T1" r="T2" b="T3"/>
            <a:pathLst>
              <a:path w="3584575" h="1114425">
                <a:moveTo>
                  <a:pt x="0" y="1114425"/>
                </a:moveTo>
                <a:lnTo>
                  <a:pt x="3584575" y="1114425"/>
                </a:lnTo>
                <a:lnTo>
                  <a:pt x="3584575" y="0"/>
                </a:lnTo>
                <a:lnTo>
                  <a:pt x="0" y="0"/>
                </a:lnTo>
                <a:lnTo>
                  <a:pt x="0" y="1114425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2" name="object 11"/>
          <p:cNvSpPr>
            <a:spLocks noChangeArrowheads="1"/>
          </p:cNvSpPr>
          <p:nvPr/>
        </p:nvSpPr>
        <p:spPr bwMode="auto">
          <a:xfrm>
            <a:off x="6800851" y="3810000"/>
            <a:ext cx="3603625" cy="31750"/>
          </a:xfrm>
          <a:custGeom>
            <a:avLst/>
            <a:gdLst>
              <a:gd name="T0" fmla="*/ 0 w 3603625"/>
              <a:gd name="T1" fmla="*/ 0 h 31750"/>
              <a:gd name="T2" fmla="*/ 3603625 w 3603625"/>
              <a:gd name="T3" fmla="*/ 31750 h 31750"/>
            </a:gdLst>
            <a:ahLst/>
            <a:cxnLst/>
            <a:rect l="T0" t="T1" r="T2" b="T3"/>
            <a:pathLst>
              <a:path w="3603625" h="31750">
                <a:moveTo>
                  <a:pt x="3584575" y="0"/>
                </a:moveTo>
                <a:lnTo>
                  <a:pt x="0" y="0"/>
                </a:lnTo>
                <a:lnTo>
                  <a:pt x="0" y="31750"/>
                </a:lnTo>
                <a:lnTo>
                  <a:pt x="3584575" y="31750"/>
                </a:lnTo>
                <a:lnTo>
                  <a:pt x="3571875" y="19050"/>
                </a:lnTo>
                <a:lnTo>
                  <a:pt x="3603625" y="19050"/>
                </a:lnTo>
                <a:lnTo>
                  <a:pt x="3584575" y="0"/>
                </a:lnTo>
                <a:close/>
              </a:path>
              <a:path w="3603625" h="31750">
                <a:moveTo>
                  <a:pt x="3603625" y="0"/>
                </a:moveTo>
                <a:lnTo>
                  <a:pt x="3584575" y="0"/>
                </a:lnTo>
                <a:lnTo>
                  <a:pt x="3603625" y="19050"/>
                </a:lnTo>
                <a:lnTo>
                  <a:pt x="36036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3" name="object 12"/>
          <p:cNvSpPr>
            <a:spLocks noChangeArrowheads="1"/>
          </p:cNvSpPr>
          <p:nvPr/>
        </p:nvSpPr>
        <p:spPr bwMode="auto">
          <a:xfrm>
            <a:off x="10372725" y="3829051"/>
            <a:ext cx="31750" cy="1127125"/>
          </a:xfrm>
          <a:custGeom>
            <a:avLst/>
            <a:gdLst>
              <a:gd name="T0" fmla="*/ 0 w 31750"/>
              <a:gd name="T1" fmla="*/ 0 h 1127125"/>
              <a:gd name="T2" fmla="*/ 31750 w 31750"/>
              <a:gd name="T3" fmla="*/ 1127125 h 1127125"/>
            </a:gdLst>
            <a:ahLst/>
            <a:cxnLst/>
            <a:rect l="T0" t="T1" r="T2" b="T3"/>
            <a:pathLst>
              <a:path w="31750" h="1127125">
                <a:moveTo>
                  <a:pt x="31750" y="1103249"/>
                </a:moveTo>
                <a:lnTo>
                  <a:pt x="12700" y="1103249"/>
                </a:lnTo>
                <a:lnTo>
                  <a:pt x="12700" y="1127125"/>
                </a:lnTo>
                <a:lnTo>
                  <a:pt x="31750" y="1114425"/>
                </a:lnTo>
                <a:lnTo>
                  <a:pt x="31750" y="1103249"/>
                </a:lnTo>
                <a:close/>
              </a:path>
              <a:path w="31750" h="1127125">
                <a:moveTo>
                  <a:pt x="31750" y="1114425"/>
                </a:moveTo>
                <a:lnTo>
                  <a:pt x="12700" y="1127125"/>
                </a:lnTo>
                <a:lnTo>
                  <a:pt x="31750" y="1127125"/>
                </a:lnTo>
                <a:lnTo>
                  <a:pt x="31750" y="1114425"/>
                </a:lnTo>
                <a:close/>
              </a:path>
              <a:path w="31750" h="1127125">
                <a:moveTo>
                  <a:pt x="31750" y="0"/>
                </a:moveTo>
                <a:lnTo>
                  <a:pt x="0" y="0"/>
                </a:lnTo>
                <a:lnTo>
                  <a:pt x="0" y="1114425"/>
                </a:lnTo>
                <a:lnTo>
                  <a:pt x="12700" y="1103249"/>
                </a:lnTo>
                <a:lnTo>
                  <a:pt x="31750" y="1103249"/>
                </a:lnTo>
                <a:lnTo>
                  <a:pt x="3175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4" name="object 13"/>
          <p:cNvSpPr>
            <a:spLocks noChangeArrowheads="1"/>
          </p:cNvSpPr>
          <p:nvPr/>
        </p:nvSpPr>
        <p:spPr bwMode="auto">
          <a:xfrm>
            <a:off x="6781800" y="4943475"/>
            <a:ext cx="19050" cy="12700"/>
          </a:xfrm>
          <a:custGeom>
            <a:avLst/>
            <a:gdLst>
              <a:gd name="T0" fmla="*/ 0 w 19050"/>
              <a:gd name="T1" fmla="*/ 0 h 12700"/>
              <a:gd name="T2" fmla="*/ 19050 w 19050"/>
              <a:gd name="T3" fmla="*/ 12700 h 12700"/>
            </a:gdLst>
            <a:ahLst/>
            <a:cxnLst/>
            <a:rect l="T0" t="T1" r="T2" b="T3"/>
            <a:pathLst>
              <a:path w="19050" h="12700">
                <a:moveTo>
                  <a:pt x="0" y="0"/>
                </a:moveTo>
                <a:lnTo>
                  <a:pt x="0" y="12700"/>
                </a:lnTo>
                <a:lnTo>
                  <a:pt x="1905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5" name="object 14"/>
          <p:cNvSpPr>
            <a:spLocks noChangeArrowheads="1"/>
          </p:cNvSpPr>
          <p:nvPr/>
        </p:nvSpPr>
        <p:spPr bwMode="auto">
          <a:xfrm>
            <a:off x="6792913" y="4949825"/>
            <a:ext cx="3592512" cy="0"/>
          </a:xfrm>
          <a:custGeom>
            <a:avLst/>
            <a:gdLst>
              <a:gd name="T0" fmla="*/ 0 w 3593465"/>
              <a:gd name="T1" fmla="*/ 3593465 w 3593465"/>
            </a:gdLst>
            <a:ahLst/>
            <a:cxnLst/>
            <a:rect l="T0" t="0" r="T1" b="0"/>
            <a:pathLst>
              <a:path w="3593465">
                <a:moveTo>
                  <a:pt x="0" y="0"/>
                </a:moveTo>
                <a:lnTo>
                  <a:pt x="3593147" y="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6" name="object 15"/>
          <p:cNvSpPr>
            <a:spLocks noChangeArrowheads="1"/>
          </p:cNvSpPr>
          <p:nvPr/>
        </p:nvSpPr>
        <p:spPr bwMode="auto">
          <a:xfrm>
            <a:off x="6807201" y="4938713"/>
            <a:ext cx="3578225" cy="0"/>
          </a:xfrm>
          <a:custGeom>
            <a:avLst/>
            <a:gdLst>
              <a:gd name="T0" fmla="*/ 0 w 3578225"/>
              <a:gd name="T1" fmla="*/ 3578225 w 3578225"/>
            </a:gdLst>
            <a:ahLst/>
            <a:cxnLst/>
            <a:rect l="T0" t="0" r="T1" b="0"/>
            <a:pathLst>
              <a:path w="3578225">
                <a:moveTo>
                  <a:pt x="0" y="0"/>
                </a:moveTo>
                <a:lnTo>
                  <a:pt x="3577647" y="0"/>
                </a:lnTo>
              </a:path>
            </a:pathLst>
          </a:custGeom>
          <a:noFill/>
          <a:ln w="11429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7" name="object 16"/>
          <p:cNvSpPr>
            <a:spLocks noChangeArrowheads="1"/>
          </p:cNvSpPr>
          <p:nvPr/>
        </p:nvSpPr>
        <p:spPr bwMode="auto">
          <a:xfrm>
            <a:off x="6781800" y="3810001"/>
            <a:ext cx="31750" cy="1133475"/>
          </a:xfrm>
          <a:custGeom>
            <a:avLst/>
            <a:gdLst>
              <a:gd name="T0" fmla="*/ 0 w 31750"/>
              <a:gd name="T1" fmla="*/ 0 h 1133475"/>
              <a:gd name="T2" fmla="*/ 31750 w 31750"/>
              <a:gd name="T3" fmla="*/ 1133475 h 1133475"/>
            </a:gdLst>
            <a:ahLst/>
            <a:cxnLst/>
            <a:rect l="T0" t="T1" r="T2" b="T3"/>
            <a:pathLst>
              <a:path w="31750" h="1133475">
                <a:moveTo>
                  <a:pt x="19050" y="0"/>
                </a:moveTo>
                <a:lnTo>
                  <a:pt x="0" y="19050"/>
                </a:lnTo>
                <a:lnTo>
                  <a:pt x="0" y="1133475"/>
                </a:lnTo>
                <a:lnTo>
                  <a:pt x="31750" y="1133475"/>
                </a:lnTo>
                <a:lnTo>
                  <a:pt x="31750" y="31750"/>
                </a:lnTo>
                <a:lnTo>
                  <a:pt x="19050" y="31750"/>
                </a:lnTo>
                <a:lnTo>
                  <a:pt x="19050" y="0"/>
                </a:lnTo>
                <a:close/>
              </a:path>
              <a:path w="31750" h="1133475">
                <a:moveTo>
                  <a:pt x="31750" y="19050"/>
                </a:moveTo>
                <a:lnTo>
                  <a:pt x="19050" y="31750"/>
                </a:lnTo>
                <a:lnTo>
                  <a:pt x="31750" y="31750"/>
                </a:lnTo>
                <a:lnTo>
                  <a:pt x="31750" y="19050"/>
                </a:lnTo>
                <a:close/>
              </a:path>
              <a:path w="31750" h="1133475">
                <a:moveTo>
                  <a:pt x="19050" y="0"/>
                </a:moveTo>
                <a:lnTo>
                  <a:pt x="0" y="0"/>
                </a:lnTo>
                <a:lnTo>
                  <a:pt x="0" y="19050"/>
                </a:lnTo>
                <a:lnTo>
                  <a:pt x="1905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8" name="object 17"/>
          <p:cNvSpPr>
            <a:spLocks noChangeArrowheads="1"/>
          </p:cNvSpPr>
          <p:nvPr/>
        </p:nvSpPr>
        <p:spPr bwMode="auto">
          <a:xfrm>
            <a:off x="6985000" y="4129088"/>
            <a:ext cx="452438" cy="520700"/>
          </a:xfrm>
          <a:custGeom>
            <a:avLst/>
            <a:gdLst>
              <a:gd name="T0" fmla="*/ 0 w 452754"/>
              <a:gd name="T1" fmla="*/ 0 h 520700"/>
              <a:gd name="T2" fmla="*/ 452754 w 452754"/>
              <a:gd name="T3" fmla="*/ 520700 h 520700"/>
            </a:gdLst>
            <a:ahLst/>
            <a:cxnLst/>
            <a:rect l="T0" t="T1" r="T2" b="T3"/>
            <a:pathLst>
              <a:path w="452754" h="520700">
                <a:moveTo>
                  <a:pt x="306450" y="514350"/>
                </a:moveTo>
                <a:lnTo>
                  <a:pt x="244475" y="514350"/>
                </a:lnTo>
                <a:lnTo>
                  <a:pt x="250825" y="520700"/>
                </a:lnTo>
                <a:lnTo>
                  <a:pt x="293750" y="520700"/>
                </a:lnTo>
                <a:lnTo>
                  <a:pt x="306450" y="514350"/>
                </a:lnTo>
                <a:close/>
              </a:path>
              <a:path w="452754" h="520700">
                <a:moveTo>
                  <a:pt x="355600" y="508000"/>
                </a:moveTo>
                <a:lnTo>
                  <a:pt x="201549" y="508000"/>
                </a:lnTo>
                <a:lnTo>
                  <a:pt x="214249" y="514350"/>
                </a:lnTo>
                <a:lnTo>
                  <a:pt x="342900" y="514350"/>
                </a:lnTo>
                <a:lnTo>
                  <a:pt x="355600" y="508000"/>
                </a:lnTo>
                <a:close/>
              </a:path>
              <a:path w="452754" h="520700">
                <a:moveTo>
                  <a:pt x="373125" y="503300"/>
                </a:moveTo>
                <a:lnTo>
                  <a:pt x="184150" y="503300"/>
                </a:lnTo>
                <a:lnTo>
                  <a:pt x="188849" y="508000"/>
                </a:lnTo>
                <a:lnTo>
                  <a:pt x="366775" y="508000"/>
                </a:lnTo>
                <a:lnTo>
                  <a:pt x="373125" y="503300"/>
                </a:lnTo>
                <a:close/>
              </a:path>
              <a:path w="452754" h="520700">
                <a:moveTo>
                  <a:pt x="385825" y="12700"/>
                </a:moveTo>
                <a:lnTo>
                  <a:pt x="184150" y="12700"/>
                </a:lnTo>
                <a:lnTo>
                  <a:pt x="158750" y="25400"/>
                </a:lnTo>
                <a:lnTo>
                  <a:pt x="146050" y="30225"/>
                </a:lnTo>
                <a:lnTo>
                  <a:pt x="134874" y="36575"/>
                </a:lnTo>
                <a:lnTo>
                  <a:pt x="109474" y="49275"/>
                </a:lnTo>
                <a:lnTo>
                  <a:pt x="98425" y="55625"/>
                </a:lnTo>
                <a:lnTo>
                  <a:pt x="92075" y="68325"/>
                </a:lnTo>
                <a:lnTo>
                  <a:pt x="79375" y="73025"/>
                </a:lnTo>
                <a:lnTo>
                  <a:pt x="60325" y="92075"/>
                </a:lnTo>
                <a:lnTo>
                  <a:pt x="55499" y="104775"/>
                </a:lnTo>
                <a:lnTo>
                  <a:pt x="42799" y="115950"/>
                </a:lnTo>
                <a:lnTo>
                  <a:pt x="36449" y="122300"/>
                </a:lnTo>
                <a:lnTo>
                  <a:pt x="23749" y="147700"/>
                </a:lnTo>
                <a:lnTo>
                  <a:pt x="17399" y="158750"/>
                </a:lnTo>
                <a:lnTo>
                  <a:pt x="17399" y="171450"/>
                </a:lnTo>
                <a:lnTo>
                  <a:pt x="12700" y="184150"/>
                </a:lnTo>
                <a:lnTo>
                  <a:pt x="6350" y="196850"/>
                </a:lnTo>
                <a:lnTo>
                  <a:pt x="6350" y="220725"/>
                </a:lnTo>
                <a:lnTo>
                  <a:pt x="0" y="233425"/>
                </a:lnTo>
                <a:lnTo>
                  <a:pt x="0" y="288925"/>
                </a:lnTo>
                <a:lnTo>
                  <a:pt x="6350" y="306450"/>
                </a:lnTo>
                <a:lnTo>
                  <a:pt x="6350" y="319150"/>
                </a:lnTo>
                <a:lnTo>
                  <a:pt x="12700" y="336550"/>
                </a:lnTo>
                <a:lnTo>
                  <a:pt x="17399" y="349250"/>
                </a:lnTo>
                <a:lnTo>
                  <a:pt x="23749" y="368300"/>
                </a:lnTo>
                <a:lnTo>
                  <a:pt x="30099" y="379475"/>
                </a:lnTo>
                <a:lnTo>
                  <a:pt x="36449" y="392175"/>
                </a:lnTo>
                <a:lnTo>
                  <a:pt x="49149" y="411225"/>
                </a:lnTo>
                <a:lnTo>
                  <a:pt x="55499" y="422275"/>
                </a:lnTo>
                <a:lnTo>
                  <a:pt x="66675" y="434975"/>
                </a:lnTo>
                <a:lnTo>
                  <a:pt x="79375" y="441325"/>
                </a:lnTo>
                <a:lnTo>
                  <a:pt x="92075" y="454025"/>
                </a:lnTo>
                <a:lnTo>
                  <a:pt x="103124" y="465200"/>
                </a:lnTo>
                <a:lnTo>
                  <a:pt x="128524" y="477900"/>
                </a:lnTo>
                <a:lnTo>
                  <a:pt x="134874" y="484250"/>
                </a:lnTo>
                <a:lnTo>
                  <a:pt x="146050" y="490600"/>
                </a:lnTo>
                <a:lnTo>
                  <a:pt x="152400" y="496950"/>
                </a:lnTo>
                <a:lnTo>
                  <a:pt x="165100" y="496950"/>
                </a:lnTo>
                <a:lnTo>
                  <a:pt x="171450" y="503300"/>
                </a:lnTo>
                <a:lnTo>
                  <a:pt x="385825" y="503300"/>
                </a:lnTo>
                <a:lnTo>
                  <a:pt x="398525" y="496950"/>
                </a:lnTo>
                <a:lnTo>
                  <a:pt x="409575" y="490600"/>
                </a:lnTo>
                <a:lnTo>
                  <a:pt x="422275" y="490600"/>
                </a:lnTo>
                <a:lnTo>
                  <a:pt x="434975" y="484250"/>
                </a:lnTo>
                <a:lnTo>
                  <a:pt x="441325" y="477900"/>
                </a:lnTo>
                <a:lnTo>
                  <a:pt x="452500" y="471550"/>
                </a:lnTo>
                <a:lnTo>
                  <a:pt x="452500" y="447675"/>
                </a:lnTo>
                <a:lnTo>
                  <a:pt x="231775" y="447675"/>
                </a:lnTo>
                <a:lnTo>
                  <a:pt x="214249" y="441325"/>
                </a:lnTo>
                <a:lnTo>
                  <a:pt x="195199" y="434975"/>
                </a:lnTo>
                <a:lnTo>
                  <a:pt x="177800" y="428625"/>
                </a:lnTo>
                <a:lnTo>
                  <a:pt x="165100" y="417575"/>
                </a:lnTo>
                <a:lnTo>
                  <a:pt x="146050" y="411225"/>
                </a:lnTo>
                <a:lnTo>
                  <a:pt x="134874" y="398525"/>
                </a:lnTo>
                <a:lnTo>
                  <a:pt x="122174" y="379475"/>
                </a:lnTo>
                <a:lnTo>
                  <a:pt x="109474" y="368300"/>
                </a:lnTo>
                <a:lnTo>
                  <a:pt x="98425" y="349250"/>
                </a:lnTo>
                <a:lnTo>
                  <a:pt x="92075" y="336550"/>
                </a:lnTo>
                <a:lnTo>
                  <a:pt x="85725" y="319150"/>
                </a:lnTo>
                <a:lnTo>
                  <a:pt x="79375" y="300100"/>
                </a:lnTo>
                <a:lnTo>
                  <a:pt x="79375" y="220725"/>
                </a:lnTo>
                <a:lnTo>
                  <a:pt x="85725" y="201675"/>
                </a:lnTo>
                <a:lnTo>
                  <a:pt x="92075" y="184150"/>
                </a:lnTo>
                <a:lnTo>
                  <a:pt x="98425" y="165100"/>
                </a:lnTo>
                <a:lnTo>
                  <a:pt x="109474" y="154050"/>
                </a:lnTo>
                <a:lnTo>
                  <a:pt x="122174" y="135000"/>
                </a:lnTo>
                <a:lnTo>
                  <a:pt x="146050" y="111125"/>
                </a:lnTo>
                <a:lnTo>
                  <a:pt x="184150" y="85725"/>
                </a:lnTo>
                <a:lnTo>
                  <a:pt x="201549" y="79375"/>
                </a:lnTo>
                <a:lnTo>
                  <a:pt x="220599" y="73025"/>
                </a:lnTo>
                <a:lnTo>
                  <a:pt x="238125" y="73025"/>
                </a:lnTo>
                <a:lnTo>
                  <a:pt x="257175" y="68325"/>
                </a:lnTo>
                <a:lnTo>
                  <a:pt x="452500" y="68325"/>
                </a:lnTo>
                <a:lnTo>
                  <a:pt x="452500" y="42925"/>
                </a:lnTo>
                <a:lnTo>
                  <a:pt x="441325" y="36575"/>
                </a:lnTo>
                <a:lnTo>
                  <a:pt x="428625" y="30225"/>
                </a:lnTo>
                <a:lnTo>
                  <a:pt x="415925" y="25400"/>
                </a:lnTo>
                <a:lnTo>
                  <a:pt x="404875" y="25400"/>
                </a:lnTo>
                <a:lnTo>
                  <a:pt x="398525" y="19050"/>
                </a:lnTo>
                <a:lnTo>
                  <a:pt x="385825" y="12700"/>
                </a:lnTo>
                <a:close/>
              </a:path>
              <a:path w="452754" h="520700">
                <a:moveTo>
                  <a:pt x="452500" y="392175"/>
                </a:moveTo>
                <a:lnTo>
                  <a:pt x="441325" y="398525"/>
                </a:lnTo>
                <a:lnTo>
                  <a:pt x="434975" y="404875"/>
                </a:lnTo>
                <a:lnTo>
                  <a:pt x="409575" y="417575"/>
                </a:lnTo>
                <a:lnTo>
                  <a:pt x="398525" y="422275"/>
                </a:lnTo>
                <a:lnTo>
                  <a:pt x="385825" y="428625"/>
                </a:lnTo>
                <a:lnTo>
                  <a:pt x="373125" y="428625"/>
                </a:lnTo>
                <a:lnTo>
                  <a:pt x="361950" y="434975"/>
                </a:lnTo>
                <a:lnTo>
                  <a:pt x="355600" y="441325"/>
                </a:lnTo>
                <a:lnTo>
                  <a:pt x="342900" y="441325"/>
                </a:lnTo>
                <a:lnTo>
                  <a:pt x="330200" y="447675"/>
                </a:lnTo>
                <a:lnTo>
                  <a:pt x="452500" y="447675"/>
                </a:lnTo>
                <a:lnTo>
                  <a:pt x="452500" y="392175"/>
                </a:lnTo>
                <a:close/>
              </a:path>
              <a:path w="452754" h="520700">
                <a:moveTo>
                  <a:pt x="452500" y="68325"/>
                </a:moveTo>
                <a:lnTo>
                  <a:pt x="319150" y="68325"/>
                </a:lnTo>
                <a:lnTo>
                  <a:pt x="330200" y="73025"/>
                </a:lnTo>
                <a:lnTo>
                  <a:pt x="342900" y="73025"/>
                </a:lnTo>
                <a:lnTo>
                  <a:pt x="349250" y="79375"/>
                </a:lnTo>
                <a:lnTo>
                  <a:pt x="361950" y="79375"/>
                </a:lnTo>
                <a:lnTo>
                  <a:pt x="373125" y="85725"/>
                </a:lnTo>
                <a:lnTo>
                  <a:pt x="379475" y="85725"/>
                </a:lnTo>
                <a:lnTo>
                  <a:pt x="404875" y="98425"/>
                </a:lnTo>
                <a:lnTo>
                  <a:pt x="415925" y="98425"/>
                </a:lnTo>
                <a:lnTo>
                  <a:pt x="441325" y="111125"/>
                </a:lnTo>
                <a:lnTo>
                  <a:pt x="452500" y="115950"/>
                </a:lnTo>
                <a:lnTo>
                  <a:pt x="452500" y="68325"/>
                </a:lnTo>
                <a:close/>
              </a:path>
              <a:path w="452754" h="520700">
                <a:moveTo>
                  <a:pt x="355600" y="6350"/>
                </a:moveTo>
                <a:lnTo>
                  <a:pt x="207899" y="6350"/>
                </a:lnTo>
                <a:lnTo>
                  <a:pt x="195199" y="12700"/>
                </a:lnTo>
                <a:lnTo>
                  <a:pt x="361950" y="12700"/>
                </a:lnTo>
                <a:lnTo>
                  <a:pt x="355600" y="6350"/>
                </a:lnTo>
                <a:close/>
              </a:path>
              <a:path w="452754" h="520700">
                <a:moveTo>
                  <a:pt x="323850" y="0"/>
                </a:moveTo>
                <a:lnTo>
                  <a:pt x="231775" y="0"/>
                </a:lnTo>
                <a:lnTo>
                  <a:pt x="220599" y="6350"/>
                </a:lnTo>
                <a:lnTo>
                  <a:pt x="330200" y="6350"/>
                </a:lnTo>
                <a:lnTo>
                  <a:pt x="323850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9" name="object 18"/>
          <p:cNvSpPr>
            <a:spLocks noChangeArrowheads="1"/>
          </p:cNvSpPr>
          <p:nvPr/>
        </p:nvSpPr>
        <p:spPr bwMode="auto">
          <a:xfrm>
            <a:off x="7450139" y="4135438"/>
            <a:ext cx="490537" cy="501650"/>
          </a:xfrm>
          <a:custGeom>
            <a:avLst/>
            <a:gdLst>
              <a:gd name="T0" fmla="*/ 0 w 490854"/>
              <a:gd name="T1" fmla="*/ 0 h 501650"/>
              <a:gd name="T2" fmla="*/ 490854 w 490854"/>
              <a:gd name="T3" fmla="*/ 501650 h 501650"/>
            </a:gdLst>
            <a:ahLst/>
            <a:cxnLst/>
            <a:rect l="T0" t="T1" r="T2" b="T3"/>
            <a:pathLst>
              <a:path w="490854" h="501650">
                <a:moveTo>
                  <a:pt x="269875" y="0"/>
                </a:moveTo>
                <a:lnTo>
                  <a:pt x="220599" y="0"/>
                </a:lnTo>
                <a:lnTo>
                  <a:pt x="0" y="501650"/>
                </a:lnTo>
                <a:lnTo>
                  <a:pt x="73025" y="501650"/>
                </a:lnTo>
                <a:lnTo>
                  <a:pt x="141224" y="355600"/>
                </a:lnTo>
                <a:lnTo>
                  <a:pt x="426248" y="355600"/>
                </a:lnTo>
                <a:lnTo>
                  <a:pt x="399051" y="293750"/>
                </a:lnTo>
                <a:lnTo>
                  <a:pt x="165100" y="293750"/>
                </a:lnTo>
                <a:lnTo>
                  <a:pt x="245999" y="109600"/>
                </a:lnTo>
                <a:lnTo>
                  <a:pt x="318071" y="109600"/>
                </a:lnTo>
                <a:lnTo>
                  <a:pt x="269875" y="0"/>
                </a:lnTo>
                <a:close/>
              </a:path>
              <a:path w="490854" h="501650">
                <a:moveTo>
                  <a:pt x="426248" y="355600"/>
                </a:moveTo>
                <a:lnTo>
                  <a:pt x="355600" y="355600"/>
                </a:lnTo>
                <a:lnTo>
                  <a:pt x="417449" y="501650"/>
                </a:lnTo>
                <a:lnTo>
                  <a:pt x="490474" y="501650"/>
                </a:lnTo>
                <a:lnTo>
                  <a:pt x="426248" y="355600"/>
                </a:lnTo>
                <a:close/>
              </a:path>
              <a:path w="490854" h="501650">
                <a:moveTo>
                  <a:pt x="318071" y="109600"/>
                </a:moveTo>
                <a:lnTo>
                  <a:pt x="245999" y="109600"/>
                </a:lnTo>
                <a:lnTo>
                  <a:pt x="325374" y="293750"/>
                </a:lnTo>
                <a:lnTo>
                  <a:pt x="399051" y="293750"/>
                </a:lnTo>
                <a:lnTo>
                  <a:pt x="318071" y="10960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0" name="object 19"/>
          <p:cNvSpPr>
            <a:spLocks noChangeArrowheads="1"/>
          </p:cNvSpPr>
          <p:nvPr/>
        </p:nvSpPr>
        <p:spPr bwMode="auto">
          <a:xfrm>
            <a:off x="7964489" y="4135438"/>
            <a:ext cx="434975" cy="514350"/>
          </a:xfrm>
          <a:custGeom>
            <a:avLst/>
            <a:gdLst>
              <a:gd name="T0" fmla="*/ 0 w 434975"/>
              <a:gd name="T1" fmla="*/ 0 h 514350"/>
              <a:gd name="T2" fmla="*/ 434975 w 434975"/>
              <a:gd name="T3" fmla="*/ 514350 h 514350"/>
            </a:gdLst>
            <a:ahLst/>
            <a:cxnLst/>
            <a:rect l="T0" t="T1" r="T2" b="T3"/>
            <a:pathLst>
              <a:path w="434975" h="514350">
                <a:moveTo>
                  <a:pt x="282575" y="501650"/>
                </a:moveTo>
                <a:lnTo>
                  <a:pt x="147574" y="501650"/>
                </a:lnTo>
                <a:lnTo>
                  <a:pt x="160274" y="508000"/>
                </a:lnTo>
                <a:lnTo>
                  <a:pt x="190500" y="508000"/>
                </a:lnTo>
                <a:lnTo>
                  <a:pt x="203200" y="514350"/>
                </a:lnTo>
                <a:lnTo>
                  <a:pt x="239649" y="514350"/>
                </a:lnTo>
                <a:lnTo>
                  <a:pt x="263525" y="508000"/>
                </a:lnTo>
                <a:lnTo>
                  <a:pt x="282575" y="501650"/>
                </a:lnTo>
                <a:close/>
              </a:path>
              <a:path w="434975" h="514350">
                <a:moveTo>
                  <a:pt x="74549" y="0"/>
                </a:moveTo>
                <a:lnTo>
                  <a:pt x="0" y="0"/>
                </a:lnTo>
                <a:lnTo>
                  <a:pt x="0" y="355600"/>
                </a:lnTo>
                <a:lnTo>
                  <a:pt x="6350" y="368300"/>
                </a:lnTo>
                <a:lnTo>
                  <a:pt x="6350" y="379475"/>
                </a:lnTo>
                <a:lnTo>
                  <a:pt x="12700" y="385825"/>
                </a:lnTo>
                <a:lnTo>
                  <a:pt x="12700" y="404875"/>
                </a:lnTo>
                <a:lnTo>
                  <a:pt x="19050" y="411225"/>
                </a:lnTo>
                <a:lnTo>
                  <a:pt x="25400" y="415925"/>
                </a:lnTo>
                <a:lnTo>
                  <a:pt x="25400" y="422275"/>
                </a:lnTo>
                <a:lnTo>
                  <a:pt x="38100" y="434975"/>
                </a:lnTo>
                <a:lnTo>
                  <a:pt x="42799" y="441325"/>
                </a:lnTo>
                <a:lnTo>
                  <a:pt x="49149" y="454025"/>
                </a:lnTo>
                <a:lnTo>
                  <a:pt x="61849" y="458850"/>
                </a:lnTo>
                <a:lnTo>
                  <a:pt x="68199" y="465200"/>
                </a:lnTo>
                <a:lnTo>
                  <a:pt x="80899" y="471550"/>
                </a:lnTo>
                <a:lnTo>
                  <a:pt x="92075" y="484250"/>
                </a:lnTo>
                <a:lnTo>
                  <a:pt x="104775" y="484250"/>
                </a:lnTo>
                <a:lnTo>
                  <a:pt x="111125" y="490600"/>
                </a:lnTo>
                <a:lnTo>
                  <a:pt x="123825" y="496950"/>
                </a:lnTo>
                <a:lnTo>
                  <a:pt x="134874" y="501650"/>
                </a:lnTo>
                <a:lnTo>
                  <a:pt x="301625" y="501650"/>
                </a:lnTo>
                <a:lnTo>
                  <a:pt x="325374" y="490600"/>
                </a:lnTo>
                <a:lnTo>
                  <a:pt x="338074" y="484250"/>
                </a:lnTo>
                <a:lnTo>
                  <a:pt x="355600" y="471550"/>
                </a:lnTo>
                <a:lnTo>
                  <a:pt x="374650" y="458850"/>
                </a:lnTo>
                <a:lnTo>
                  <a:pt x="387350" y="447675"/>
                </a:lnTo>
                <a:lnTo>
                  <a:pt x="209550" y="447675"/>
                </a:lnTo>
                <a:lnTo>
                  <a:pt x="196850" y="441325"/>
                </a:lnTo>
                <a:lnTo>
                  <a:pt x="171450" y="441325"/>
                </a:lnTo>
                <a:lnTo>
                  <a:pt x="160274" y="434975"/>
                </a:lnTo>
                <a:lnTo>
                  <a:pt x="153924" y="434975"/>
                </a:lnTo>
                <a:lnTo>
                  <a:pt x="147574" y="428625"/>
                </a:lnTo>
                <a:lnTo>
                  <a:pt x="141224" y="428625"/>
                </a:lnTo>
                <a:lnTo>
                  <a:pt x="128524" y="422275"/>
                </a:lnTo>
                <a:lnTo>
                  <a:pt x="123825" y="422275"/>
                </a:lnTo>
                <a:lnTo>
                  <a:pt x="117475" y="415925"/>
                </a:lnTo>
                <a:lnTo>
                  <a:pt x="111125" y="411225"/>
                </a:lnTo>
                <a:lnTo>
                  <a:pt x="92075" y="392175"/>
                </a:lnTo>
                <a:lnTo>
                  <a:pt x="92075" y="385825"/>
                </a:lnTo>
                <a:lnTo>
                  <a:pt x="85725" y="385825"/>
                </a:lnTo>
                <a:lnTo>
                  <a:pt x="85725" y="373125"/>
                </a:lnTo>
                <a:lnTo>
                  <a:pt x="80899" y="373125"/>
                </a:lnTo>
                <a:lnTo>
                  <a:pt x="80899" y="361950"/>
                </a:lnTo>
                <a:lnTo>
                  <a:pt x="74549" y="355600"/>
                </a:lnTo>
                <a:lnTo>
                  <a:pt x="74549" y="0"/>
                </a:lnTo>
                <a:close/>
              </a:path>
              <a:path w="434975" h="514350">
                <a:moveTo>
                  <a:pt x="434975" y="0"/>
                </a:moveTo>
                <a:lnTo>
                  <a:pt x="361950" y="0"/>
                </a:lnTo>
                <a:lnTo>
                  <a:pt x="361950" y="336550"/>
                </a:lnTo>
                <a:lnTo>
                  <a:pt x="355600" y="349250"/>
                </a:lnTo>
                <a:lnTo>
                  <a:pt x="355600" y="361950"/>
                </a:lnTo>
                <a:lnTo>
                  <a:pt x="349250" y="373125"/>
                </a:lnTo>
                <a:lnTo>
                  <a:pt x="344424" y="379475"/>
                </a:lnTo>
                <a:lnTo>
                  <a:pt x="331724" y="404875"/>
                </a:lnTo>
                <a:lnTo>
                  <a:pt x="319024" y="411225"/>
                </a:lnTo>
                <a:lnTo>
                  <a:pt x="312674" y="415925"/>
                </a:lnTo>
                <a:lnTo>
                  <a:pt x="301625" y="422275"/>
                </a:lnTo>
                <a:lnTo>
                  <a:pt x="263525" y="441325"/>
                </a:lnTo>
                <a:lnTo>
                  <a:pt x="245999" y="441325"/>
                </a:lnTo>
                <a:lnTo>
                  <a:pt x="233299" y="447675"/>
                </a:lnTo>
                <a:lnTo>
                  <a:pt x="387350" y="447675"/>
                </a:lnTo>
                <a:lnTo>
                  <a:pt x="398399" y="434975"/>
                </a:lnTo>
                <a:lnTo>
                  <a:pt x="411099" y="415925"/>
                </a:lnTo>
                <a:lnTo>
                  <a:pt x="417449" y="398525"/>
                </a:lnTo>
                <a:lnTo>
                  <a:pt x="423799" y="379475"/>
                </a:lnTo>
                <a:lnTo>
                  <a:pt x="430149" y="361950"/>
                </a:lnTo>
                <a:lnTo>
                  <a:pt x="430149" y="342900"/>
                </a:lnTo>
                <a:lnTo>
                  <a:pt x="434975" y="325500"/>
                </a:lnTo>
                <a:lnTo>
                  <a:pt x="434975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1" name="object 20"/>
          <p:cNvSpPr>
            <a:spLocks noChangeArrowheads="1"/>
          </p:cNvSpPr>
          <p:nvPr/>
        </p:nvSpPr>
        <p:spPr bwMode="auto">
          <a:xfrm>
            <a:off x="8675688" y="4202114"/>
            <a:ext cx="0" cy="434975"/>
          </a:xfrm>
          <a:custGeom>
            <a:avLst/>
            <a:gdLst>
              <a:gd name="T0" fmla="*/ 0 h 434975"/>
              <a:gd name="T1" fmla="*/ 434975 h 434975"/>
            </a:gdLst>
            <a:ahLst/>
            <a:cxnLst/>
            <a:rect l="0" t="T0" r="0" b="T1"/>
            <a:pathLst>
              <a:path h="434975">
                <a:moveTo>
                  <a:pt x="0" y="0"/>
                </a:moveTo>
                <a:lnTo>
                  <a:pt x="0" y="434975"/>
                </a:lnTo>
              </a:path>
            </a:pathLst>
          </a:custGeom>
          <a:noFill/>
          <a:ln w="73025">
            <a:solidFill>
              <a:srgbClr val="FDF8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2" name="object 21"/>
          <p:cNvSpPr>
            <a:spLocks noChangeArrowheads="1"/>
          </p:cNvSpPr>
          <p:nvPr/>
        </p:nvSpPr>
        <p:spPr bwMode="auto">
          <a:xfrm>
            <a:off x="8455026" y="4168775"/>
            <a:ext cx="441325" cy="0"/>
          </a:xfrm>
          <a:custGeom>
            <a:avLst/>
            <a:gdLst>
              <a:gd name="T0" fmla="*/ 0 w 441325"/>
              <a:gd name="T1" fmla="*/ 441325 w 441325"/>
            </a:gdLst>
            <a:ahLst/>
            <a:cxnLst/>
            <a:rect l="T0" t="0" r="T1" b="0"/>
            <a:pathLst>
              <a:path w="441325">
                <a:moveTo>
                  <a:pt x="0" y="0"/>
                </a:moveTo>
                <a:lnTo>
                  <a:pt x="441325" y="0"/>
                </a:lnTo>
              </a:path>
            </a:pathLst>
          </a:custGeom>
          <a:noFill/>
          <a:ln w="66675">
            <a:solidFill>
              <a:srgbClr val="FDF8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3" name="object 22"/>
          <p:cNvSpPr>
            <a:spLocks noChangeArrowheads="1"/>
          </p:cNvSpPr>
          <p:nvPr/>
        </p:nvSpPr>
        <p:spPr bwMode="auto">
          <a:xfrm>
            <a:off x="8991600" y="4135438"/>
            <a:ext cx="0" cy="501650"/>
          </a:xfrm>
          <a:custGeom>
            <a:avLst/>
            <a:gdLst>
              <a:gd name="T0" fmla="*/ 0 h 501650"/>
              <a:gd name="T1" fmla="*/ 501650 h 501650"/>
            </a:gdLst>
            <a:ahLst/>
            <a:cxnLst/>
            <a:rect l="0" t="T0" r="0" b="T1"/>
            <a:pathLst>
              <a:path h="501650">
                <a:moveTo>
                  <a:pt x="0" y="0"/>
                </a:moveTo>
                <a:lnTo>
                  <a:pt x="0" y="501650"/>
                </a:lnTo>
              </a:path>
            </a:pathLst>
          </a:custGeom>
          <a:noFill/>
          <a:ln w="66675">
            <a:solidFill>
              <a:srgbClr val="FDF8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4" name="object 23"/>
          <p:cNvSpPr>
            <a:spLocks noChangeArrowheads="1"/>
          </p:cNvSpPr>
          <p:nvPr/>
        </p:nvSpPr>
        <p:spPr bwMode="auto">
          <a:xfrm>
            <a:off x="9110663" y="4129088"/>
            <a:ext cx="533400" cy="520700"/>
          </a:xfrm>
          <a:custGeom>
            <a:avLst/>
            <a:gdLst>
              <a:gd name="T0" fmla="*/ 0 w 533400"/>
              <a:gd name="T1" fmla="*/ 0 h 520700"/>
              <a:gd name="T2" fmla="*/ 533400 w 533400"/>
              <a:gd name="T3" fmla="*/ 520700 h 520700"/>
            </a:gdLst>
            <a:ahLst/>
            <a:cxnLst/>
            <a:rect l="T0" t="T1" r="T2" b="T3"/>
            <a:pathLst>
              <a:path w="533400" h="520700">
                <a:moveTo>
                  <a:pt x="293624" y="514350"/>
                </a:moveTo>
                <a:lnTo>
                  <a:pt x="239649" y="514350"/>
                </a:lnTo>
                <a:lnTo>
                  <a:pt x="250825" y="520700"/>
                </a:lnTo>
                <a:lnTo>
                  <a:pt x="282575" y="520700"/>
                </a:lnTo>
                <a:lnTo>
                  <a:pt x="293624" y="514350"/>
                </a:lnTo>
                <a:close/>
              </a:path>
              <a:path w="533400" h="520700">
                <a:moveTo>
                  <a:pt x="331724" y="508000"/>
                </a:moveTo>
                <a:lnTo>
                  <a:pt x="203200" y="508000"/>
                </a:lnTo>
                <a:lnTo>
                  <a:pt x="214249" y="514350"/>
                </a:lnTo>
                <a:lnTo>
                  <a:pt x="319024" y="514350"/>
                </a:lnTo>
                <a:lnTo>
                  <a:pt x="331724" y="508000"/>
                </a:lnTo>
                <a:close/>
              </a:path>
              <a:path w="533400" h="520700">
                <a:moveTo>
                  <a:pt x="355600" y="12700"/>
                </a:moveTo>
                <a:lnTo>
                  <a:pt x="177800" y="12700"/>
                </a:lnTo>
                <a:lnTo>
                  <a:pt x="165100" y="19050"/>
                </a:lnTo>
                <a:lnTo>
                  <a:pt x="153924" y="25400"/>
                </a:lnTo>
                <a:lnTo>
                  <a:pt x="141224" y="30225"/>
                </a:lnTo>
                <a:lnTo>
                  <a:pt x="115824" y="42925"/>
                </a:lnTo>
                <a:lnTo>
                  <a:pt x="111125" y="49275"/>
                </a:lnTo>
                <a:lnTo>
                  <a:pt x="98425" y="55625"/>
                </a:lnTo>
                <a:lnTo>
                  <a:pt x="85725" y="68325"/>
                </a:lnTo>
                <a:lnTo>
                  <a:pt x="79375" y="73025"/>
                </a:lnTo>
                <a:lnTo>
                  <a:pt x="68199" y="85725"/>
                </a:lnTo>
                <a:lnTo>
                  <a:pt x="49149" y="104775"/>
                </a:lnTo>
                <a:lnTo>
                  <a:pt x="42799" y="115950"/>
                </a:lnTo>
                <a:lnTo>
                  <a:pt x="36449" y="122300"/>
                </a:lnTo>
                <a:lnTo>
                  <a:pt x="30099" y="135000"/>
                </a:lnTo>
                <a:lnTo>
                  <a:pt x="25400" y="147700"/>
                </a:lnTo>
                <a:lnTo>
                  <a:pt x="19050" y="158750"/>
                </a:lnTo>
                <a:lnTo>
                  <a:pt x="12700" y="171450"/>
                </a:lnTo>
                <a:lnTo>
                  <a:pt x="12700" y="184150"/>
                </a:lnTo>
                <a:lnTo>
                  <a:pt x="6350" y="196850"/>
                </a:lnTo>
                <a:lnTo>
                  <a:pt x="6350" y="208025"/>
                </a:lnTo>
                <a:lnTo>
                  <a:pt x="0" y="220725"/>
                </a:lnTo>
                <a:lnTo>
                  <a:pt x="0" y="293750"/>
                </a:lnTo>
                <a:lnTo>
                  <a:pt x="6350" y="306450"/>
                </a:lnTo>
                <a:lnTo>
                  <a:pt x="6350" y="319150"/>
                </a:lnTo>
                <a:lnTo>
                  <a:pt x="12700" y="331850"/>
                </a:lnTo>
                <a:lnTo>
                  <a:pt x="12700" y="342900"/>
                </a:lnTo>
                <a:lnTo>
                  <a:pt x="25400" y="368300"/>
                </a:lnTo>
                <a:lnTo>
                  <a:pt x="30099" y="379475"/>
                </a:lnTo>
                <a:lnTo>
                  <a:pt x="42799" y="404875"/>
                </a:lnTo>
                <a:lnTo>
                  <a:pt x="49149" y="411225"/>
                </a:lnTo>
                <a:lnTo>
                  <a:pt x="61849" y="422275"/>
                </a:lnTo>
                <a:lnTo>
                  <a:pt x="68199" y="434975"/>
                </a:lnTo>
                <a:lnTo>
                  <a:pt x="79375" y="441325"/>
                </a:lnTo>
                <a:lnTo>
                  <a:pt x="85725" y="454025"/>
                </a:lnTo>
                <a:lnTo>
                  <a:pt x="98425" y="460375"/>
                </a:lnTo>
                <a:lnTo>
                  <a:pt x="104775" y="465200"/>
                </a:lnTo>
                <a:lnTo>
                  <a:pt x="115824" y="477900"/>
                </a:lnTo>
                <a:lnTo>
                  <a:pt x="153924" y="496950"/>
                </a:lnTo>
                <a:lnTo>
                  <a:pt x="165100" y="496950"/>
                </a:lnTo>
                <a:lnTo>
                  <a:pt x="177800" y="503300"/>
                </a:lnTo>
                <a:lnTo>
                  <a:pt x="190500" y="508000"/>
                </a:lnTo>
                <a:lnTo>
                  <a:pt x="342900" y="508000"/>
                </a:lnTo>
                <a:lnTo>
                  <a:pt x="355600" y="503300"/>
                </a:lnTo>
                <a:lnTo>
                  <a:pt x="368300" y="503300"/>
                </a:lnTo>
                <a:lnTo>
                  <a:pt x="379349" y="496950"/>
                </a:lnTo>
                <a:lnTo>
                  <a:pt x="417449" y="477900"/>
                </a:lnTo>
                <a:lnTo>
                  <a:pt x="428625" y="465200"/>
                </a:lnTo>
                <a:lnTo>
                  <a:pt x="434975" y="460375"/>
                </a:lnTo>
                <a:lnTo>
                  <a:pt x="447675" y="454025"/>
                </a:lnTo>
                <a:lnTo>
                  <a:pt x="454025" y="447675"/>
                </a:lnTo>
                <a:lnTo>
                  <a:pt x="220599" y="447675"/>
                </a:lnTo>
                <a:lnTo>
                  <a:pt x="207899" y="441325"/>
                </a:lnTo>
                <a:lnTo>
                  <a:pt x="203200" y="441325"/>
                </a:lnTo>
                <a:lnTo>
                  <a:pt x="190500" y="434975"/>
                </a:lnTo>
                <a:lnTo>
                  <a:pt x="184150" y="428625"/>
                </a:lnTo>
                <a:lnTo>
                  <a:pt x="177800" y="428625"/>
                </a:lnTo>
                <a:lnTo>
                  <a:pt x="165100" y="422275"/>
                </a:lnTo>
                <a:lnTo>
                  <a:pt x="160274" y="417575"/>
                </a:lnTo>
                <a:lnTo>
                  <a:pt x="147574" y="404875"/>
                </a:lnTo>
                <a:lnTo>
                  <a:pt x="134874" y="398525"/>
                </a:lnTo>
                <a:lnTo>
                  <a:pt x="115824" y="379475"/>
                </a:lnTo>
                <a:lnTo>
                  <a:pt x="111125" y="374650"/>
                </a:lnTo>
                <a:lnTo>
                  <a:pt x="104775" y="368300"/>
                </a:lnTo>
                <a:lnTo>
                  <a:pt x="104775" y="355600"/>
                </a:lnTo>
                <a:lnTo>
                  <a:pt x="92075" y="342900"/>
                </a:lnTo>
                <a:lnTo>
                  <a:pt x="92075" y="331850"/>
                </a:lnTo>
                <a:lnTo>
                  <a:pt x="85725" y="325500"/>
                </a:lnTo>
                <a:lnTo>
                  <a:pt x="85725" y="312800"/>
                </a:lnTo>
                <a:lnTo>
                  <a:pt x="79375" y="306450"/>
                </a:lnTo>
                <a:lnTo>
                  <a:pt x="79375" y="288925"/>
                </a:lnTo>
                <a:lnTo>
                  <a:pt x="73025" y="276225"/>
                </a:lnTo>
                <a:lnTo>
                  <a:pt x="73025" y="239775"/>
                </a:lnTo>
                <a:lnTo>
                  <a:pt x="79375" y="233425"/>
                </a:lnTo>
                <a:lnTo>
                  <a:pt x="79375" y="214375"/>
                </a:lnTo>
                <a:lnTo>
                  <a:pt x="85725" y="201675"/>
                </a:lnTo>
                <a:lnTo>
                  <a:pt x="85725" y="196850"/>
                </a:lnTo>
                <a:lnTo>
                  <a:pt x="92075" y="184150"/>
                </a:lnTo>
                <a:lnTo>
                  <a:pt x="92075" y="177800"/>
                </a:lnTo>
                <a:lnTo>
                  <a:pt x="98425" y="165100"/>
                </a:lnTo>
                <a:lnTo>
                  <a:pt x="104775" y="158750"/>
                </a:lnTo>
                <a:lnTo>
                  <a:pt x="104775" y="154050"/>
                </a:lnTo>
                <a:lnTo>
                  <a:pt x="111125" y="147700"/>
                </a:lnTo>
                <a:lnTo>
                  <a:pt x="115824" y="135000"/>
                </a:lnTo>
                <a:lnTo>
                  <a:pt x="128524" y="122300"/>
                </a:lnTo>
                <a:lnTo>
                  <a:pt x="141224" y="115950"/>
                </a:lnTo>
                <a:lnTo>
                  <a:pt x="147574" y="111125"/>
                </a:lnTo>
                <a:lnTo>
                  <a:pt x="160274" y="98425"/>
                </a:lnTo>
                <a:lnTo>
                  <a:pt x="171450" y="92075"/>
                </a:lnTo>
                <a:lnTo>
                  <a:pt x="177800" y="92075"/>
                </a:lnTo>
                <a:lnTo>
                  <a:pt x="184150" y="85725"/>
                </a:lnTo>
                <a:lnTo>
                  <a:pt x="196850" y="79375"/>
                </a:lnTo>
                <a:lnTo>
                  <a:pt x="203200" y="79375"/>
                </a:lnTo>
                <a:lnTo>
                  <a:pt x="214249" y="73025"/>
                </a:lnTo>
                <a:lnTo>
                  <a:pt x="226949" y="73025"/>
                </a:lnTo>
                <a:lnTo>
                  <a:pt x="239649" y="68325"/>
                </a:lnTo>
                <a:lnTo>
                  <a:pt x="447675" y="68325"/>
                </a:lnTo>
                <a:lnTo>
                  <a:pt x="434975" y="61975"/>
                </a:lnTo>
                <a:lnTo>
                  <a:pt x="428625" y="49275"/>
                </a:lnTo>
                <a:lnTo>
                  <a:pt x="417449" y="42925"/>
                </a:lnTo>
                <a:lnTo>
                  <a:pt x="392049" y="30225"/>
                </a:lnTo>
                <a:lnTo>
                  <a:pt x="379349" y="25400"/>
                </a:lnTo>
                <a:lnTo>
                  <a:pt x="368300" y="19050"/>
                </a:lnTo>
                <a:lnTo>
                  <a:pt x="355600" y="12700"/>
                </a:lnTo>
                <a:close/>
              </a:path>
              <a:path w="533400" h="520700">
                <a:moveTo>
                  <a:pt x="447675" y="68325"/>
                </a:moveTo>
                <a:lnTo>
                  <a:pt x="293624" y="68325"/>
                </a:lnTo>
                <a:lnTo>
                  <a:pt x="306324" y="73025"/>
                </a:lnTo>
                <a:lnTo>
                  <a:pt x="325374" y="73025"/>
                </a:lnTo>
                <a:lnTo>
                  <a:pt x="331724" y="79375"/>
                </a:lnTo>
                <a:lnTo>
                  <a:pt x="336550" y="79375"/>
                </a:lnTo>
                <a:lnTo>
                  <a:pt x="349250" y="85725"/>
                </a:lnTo>
                <a:lnTo>
                  <a:pt x="355600" y="92075"/>
                </a:lnTo>
                <a:lnTo>
                  <a:pt x="368300" y="92075"/>
                </a:lnTo>
                <a:lnTo>
                  <a:pt x="374650" y="98425"/>
                </a:lnTo>
                <a:lnTo>
                  <a:pt x="379349" y="104775"/>
                </a:lnTo>
                <a:lnTo>
                  <a:pt x="385699" y="111125"/>
                </a:lnTo>
                <a:lnTo>
                  <a:pt x="392049" y="115950"/>
                </a:lnTo>
                <a:lnTo>
                  <a:pt x="404749" y="122300"/>
                </a:lnTo>
                <a:lnTo>
                  <a:pt x="411099" y="128650"/>
                </a:lnTo>
                <a:lnTo>
                  <a:pt x="417449" y="141350"/>
                </a:lnTo>
                <a:lnTo>
                  <a:pt x="422275" y="147700"/>
                </a:lnTo>
                <a:lnTo>
                  <a:pt x="428625" y="154050"/>
                </a:lnTo>
                <a:lnTo>
                  <a:pt x="428625" y="158750"/>
                </a:lnTo>
                <a:lnTo>
                  <a:pt x="434975" y="171450"/>
                </a:lnTo>
                <a:lnTo>
                  <a:pt x="441325" y="177800"/>
                </a:lnTo>
                <a:lnTo>
                  <a:pt x="441325" y="184150"/>
                </a:lnTo>
                <a:lnTo>
                  <a:pt x="447675" y="196850"/>
                </a:lnTo>
                <a:lnTo>
                  <a:pt x="447675" y="201675"/>
                </a:lnTo>
                <a:lnTo>
                  <a:pt x="454025" y="214375"/>
                </a:lnTo>
                <a:lnTo>
                  <a:pt x="454025" y="233425"/>
                </a:lnTo>
                <a:lnTo>
                  <a:pt x="460375" y="239775"/>
                </a:lnTo>
                <a:lnTo>
                  <a:pt x="460375" y="276225"/>
                </a:lnTo>
                <a:lnTo>
                  <a:pt x="454025" y="288925"/>
                </a:lnTo>
                <a:lnTo>
                  <a:pt x="454025" y="306450"/>
                </a:lnTo>
                <a:lnTo>
                  <a:pt x="447675" y="312800"/>
                </a:lnTo>
                <a:lnTo>
                  <a:pt x="447675" y="325500"/>
                </a:lnTo>
                <a:lnTo>
                  <a:pt x="441325" y="331850"/>
                </a:lnTo>
                <a:lnTo>
                  <a:pt x="441325" y="342900"/>
                </a:lnTo>
                <a:lnTo>
                  <a:pt x="428625" y="355600"/>
                </a:lnTo>
                <a:lnTo>
                  <a:pt x="428625" y="368300"/>
                </a:lnTo>
                <a:lnTo>
                  <a:pt x="398399" y="398525"/>
                </a:lnTo>
                <a:lnTo>
                  <a:pt x="385699" y="404875"/>
                </a:lnTo>
                <a:lnTo>
                  <a:pt x="379349" y="411225"/>
                </a:lnTo>
                <a:lnTo>
                  <a:pt x="374650" y="417575"/>
                </a:lnTo>
                <a:lnTo>
                  <a:pt x="368300" y="422275"/>
                </a:lnTo>
                <a:lnTo>
                  <a:pt x="355600" y="428625"/>
                </a:lnTo>
                <a:lnTo>
                  <a:pt x="349250" y="434975"/>
                </a:lnTo>
                <a:lnTo>
                  <a:pt x="342900" y="434975"/>
                </a:lnTo>
                <a:lnTo>
                  <a:pt x="331724" y="441325"/>
                </a:lnTo>
                <a:lnTo>
                  <a:pt x="325374" y="441325"/>
                </a:lnTo>
                <a:lnTo>
                  <a:pt x="312674" y="447675"/>
                </a:lnTo>
                <a:lnTo>
                  <a:pt x="454025" y="447675"/>
                </a:lnTo>
                <a:lnTo>
                  <a:pt x="460375" y="441325"/>
                </a:lnTo>
                <a:lnTo>
                  <a:pt x="465074" y="434975"/>
                </a:lnTo>
                <a:lnTo>
                  <a:pt x="471424" y="422275"/>
                </a:lnTo>
                <a:lnTo>
                  <a:pt x="484124" y="417575"/>
                </a:lnTo>
                <a:lnTo>
                  <a:pt x="503174" y="379475"/>
                </a:lnTo>
                <a:lnTo>
                  <a:pt x="509524" y="374650"/>
                </a:lnTo>
                <a:lnTo>
                  <a:pt x="514350" y="361950"/>
                </a:lnTo>
                <a:lnTo>
                  <a:pt x="520700" y="349250"/>
                </a:lnTo>
                <a:lnTo>
                  <a:pt x="520700" y="336550"/>
                </a:lnTo>
                <a:lnTo>
                  <a:pt x="527050" y="325500"/>
                </a:lnTo>
                <a:lnTo>
                  <a:pt x="527050" y="312800"/>
                </a:lnTo>
                <a:lnTo>
                  <a:pt x="533400" y="300100"/>
                </a:lnTo>
                <a:lnTo>
                  <a:pt x="533400" y="220725"/>
                </a:lnTo>
                <a:lnTo>
                  <a:pt x="527050" y="208025"/>
                </a:lnTo>
                <a:lnTo>
                  <a:pt x="527050" y="196850"/>
                </a:lnTo>
                <a:lnTo>
                  <a:pt x="520700" y="184150"/>
                </a:lnTo>
                <a:lnTo>
                  <a:pt x="520700" y="171450"/>
                </a:lnTo>
                <a:lnTo>
                  <a:pt x="514350" y="158750"/>
                </a:lnTo>
                <a:lnTo>
                  <a:pt x="509524" y="147700"/>
                </a:lnTo>
                <a:lnTo>
                  <a:pt x="503174" y="135000"/>
                </a:lnTo>
                <a:lnTo>
                  <a:pt x="496824" y="128650"/>
                </a:lnTo>
                <a:lnTo>
                  <a:pt x="490474" y="115950"/>
                </a:lnTo>
                <a:lnTo>
                  <a:pt x="484124" y="104775"/>
                </a:lnTo>
                <a:lnTo>
                  <a:pt x="471424" y="98425"/>
                </a:lnTo>
                <a:lnTo>
                  <a:pt x="465074" y="85725"/>
                </a:lnTo>
                <a:lnTo>
                  <a:pt x="454025" y="73025"/>
                </a:lnTo>
                <a:lnTo>
                  <a:pt x="447675" y="68325"/>
                </a:lnTo>
                <a:close/>
              </a:path>
              <a:path w="533400" h="520700">
                <a:moveTo>
                  <a:pt x="331724" y="6350"/>
                </a:moveTo>
                <a:lnTo>
                  <a:pt x="203200" y="6350"/>
                </a:lnTo>
                <a:lnTo>
                  <a:pt x="190500" y="12700"/>
                </a:lnTo>
                <a:lnTo>
                  <a:pt x="342900" y="12700"/>
                </a:lnTo>
                <a:lnTo>
                  <a:pt x="331724" y="6350"/>
                </a:lnTo>
                <a:close/>
              </a:path>
              <a:path w="533400" h="520700">
                <a:moveTo>
                  <a:pt x="306324" y="0"/>
                </a:moveTo>
                <a:lnTo>
                  <a:pt x="226949" y="0"/>
                </a:lnTo>
                <a:lnTo>
                  <a:pt x="214249" y="6350"/>
                </a:lnTo>
                <a:lnTo>
                  <a:pt x="319024" y="6350"/>
                </a:lnTo>
                <a:lnTo>
                  <a:pt x="306324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5" name="object 24"/>
          <p:cNvSpPr>
            <a:spLocks noChangeArrowheads="1"/>
          </p:cNvSpPr>
          <p:nvPr/>
        </p:nvSpPr>
        <p:spPr bwMode="auto">
          <a:xfrm>
            <a:off x="9723439" y="4135438"/>
            <a:ext cx="465137" cy="501650"/>
          </a:xfrm>
          <a:custGeom>
            <a:avLst/>
            <a:gdLst>
              <a:gd name="T0" fmla="*/ 0 w 465454"/>
              <a:gd name="T1" fmla="*/ 0 h 501650"/>
              <a:gd name="T2" fmla="*/ 465454 w 465454"/>
              <a:gd name="T3" fmla="*/ 501650 h 501650"/>
            </a:gdLst>
            <a:ahLst/>
            <a:cxnLst/>
            <a:rect l="T0" t="T1" r="T2" b="T3"/>
            <a:pathLst>
              <a:path w="465454" h="501650">
                <a:moveTo>
                  <a:pt x="68199" y="0"/>
                </a:moveTo>
                <a:lnTo>
                  <a:pt x="0" y="0"/>
                </a:lnTo>
                <a:lnTo>
                  <a:pt x="0" y="501650"/>
                </a:lnTo>
                <a:lnTo>
                  <a:pt x="73025" y="501650"/>
                </a:lnTo>
                <a:lnTo>
                  <a:pt x="73025" y="115950"/>
                </a:lnTo>
                <a:lnTo>
                  <a:pt x="165826" y="115950"/>
                </a:lnTo>
                <a:lnTo>
                  <a:pt x="68199" y="0"/>
                </a:lnTo>
                <a:close/>
              </a:path>
              <a:path w="465454" h="501650">
                <a:moveTo>
                  <a:pt x="165826" y="115950"/>
                </a:moveTo>
                <a:lnTo>
                  <a:pt x="73025" y="115950"/>
                </a:lnTo>
                <a:lnTo>
                  <a:pt x="404749" y="501650"/>
                </a:lnTo>
                <a:lnTo>
                  <a:pt x="465074" y="501650"/>
                </a:lnTo>
                <a:lnTo>
                  <a:pt x="465074" y="392175"/>
                </a:lnTo>
                <a:lnTo>
                  <a:pt x="398399" y="392175"/>
                </a:lnTo>
                <a:lnTo>
                  <a:pt x="165826" y="115950"/>
                </a:lnTo>
                <a:close/>
              </a:path>
              <a:path w="465454" h="501650">
                <a:moveTo>
                  <a:pt x="465074" y="0"/>
                </a:moveTo>
                <a:lnTo>
                  <a:pt x="398399" y="0"/>
                </a:lnTo>
                <a:lnTo>
                  <a:pt x="398399" y="392175"/>
                </a:lnTo>
                <a:lnTo>
                  <a:pt x="465074" y="392175"/>
                </a:lnTo>
                <a:lnTo>
                  <a:pt x="465074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6" name="object 25"/>
          <p:cNvSpPr>
            <a:spLocks noChangeArrowheads="1"/>
          </p:cNvSpPr>
          <p:nvPr/>
        </p:nvSpPr>
        <p:spPr bwMode="auto">
          <a:xfrm>
            <a:off x="6985000" y="4129088"/>
            <a:ext cx="452438" cy="520700"/>
          </a:xfrm>
          <a:custGeom>
            <a:avLst/>
            <a:gdLst>
              <a:gd name="T0" fmla="*/ 0 w 452754"/>
              <a:gd name="T1" fmla="*/ 0 h 520700"/>
              <a:gd name="T2" fmla="*/ 452754 w 452754"/>
              <a:gd name="T3" fmla="*/ 520700 h 520700"/>
            </a:gdLst>
            <a:ahLst/>
            <a:cxnLst/>
            <a:rect l="T0" t="T1" r="T2" b="T3"/>
            <a:pathLst>
              <a:path w="452754" h="520700">
                <a:moveTo>
                  <a:pt x="452500" y="392175"/>
                </a:moveTo>
                <a:lnTo>
                  <a:pt x="452500" y="471550"/>
                </a:lnTo>
                <a:lnTo>
                  <a:pt x="441325" y="477900"/>
                </a:lnTo>
                <a:lnTo>
                  <a:pt x="434975" y="484250"/>
                </a:lnTo>
                <a:lnTo>
                  <a:pt x="422275" y="490600"/>
                </a:lnTo>
                <a:lnTo>
                  <a:pt x="409575" y="490600"/>
                </a:lnTo>
                <a:lnTo>
                  <a:pt x="398525" y="496950"/>
                </a:lnTo>
                <a:lnTo>
                  <a:pt x="385825" y="503300"/>
                </a:lnTo>
                <a:lnTo>
                  <a:pt x="373125" y="503300"/>
                </a:lnTo>
                <a:lnTo>
                  <a:pt x="366775" y="508000"/>
                </a:lnTo>
                <a:lnTo>
                  <a:pt x="355600" y="508000"/>
                </a:lnTo>
                <a:lnTo>
                  <a:pt x="342900" y="514350"/>
                </a:lnTo>
                <a:lnTo>
                  <a:pt x="330200" y="514350"/>
                </a:lnTo>
                <a:lnTo>
                  <a:pt x="319150" y="514350"/>
                </a:lnTo>
                <a:lnTo>
                  <a:pt x="306450" y="514350"/>
                </a:lnTo>
                <a:lnTo>
                  <a:pt x="293750" y="520700"/>
                </a:lnTo>
                <a:lnTo>
                  <a:pt x="287400" y="520700"/>
                </a:lnTo>
                <a:lnTo>
                  <a:pt x="276225" y="520700"/>
                </a:lnTo>
                <a:lnTo>
                  <a:pt x="263525" y="520700"/>
                </a:lnTo>
                <a:lnTo>
                  <a:pt x="250825" y="520700"/>
                </a:lnTo>
                <a:lnTo>
                  <a:pt x="244475" y="514350"/>
                </a:lnTo>
                <a:lnTo>
                  <a:pt x="231775" y="514350"/>
                </a:lnTo>
                <a:lnTo>
                  <a:pt x="220599" y="514350"/>
                </a:lnTo>
                <a:lnTo>
                  <a:pt x="214249" y="514350"/>
                </a:lnTo>
                <a:lnTo>
                  <a:pt x="201549" y="508000"/>
                </a:lnTo>
                <a:lnTo>
                  <a:pt x="188849" y="508000"/>
                </a:lnTo>
                <a:lnTo>
                  <a:pt x="184150" y="503300"/>
                </a:lnTo>
                <a:lnTo>
                  <a:pt x="171450" y="503300"/>
                </a:lnTo>
                <a:lnTo>
                  <a:pt x="165100" y="496950"/>
                </a:lnTo>
                <a:lnTo>
                  <a:pt x="152400" y="496950"/>
                </a:lnTo>
                <a:lnTo>
                  <a:pt x="146050" y="490600"/>
                </a:lnTo>
                <a:lnTo>
                  <a:pt x="134874" y="484250"/>
                </a:lnTo>
                <a:lnTo>
                  <a:pt x="128524" y="477900"/>
                </a:lnTo>
                <a:lnTo>
                  <a:pt x="115824" y="471550"/>
                </a:lnTo>
                <a:lnTo>
                  <a:pt x="103124" y="465200"/>
                </a:lnTo>
                <a:lnTo>
                  <a:pt x="92075" y="454025"/>
                </a:lnTo>
                <a:lnTo>
                  <a:pt x="79375" y="441325"/>
                </a:lnTo>
                <a:lnTo>
                  <a:pt x="66675" y="434975"/>
                </a:lnTo>
                <a:lnTo>
                  <a:pt x="55499" y="422275"/>
                </a:lnTo>
                <a:lnTo>
                  <a:pt x="49149" y="411225"/>
                </a:lnTo>
                <a:lnTo>
                  <a:pt x="36449" y="392175"/>
                </a:lnTo>
                <a:lnTo>
                  <a:pt x="30099" y="379475"/>
                </a:lnTo>
                <a:lnTo>
                  <a:pt x="23749" y="368300"/>
                </a:lnTo>
                <a:lnTo>
                  <a:pt x="17399" y="349250"/>
                </a:lnTo>
                <a:lnTo>
                  <a:pt x="12700" y="336550"/>
                </a:lnTo>
                <a:lnTo>
                  <a:pt x="6350" y="319150"/>
                </a:lnTo>
                <a:lnTo>
                  <a:pt x="6350" y="306450"/>
                </a:lnTo>
                <a:lnTo>
                  <a:pt x="0" y="288925"/>
                </a:lnTo>
                <a:lnTo>
                  <a:pt x="0" y="276225"/>
                </a:lnTo>
                <a:lnTo>
                  <a:pt x="0" y="257175"/>
                </a:lnTo>
                <a:lnTo>
                  <a:pt x="0" y="244475"/>
                </a:lnTo>
                <a:lnTo>
                  <a:pt x="0" y="233425"/>
                </a:lnTo>
                <a:lnTo>
                  <a:pt x="6350" y="220725"/>
                </a:lnTo>
                <a:lnTo>
                  <a:pt x="6350" y="208025"/>
                </a:lnTo>
                <a:lnTo>
                  <a:pt x="6350" y="196850"/>
                </a:lnTo>
                <a:lnTo>
                  <a:pt x="12700" y="184150"/>
                </a:lnTo>
                <a:lnTo>
                  <a:pt x="17399" y="171450"/>
                </a:lnTo>
                <a:lnTo>
                  <a:pt x="17399" y="158750"/>
                </a:lnTo>
                <a:lnTo>
                  <a:pt x="23749" y="147700"/>
                </a:lnTo>
                <a:lnTo>
                  <a:pt x="30099" y="135000"/>
                </a:lnTo>
                <a:lnTo>
                  <a:pt x="36449" y="122300"/>
                </a:lnTo>
                <a:lnTo>
                  <a:pt x="42799" y="115950"/>
                </a:lnTo>
                <a:lnTo>
                  <a:pt x="55499" y="104775"/>
                </a:lnTo>
                <a:lnTo>
                  <a:pt x="60325" y="92075"/>
                </a:lnTo>
                <a:lnTo>
                  <a:pt x="66675" y="85725"/>
                </a:lnTo>
                <a:lnTo>
                  <a:pt x="79375" y="73025"/>
                </a:lnTo>
                <a:lnTo>
                  <a:pt x="92075" y="68325"/>
                </a:lnTo>
                <a:lnTo>
                  <a:pt x="98425" y="55625"/>
                </a:lnTo>
                <a:lnTo>
                  <a:pt x="109474" y="49275"/>
                </a:lnTo>
                <a:lnTo>
                  <a:pt x="122174" y="42925"/>
                </a:lnTo>
                <a:lnTo>
                  <a:pt x="134874" y="36575"/>
                </a:lnTo>
                <a:lnTo>
                  <a:pt x="146050" y="30225"/>
                </a:lnTo>
                <a:lnTo>
                  <a:pt x="158750" y="25400"/>
                </a:lnTo>
                <a:lnTo>
                  <a:pt x="171450" y="19050"/>
                </a:lnTo>
                <a:lnTo>
                  <a:pt x="184150" y="12700"/>
                </a:lnTo>
                <a:lnTo>
                  <a:pt x="195199" y="12700"/>
                </a:lnTo>
                <a:lnTo>
                  <a:pt x="207899" y="6350"/>
                </a:lnTo>
                <a:lnTo>
                  <a:pt x="220599" y="6350"/>
                </a:lnTo>
                <a:lnTo>
                  <a:pt x="231775" y="0"/>
                </a:lnTo>
                <a:lnTo>
                  <a:pt x="250825" y="0"/>
                </a:lnTo>
                <a:lnTo>
                  <a:pt x="323850" y="0"/>
                </a:lnTo>
                <a:lnTo>
                  <a:pt x="330200" y="6350"/>
                </a:lnTo>
                <a:lnTo>
                  <a:pt x="342900" y="6350"/>
                </a:lnTo>
                <a:lnTo>
                  <a:pt x="355600" y="6350"/>
                </a:lnTo>
                <a:lnTo>
                  <a:pt x="361950" y="12700"/>
                </a:lnTo>
                <a:lnTo>
                  <a:pt x="373125" y="12700"/>
                </a:lnTo>
                <a:lnTo>
                  <a:pt x="385825" y="12700"/>
                </a:lnTo>
                <a:lnTo>
                  <a:pt x="398525" y="19050"/>
                </a:lnTo>
                <a:lnTo>
                  <a:pt x="404875" y="25400"/>
                </a:lnTo>
                <a:lnTo>
                  <a:pt x="415925" y="25400"/>
                </a:lnTo>
                <a:lnTo>
                  <a:pt x="428625" y="30225"/>
                </a:lnTo>
                <a:lnTo>
                  <a:pt x="441325" y="36575"/>
                </a:lnTo>
                <a:lnTo>
                  <a:pt x="452500" y="42925"/>
                </a:lnTo>
                <a:lnTo>
                  <a:pt x="452500" y="115950"/>
                </a:lnTo>
                <a:lnTo>
                  <a:pt x="441325" y="111125"/>
                </a:lnTo>
                <a:lnTo>
                  <a:pt x="428625" y="104775"/>
                </a:lnTo>
                <a:lnTo>
                  <a:pt x="415925" y="98425"/>
                </a:lnTo>
                <a:lnTo>
                  <a:pt x="404875" y="98425"/>
                </a:lnTo>
                <a:lnTo>
                  <a:pt x="392175" y="92075"/>
                </a:lnTo>
                <a:lnTo>
                  <a:pt x="379475" y="85725"/>
                </a:lnTo>
                <a:lnTo>
                  <a:pt x="373125" y="85725"/>
                </a:lnTo>
                <a:lnTo>
                  <a:pt x="361950" y="79375"/>
                </a:lnTo>
                <a:lnTo>
                  <a:pt x="349250" y="79375"/>
                </a:lnTo>
                <a:lnTo>
                  <a:pt x="342900" y="73025"/>
                </a:lnTo>
                <a:lnTo>
                  <a:pt x="330200" y="73025"/>
                </a:lnTo>
                <a:lnTo>
                  <a:pt x="319150" y="68325"/>
                </a:lnTo>
                <a:lnTo>
                  <a:pt x="257175" y="68325"/>
                </a:lnTo>
                <a:lnTo>
                  <a:pt x="238125" y="73025"/>
                </a:lnTo>
                <a:lnTo>
                  <a:pt x="220599" y="73025"/>
                </a:lnTo>
                <a:lnTo>
                  <a:pt x="201549" y="79375"/>
                </a:lnTo>
                <a:lnTo>
                  <a:pt x="184150" y="85725"/>
                </a:lnTo>
                <a:lnTo>
                  <a:pt x="165100" y="98425"/>
                </a:lnTo>
                <a:lnTo>
                  <a:pt x="146050" y="111125"/>
                </a:lnTo>
                <a:lnTo>
                  <a:pt x="134874" y="122300"/>
                </a:lnTo>
                <a:lnTo>
                  <a:pt x="122174" y="135000"/>
                </a:lnTo>
                <a:lnTo>
                  <a:pt x="109474" y="154050"/>
                </a:lnTo>
                <a:lnTo>
                  <a:pt x="98425" y="165100"/>
                </a:lnTo>
                <a:lnTo>
                  <a:pt x="92075" y="184150"/>
                </a:lnTo>
                <a:lnTo>
                  <a:pt x="85725" y="201675"/>
                </a:lnTo>
                <a:lnTo>
                  <a:pt x="79375" y="220725"/>
                </a:lnTo>
                <a:lnTo>
                  <a:pt x="79375" y="239775"/>
                </a:lnTo>
                <a:lnTo>
                  <a:pt x="79375" y="257175"/>
                </a:lnTo>
                <a:lnTo>
                  <a:pt x="79375" y="282575"/>
                </a:lnTo>
                <a:lnTo>
                  <a:pt x="79375" y="300100"/>
                </a:lnTo>
                <a:lnTo>
                  <a:pt x="85725" y="319150"/>
                </a:lnTo>
                <a:lnTo>
                  <a:pt x="92075" y="336550"/>
                </a:lnTo>
                <a:lnTo>
                  <a:pt x="98425" y="349250"/>
                </a:lnTo>
                <a:lnTo>
                  <a:pt x="109474" y="368300"/>
                </a:lnTo>
                <a:lnTo>
                  <a:pt x="122174" y="379475"/>
                </a:lnTo>
                <a:lnTo>
                  <a:pt x="134874" y="398525"/>
                </a:lnTo>
                <a:lnTo>
                  <a:pt x="146050" y="411225"/>
                </a:lnTo>
                <a:lnTo>
                  <a:pt x="165100" y="417575"/>
                </a:lnTo>
                <a:lnTo>
                  <a:pt x="177800" y="428625"/>
                </a:lnTo>
                <a:lnTo>
                  <a:pt x="195199" y="434975"/>
                </a:lnTo>
                <a:lnTo>
                  <a:pt x="214249" y="441325"/>
                </a:lnTo>
                <a:lnTo>
                  <a:pt x="231775" y="447675"/>
                </a:lnTo>
                <a:lnTo>
                  <a:pt x="330200" y="447675"/>
                </a:lnTo>
                <a:lnTo>
                  <a:pt x="342900" y="441325"/>
                </a:lnTo>
                <a:lnTo>
                  <a:pt x="355600" y="441325"/>
                </a:lnTo>
                <a:lnTo>
                  <a:pt x="361950" y="434975"/>
                </a:lnTo>
                <a:lnTo>
                  <a:pt x="373125" y="428625"/>
                </a:lnTo>
                <a:lnTo>
                  <a:pt x="385825" y="428625"/>
                </a:lnTo>
                <a:lnTo>
                  <a:pt x="398525" y="422275"/>
                </a:lnTo>
                <a:lnTo>
                  <a:pt x="409575" y="417575"/>
                </a:lnTo>
                <a:lnTo>
                  <a:pt x="422275" y="411225"/>
                </a:lnTo>
                <a:lnTo>
                  <a:pt x="434975" y="404875"/>
                </a:lnTo>
                <a:lnTo>
                  <a:pt x="441325" y="398525"/>
                </a:lnTo>
                <a:lnTo>
                  <a:pt x="452500" y="39217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7" name="object 26"/>
          <p:cNvSpPr>
            <a:spLocks noChangeArrowheads="1"/>
          </p:cNvSpPr>
          <p:nvPr/>
        </p:nvSpPr>
        <p:spPr bwMode="auto">
          <a:xfrm>
            <a:off x="7615239" y="4244975"/>
            <a:ext cx="160337" cy="184150"/>
          </a:xfrm>
          <a:custGeom>
            <a:avLst/>
            <a:gdLst>
              <a:gd name="T0" fmla="*/ 0 w 160654"/>
              <a:gd name="T1" fmla="*/ 0 h 184150"/>
              <a:gd name="T2" fmla="*/ 160654 w 160654"/>
              <a:gd name="T3" fmla="*/ 184150 h 184150"/>
            </a:gdLst>
            <a:ahLst/>
            <a:cxnLst/>
            <a:rect l="T0" t="T1" r="T2" b="T3"/>
            <a:pathLst>
              <a:path w="160654" h="184150">
                <a:moveTo>
                  <a:pt x="0" y="184150"/>
                </a:moveTo>
                <a:lnTo>
                  <a:pt x="160274" y="184150"/>
                </a:lnTo>
                <a:lnTo>
                  <a:pt x="80899" y="0"/>
                </a:lnTo>
                <a:lnTo>
                  <a:pt x="0" y="184150"/>
                </a:lnTo>
              </a:path>
            </a:pathLst>
          </a:custGeom>
          <a:noFill/>
          <a:ln w="12699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8" name="object 27"/>
          <p:cNvSpPr>
            <a:spLocks noChangeArrowheads="1"/>
          </p:cNvSpPr>
          <p:nvPr/>
        </p:nvSpPr>
        <p:spPr bwMode="auto">
          <a:xfrm>
            <a:off x="7450139" y="4135438"/>
            <a:ext cx="490537" cy="501650"/>
          </a:xfrm>
          <a:custGeom>
            <a:avLst/>
            <a:gdLst>
              <a:gd name="T0" fmla="*/ 0 w 490854"/>
              <a:gd name="T1" fmla="*/ 0 h 501650"/>
              <a:gd name="T2" fmla="*/ 490854 w 490854"/>
              <a:gd name="T3" fmla="*/ 501650 h 501650"/>
            </a:gdLst>
            <a:ahLst/>
            <a:cxnLst/>
            <a:rect l="T0" t="T1" r="T2" b="T3"/>
            <a:pathLst>
              <a:path w="490854" h="501650">
                <a:moveTo>
                  <a:pt x="0" y="501650"/>
                </a:moveTo>
                <a:lnTo>
                  <a:pt x="220599" y="0"/>
                </a:lnTo>
                <a:lnTo>
                  <a:pt x="269875" y="0"/>
                </a:lnTo>
                <a:lnTo>
                  <a:pt x="490474" y="501650"/>
                </a:lnTo>
                <a:lnTo>
                  <a:pt x="417449" y="501650"/>
                </a:lnTo>
                <a:lnTo>
                  <a:pt x="355600" y="355600"/>
                </a:lnTo>
                <a:lnTo>
                  <a:pt x="141224" y="355600"/>
                </a:lnTo>
                <a:lnTo>
                  <a:pt x="73025" y="501650"/>
                </a:lnTo>
                <a:lnTo>
                  <a:pt x="0" y="50165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9" name="object 28"/>
          <p:cNvSpPr>
            <a:spLocks noChangeArrowheads="1"/>
          </p:cNvSpPr>
          <p:nvPr/>
        </p:nvSpPr>
        <p:spPr bwMode="auto">
          <a:xfrm>
            <a:off x="7964489" y="4135438"/>
            <a:ext cx="434975" cy="514350"/>
          </a:xfrm>
          <a:custGeom>
            <a:avLst/>
            <a:gdLst>
              <a:gd name="T0" fmla="*/ 0 w 434975"/>
              <a:gd name="T1" fmla="*/ 0 h 514350"/>
              <a:gd name="T2" fmla="*/ 434975 w 434975"/>
              <a:gd name="T3" fmla="*/ 514350 h 514350"/>
            </a:gdLst>
            <a:ahLst/>
            <a:cxnLst/>
            <a:rect l="T0" t="T1" r="T2" b="T3"/>
            <a:pathLst>
              <a:path w="434975" h="514350">
                <a:moveTo>
                  <a:pt x="0" y="0"/>
                </a:moveTo>
                <a:lnTo>
                  <a:pt x="74549" y="0"/>
                </a:lnTo>
                <a:lnTo>
                  <a:pt x="74549" y="287400"/>
                </a:lnTo>
                <a:lnTo>
                  <a:pt x="74549" y="300100"/>
                </a:lnTo>
                <a:lnTo>
                  <a:pt x="74549" y="355600"/>
                </a:lnTo>
                <a:lnTo>
                  <a:pt x="80899" y="361950"/>
                </a:lnTo>
                <a:lnTo>
                  <a:pt x="80899" y="368300"/>
                </a:lnTo>
                <a:lnTo>
                  <a:pt x="80899" y="373125"/>
                </a:lnTo>
                <a:lnTo>
                  <a:pt x="85725" y="373125"/>
                </a:lnTo>
                <a:lnTo>
                  <a:pt x="85725" y="379475"/>
                </a:lnTo>
                <a:lnTo>
                  <a:pt x="85725" y="385825"/>
                </a:lnTo>
                <a:lnTo>
                  <a:pt x="92075" y="385825"/>
                </a:lnTo>
                <a:lnTo>
                  <a:pt x="92075" y="392175"/>
                </a:lnTo>
                <a:lnTo>
                  <a:pt x="98425" y="398525"/>
                </a:lnTo>
                <a:lnTo>
                  <a:pt x="104775" y="404875"/>
                </a:lnTo>
                <a:lnTo>
                  <a:pt x="111125" y="411225"/>
                </a:lnTo>
                <a:lnTo>
                  <a:pt x="117475" y="415925"/>
                </a:lnTo>
                <a:lnTo>
                  <a:pt x="123825" y="422275"/>
                </a:lnTo>
                <a:lnTo>
                  <a:pt x="128524" y="422275"/>
                </a:lnTo>
                <a:lnTo>
                  <a:pt x="141224" y="428625"/>
                </a:lnTo>
                <a:lnTo>
                  <a:pt x="147574" y="428625"/>
                </a:lnTo>
                <a:lnTo>
                  <a:pt x="153924" y="434975"/>
                </a:lnTo>
                <a:lnTo>
                  <a:pt x="160274" y="434975"/>
                </a:lnTo>
                <a:lnTo>
                  <a:pt x="171450" y="441325"/>
                </a:lnTo>
                <a:lnTo>
                  <a:pt x="177800" y="441325"/>
                </a:lnTo>
                <a:lnTo>
                  <a:pt x="190500" y="441325"/>
                </a:lnTo>
                <a:lnTo>
                  <a:pt x="196850" y="441325"/>
                </a:lnTo>
                <a:lnTo>
                  <a:pt x="209550" y="447675"/>
                </a:lnTo>
                <a:lnTo>
                  <a:pt x="214249" y="447675"/>
                </a:lnTo>
                <a:lnTo>
                  <a:pt x="233299" y="447675"/>
                </a:lnTo>
                <a:lnTo>
                  <a:pt x="245999" y="441325"/>
                </a:lnTo>
                <a:lnTo>
                  <a:pt x="263525" y="441325"/>
                </a:lnTo>
                <a:lnTo>
                  <a:pt x="276225" y="434975"/>
                </a:lnTo>
                <a:lnTo>
                  <a:pt x="288925" y="428625"/>
                </a:lnTo>
                <a:lnTo>
                  <a:pt x="301625" y="422275"/>
                </a:lnTo>
                <a:lnTo>
                  <a:pt x="312674" y="415925"/>
                </a:lnTo>
                <a:lnTo>
                  <a:pt x="319024" y="411225"/>
                </a:lnTo>
                <a:lnTo>
                  <a:pt x="331724" y="404875"/>
                </a:lnTo>
                <a:lnTo>
                  <a:pt x="338074" y="392175"/>
                </a:lnTo>
                <a:lnTo>
                  <a:pt x="344424" y="379475"/>
                </a:lnTo>
                <a:lnTo>
                  <a:pt x="349250" y="373125"/>
                </a:lnTo>
                <a:lnTo>
                  <a:pt x="355600" y="361950"/>
                </a:lnTo>
                <a:lnTo>
                  <a:pt x="355600" y="349250"/>
                </a:lnTo>
                <a:lnTo>
                  <a:pt x="361950" y="336550"/>
                </a:lnTo>
                <a:lnTo>
                  <a:pt x="361950" y="325500"/>
                </a:lnTo>
                <a:lnTo>
                  <a:pt x="361950" y="0"/>
                </a:lnTo>
                <a:lnTo>
                  <a:pt x="434975" y="0"/>
                </a:lnTo>
                <a:lnTo>
                  <a:pt x="434975" y="325500"/>
                </a:lnTo>
                <a:lnTo>
                  <a:pt x="430149" y="342900"/>
                </a:lnTo>
                <a:lnTo>
                  <a:pt x="430149" y="361950"/>
                </a:lnTo>
                <a:lnTo>
                  <a:pt x="423799" y="379475"/>
                </a:lnTo>
                <a:lnTo>
                  <a:pt x="417449" y="398525"/>
                </a:lnTo>
                <a:lnTo>
                  <a:pt x="411099" y="415925"/>
                </a:lnTo>
                <a:lnTo>
                  <a:pt x="398399" y="434975"/>
                </a:lnTo>
                <a:lnTo>
                  <a:pt x="387350" y="447675"/>
                </a:lnTo>
                <a:lnTo>
                  <a:pt x="374650" y="458850"/>
                </a:lnTo>
                <a:lnTo>
                  <a:pt x="355600" y="471550"/>
                </a:lnTo>
                <a:lnTo>
                  <a:pt x="338074" y="484250"/>
                </a:lnTo>
                <a:lnTo>
                  <a:pt x="325374" y="490600"/>
                </a:lnTo>
                <a:lnTo>
                  <a:pt x="301625" y="501650"/>
                </a:lnTo>
                <a:lnTo>
                  <a:pt x="282575" y="501650"/>
                </a:lnTo>
                <a:lnTo>
                  <a:pt x="263525" y="508000"/>
                </a:lnTo>
                <a:lnTo>
                  <a:pt x="239649" y="514350"/>
                </a:lnTo>
                <a:lnTo>
                  <a:pt x="214249" y="514350"/>
                </a:lnTo>
                <a:lnTo>
                  <a:pt x="203200" y="514350"/>
                </a:lnTo>
                <a:lnTo>
                  <a:pt x="190500" y="508000"/>
                </a:lnTo>
                <a:lnTo>
                  <a:pt x="171450" y="508000"/>
                </a:lnTo>
                <a:lnTo>
                  <a:pt x="160274" y="508000"/>
                </a:lnTo>
                <a:lnTo>
                  <a:pt x="147574" y="501650"/>
                </a:lnTo>
                <a:lnTo>
                  <a:pt x="134874" y="501650"/>
                </a:lnTo>
                <a:lnTo>
                  <a:pt x="123825" y="496950"/>
                </a:lnTo>
                <a:lnTo>
                  <a:pt x="111125" y="490600"/>
                </a:lnTo>
                <a:lnTo>
                  <a:pt x="104775" y="484250"/>
                </a:lnTo>
                <a:lnTo>
                  <a:pt x="92075" y="484250"/>
                </a:lnTo>
                <a:lnTo>
                  <a:pt x="80899" y="471550"/>
                </a:lnTo>
                <a:lnTo>
                  <a:pt x="68199" y="465200"/>
                </a:lnTo>
                <a:lnTo>
                  <a:pt x="61849" y="458850"/>
                </a:lnTo>
                <a:lnTo>
                  <a:pt x="49149" y="454025"/>
                </a:lnTo>
                <a:lnTo>
                  <a:pt x="42799" y="441325"/>
                </a:lnTo>
                <a:lnTo>
                  <a:pt x="38100" y="434975"/>
                </a:lnTo>
                <a:lnTo>
                  <a:pt x="31750" y="428625"/>
                </a:lnTo>
                <a:lnTo>
                  <a:pt x="25400" y="422275"/>
                </a:lnTo>
                <a:lnTo>
                  <a:pt x="25400" y="415925"/>
                </a:lnTo>
                <a:lnTo>
                  <a:pt x="19050" y="411225"/>
                </a:lnTo>
                <a:lnTo>
                  <a:pt x="12700" y="404875"/>
                </a:lnTo>
                <a:lnTo>
                  <a:pt x="12700" y="392175"/>
                </a:lnTo>
                <a:lnTo>
                  <a:pt x="12700" y="385825"/>
                </a:lnTo>
                <a:lnTo>
                  <a:pt x="6350" y="379475"/>
                </a:lnTo>
                <a:lnTo>
                  <a:pt x="6350" y="373125"/>
                </a:lnTo>
                <a:lnTo>
                  <a:pt x="6350" y="368300"/>
                </a:lnTo>
                <a:lnTo>
                  <a:pt x="0" y="355600"/>
                </a:lnTo>
                <a:lnTo>
                  <a:pt x="0" y="342900"/>
                </a:lnTo>
                <a:lnTo>
                  <a:pt x="0" y="330200"/>
                </a:lnTo>
                <a:lnTo>
                  <a:pt x="0" y="319150"/>
                </a:lnTo>
                <a:lnTo>
                  <a:pt x="0" y="306450"/>
                </a:lnTo>
                <a:lnTo>
                  <a:pt x="0" y="29375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0" name="object 29"/>
          <p:cNvSpPr>
            <a:spLocks noChangeArrowheads="1"/>
          </p:cNvSpPr>
          <p:nvPr/>
        </p:nvSpPr>
        <p:spPr bwMode="auto">
          <a:xfrm>
            <a:off x="8455026" y="4135438"/>
            <a:ext cx="441325" cy="501650"/>
          </a:xfrm>
          <a:custGeom>
            <a:avLst/>
            <a:gdLst>
              <a:gd name="T0" fmla="*/ 0 w 441325"/>
              <a:gd name="T1" fmla="*/ 0 h 501650"/>
              <a:gd name="T2" fmla="*/ 441325 w 441325"/>
              <a:gd name="T3" fmla="*/ 501650 h 501650"/>
            </a:gdLst>
            <a:ahLst/>
            <a:cxnLst/>
            <a:rect l="T0" t="T1" r="T2" b="T3"/>
            <a:pathLst>
              <a:path w="441325" h="501650">
                <a:moveTo>
                  <a:pt x="184150" y="501650"/>
                </a:moveTo>
                <a:lnTo>
                  <a:pt x="184150" y="66675"/>
                </a:lnTo>
                <a:lnTo>
                  <a:pt x="0" y="66675"/>
                </a:lnTo>
                <a:lnTo>
                  <a:pt x="0" y="0"/>
                </a:lnTo>
                <a:lnTo>
                  <a:pt x="441325" y="0"/>
                </a:lnTo>
                <a:lnTo>
                  <a:pt x="441325" y="66675"/>
                </a:lnTo>
                <a:lnTo>
                  <a:pt x="257175" y="66675"/>
                </a:lnTo>
                <a:lnTo>
                  <a:pt x="257175" y="501650"/>
                </a:lnTo>
                <a:lnTo>
                  <a:pt x="184150" y="50165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1" name="object 30"/>
          <p:cNvSpPr>
            <a:spLocks noChangeArrowheads="1"/>
          </p:cNvSpPr>
          <p:nvPr/>
        </p:nvSpPr>
        <p:spPr bwMode="auto">
          <a:xfrm>
            <a:off x="8958264" y="4135438"/>
            <a:ext cx="66675" cy="501650"/>
          </a:xfrm>
          <a:custGeom>
            <a:avLst/>
            <a:gdLst>
              <a:gd name="T0" fmla="*/ 0 w 66675"/>
              <a:gd name="T1" fmla="*/ 0 h 501650"/>
              <a:gd name="T2" fmla="*/ 66675 w 66675"/>
              <a:gd name="T3" fmla="*/ 501650 h 501650"/>
            </a:gdLst>
            <a:ahLst/>
            <a:cxnLst/>
            <a:rect l="T0" t="T1" r="T2" b="T3"/>
            <a:pathLst>
              <a:path w="66675" h="501650">
                <a:moveTo>
                  <a:pt x="0" y="501650"/>
                </a:moveTo>
                <a:lnTo>
                  <a:pt x="66675" y="501650"/>
                </a:lnTo>
                <a:lnTo>
                  <a:pt x="66675" y="0"/>
                </a:lnTo>
                <a:lnTo>
                  <a:pt x="0" y="0"/>
                </a:lnTo>
                <a:lnTo>
                  <a:pt x="0" y="501650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2" name="object 31"/>
          <p:cNvSpPr>
            <a:spLocks noChangeArrowheads="1"/>
          </p:cNvSpPr>
          <p:nvPr/>
        </p:nvSpPr>
        <p:spPr bwMode="auto">
          <a:xfrm>
            <a:off x="9183688" y="4197351"/>
            <a:ext cx="387350" cy="379413"/>
          </a:xfrm>
          <a:custGeom>
            <a:avLst/>
            <a:gdLst>
              <a:gd name="T0" fmla="*/ 0 w 387350"/>
              <a:gd name="T1" fmla="*/ 0 h 379729"/>
              <a:gd name="T2" fmla="*/ 387350 w 387350"/>
              <a:gd name="T3" fmla="*/ 379729 h 379729"/>
            </a:gdLst>
            <a:ahLst/>
            <a:cxnLst/>
            <a:rect l="T0" t="T1" r="T2" b="T3"/>
            <a:pathLst>
              <a:path w="387350" h="379729">
                <a:moveTo>
                  <a:pt x="0" y="188849"/>
                </a:moveTo>
                <a:lnTo>
                  <a:pt x="0" y="201549"/>
                </a:lnTo>
                <a:lnTo>
                  <a:pt x="0" y="207899"/>
                </a:lnTo>
                <a:lnTo>
                  <a:pt x="6350" y="220599"/>
                </a:lnTo>
                <a:lnTo>
                  <a:pt x="6350" y="225425"/>
                </a:lnTo>
                <a:lnTo>
                  <a:pt x="6350" y="238125"/>
                </a:lnTo>
                <a:lnTo>
                  <a:pt x="12700" y="244475"/>
                </a:lnTo>
                <a:lnTo>
                  <a:pt x="12700" y="257175"/>
                </a:lnTo>
                <a:lnTo>
                  <a:pt x="19050" y="263525"/>
                </a:lnTo>
                <a:lnTo>
                  <a:pt x="19050" y="274574"/>
                </a:lnTo>
                <a:lnTo>
                  <a:pt x="25400" y="280924"/>
                </a:lnTo>
                <a:lnTo>
                  <a:pt x="31750" y="287274"/>
                </a:lnTo>
                <a:lnTo>
                  <a:pt x="31750" y="299974"/>
                </a:lnTo>
                <a:lnTo>
                  <a:pt x="38100" y="306324"/>
                </a:lnTo>
                <a:lnTo>
                  <a:pt x="42799" y="311150"/>
                </a:lnTo>
                <a:lnTo>
                  <a:pt x="49149" y="317500"/>
                </a:lnTo>
                <a:lnTo>
                  <a:pt x="55499" y="323850"/>
                </a:lnTo>
                <a:lnTo>
                  <a:pt x="61849" y="330200"/>
                </a:lnTo>
                <a:lnTo>
                  <a:pt x="74549" y="336550"/>
                </a:lnTo>
                <a:lnTo>
                  <a:pt x="80899" y="342900"/>
                </a:lnTo>
                <a:lnTo>
                  <a:pt x="87249" y="349250"/>
                </a:lnTo>
                <a:lnTo>
                  <a:pt x="92075" y="353949"/>
                </a:lnTo>
                <a:lnTo>
                  <a:pt x="104775" y="360299"/>
                </a:lnTo>
                <a:lnTo>
                  <a:pt x="111125" y="360299"/>
                </a:lnTo>
                <a:lnTo>
                  <a:pt x="117475" y="366649"/>
                </a:lnTo>
                <a:lnTo>
                  <a:pt x="130175" y="372999"/>
                </a:lnTo>
                <a:lnTo>
                  <a:pt x="134874" y="372999"/>
                </a:lnTo>
                <a:lnTo>
                  <a:pt x="147574" y="379349"/>
                </a:lnTo>
                <a:lnTo>
                  <a:pt x="239649" y="379349"/>
                </a:lnTo>
                <a:lnTo>
                  <a:pt x="252349" y="372999"/>
                </a:lnTo>
                <a:lnTo>
                  <a:pt x="258699" y="372999"/>
                </a:lnTo>
                <a:lnTo>
                  <a:pt x="269875" y="366649"/>
                </a:lnTo>
                <a:lnTo>
                  <a:pt x="276225" y="366649"/>
                </a:lnTo>
                <a:lnTo>
                  <a:pt x="282575" y="360299"/>
                </a:lnTo>
                <a:lnTo>
                  <a:pt x="295275" y="353949"/>
                </a:lnTo>
                <a:lnTo>
                  <a:pt x="301625" y="349250"/>
                </a:lnTo>
                <a:lnTo>
                  <a:pt x="306324" y="342900"/>
                </a:lnTo>
                <a:lnTo>
                  <a:pt x="312674" y="336550"/>
                </a:lnTo>
                <a:lnTo>
                  <a:pt x="325374" y="330200"/>
                </a:lnTo>
                <a:lnTo>
                  <a:pt x="331724" y="323850"/>
                </a:lnTo>
                <a:lnTo>
                  <a:pt x="338074" y="317500"/>
                </a:lnTo>
                <a:lnTo>
                  <a:pt x="344424" y="311150"/>
                </a:lnTo>
                <a:lnTo>
                  <a:pt x="349250" y="306324"/>
                </a:lnTo>
                <a:lnTo>
                  <a:pt x="355600" y="299974"/>
                </a:lnTo>
                <a:lnTo>
                  <a:pt x="355600" y="287274"/>
                </a:lnTo>
                <a:lnTo>
                  <a:pt x="361950" y="280924"/>
                </a:lnTo>
                <a:lnTo>
                  <a:pt x="368300" y="274574"/>
                </a:lnTo>
                <a:lnTo>
                  <a:pt x="368300" y="263525"/>
                </a:lnTo>
                <a:lnTo>
                  <a:pt x="374650" y="257175"/>
                </a:lnTo>
                <a:lnTo>
                  <a:pt x="374650" y="244475"/>
                </a:lnTo>
                <a:lnTo>
                  <a:pt x="381000" y="238125"/>
                </a:lnTo>
                <a:lnTo>
                  <a:pt x="381000" y="225425"/>
                </a:lnTo>
                <a:lnTo>
                  <a:pt x="381000" y="220599"/>
                </a:lnTo>
                <a:lnTo>
                  <a:pt x="387350" y="207899"/>
                </a:lnTo>
                <a:lnTo>
                  <a:pt x="387350" y="201549"/>
                </a:lnTo>
                <a:lnTo>
                  <a:pt x="387350" y="188849"/>
                </a:lnTo>
                <a:lnTo>
                  <a:pt x="387350" y="182499"/>
                </a:lnTo>
                <a:lnTo>
                  <a:pt x="387350" y="171450"/>
                </a:lnTo>
                <a:lnTo>
                  <a:pt x="381000" y="165100"/>
                </a:lnTo>
                <a:lnTo>
                  <a:pt x="381000" y="152400"/>
                </a:lnTo>
                <a:lnTo>
                  <a:pt x="381000" y="146050"/>
                </a:lnTo>
                <a:lnTo>
                  <a:pt x="374650" y="133350"/>
                </a:lnTo>
                <a:lnTo>
                  <a:pt x="374650" y="128524"/>
                </a:lnTo>
                <a:lnTo>
                  <a:pt x="368300" y="115824"/>
                </a:lnTo>
                <a:lnTo>
                  <a:pt x="368300" y="109474"/>
                </a:lnTo>
                <a:lnTo>
                  <a:pt x="361950" y="103124"/>
                </a:lnTo>
                <a:lnTo>
                  <a:pt x="355600" y="90424"/>
                </a:lnTo>
                <a:lnTo>
                  <a:pt x="355600" y="85725"/>
                </a:lnTo>
                <a:lnTo>
                  <a:pt x="349250" y="79375"/>
                </a:lnTo>
                <a:lnTo>
                  <a:pt x="344424" y="73025"/>
                </a:lnTo>
                <a:lnTo>
                  <a:pt x="338074" y="60325"/>
                </a:lnTo>
                <a:lnTo>
                  <a:pt x="331724" y="53975"/>
                </a:lnTo>
                <a:lnTo>
                  <a:pt x="319024" y="47625"/>
                </a:lnTo>
                <a:lnTo>
                  <a:pt x="312674" y="42799"/>
                </a:lnTo>
                <a:lnTo>
                  <a:pt x="306324" y="36449"/>
                </a:lnTo>
                <a:lnTo>
                  <a:pt x="301625" y="30099"/>
                </a:lnTo>
                <a:lnTo>
                  <a:pt x="295275" y="23749"/>
                </a:lnTo>
                <a:lnTo>
                  <a:pt x="282575" y="23749"/>
                </a:lnTo>
                <a:lnTo>
                  <a:pt x="276225" y="17399"/>
                </a:lnTo>
                <a:lnTo>
                  <a:pt x="263525" y="11049"/>
                </a:lnTo>
                <a:lnTo>
                  <a:pt x="258699" y="11049"/>
                </a:lnTo>
                <a:lnTo>
                  <a:pt x="252349" y="4699"/>
                </a:lnTo>
                <a:lnTo>
                  <a:pt x="239649" y="4699"/>
                </a:lnTo>
                <a:lnTo>
                  <a:pt x="233299" y="4699"/>
                </a:lnTo>
                <a:lnTo>
                  <a:pt x="220599" y="0"/>
                </a:lnTo>
                <a:lnTo>
                  <a:pt x="215900" y="0"/>
                </a:lnTo>
                <a:lnTo>
                  <a:pt x="166624" y="0"/>
                </a:lnTo>
                <a:lnTo>
                  <a:pt x="153924" y="4699"/>
                </a:lnTo>
                <a:lnTo>
                  <a:pt x="147574" y="4699"/>
                </a:lnTo>
                <a:lnTo>
                  <a:pt x="141224" y="4699"/>
                </a:lnTo>
                <a:lnTo>
                  <a:pt x="130175" y="11049"/>
                </a:lnTo>
                <a:lnTo>
                  <a:pt x="123825" y="11049"/>
                </a:lnTo>
                <a:lnTo>
                  <a:pt x="111125" y="17399"/>
                </a:lnTo>
                <a:lnTo>
                  <a:pt x="104775" y="23749"/>
                </a:lnTo>
                <a:lnTo>
                  <a:pt x="98425" y="23749"/>
                </a:lnTo>
                <a:lnTo>
                  <a:pt x="87249" y="30099"/>
                </a:lnTo>
                <a:lnTo>
                  <a:pt x="80899" y="36449"/>
                </a:lnTo>
                <a:lnTo>
                  <a:pt x="74549" y="42799"/>
                </a:lnTo>
                <a:lnTo>
                  <a:pt x="68199" y="47625"/>
                </a:lnTo>
                <a:lnTo>
                  <a:pt x="55499" y="53975"/>
                </a:lnTo>
                <a:lnTo>
                  <a:pt x="49149" y="60325"/>
                </a:lnTo>
                <a:lnTo>
                  <a:pt x="42799" y="66675"/>
                </a:lnTo>
                <a:lnTo>
                  <a:pt x="38100" y="79375"/>
                </a:lnTo>
                <a:lnTo>
                  <a:pt x="31750" y="85725"/>
                </a:lnTo>
                <a:lnTo>
                  <a:pt x="31750" y="90424"/>
                </a:lnTo>
                <a:lnTo>
                  <a:pt x="25400" y="96774"/>
                </a:lnTo>
                <a:lnTo>
                  <a:pt x="19050" y="109474"/>
                </a:lnTo>
                <a:lnTo>
                  <a:pt x="19050" y="115824"/>
                </a:lnTo>
                <a:lnTo>
                  <a:pt x="12700" y="128524"/>
                </a:lnTo>
                <a:lnTo>
                  <a:pt x="12700" y="133350"/>
                </a:lnTo>
                <a:lnTo>
                  <a:pt x="6350" y="146050"/>
                </a:lnTo>
                <a:lnTo>
                  <a:pt x="6350" y="152400"/>
                </a:lnTo>
                <a:lnTo>
                  <a:pt x="6350" y="165100"/>
                </a:lnTo>
                <a:lnTo>
                  <a:pt x="0" y="171450"/>
                </a:lnTo>
                <a:lnTo>
                  <a:pt x="0" y="182499"/>
                </a:lnTo>
                <a:lnTo>
                  <a:pt x="0" y="188849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3" name="object 32"/>
          <p:cNvSpPr>
            <a:spLocks noChangeArrowheads="1"/>
          </p:cNvSpPr>
          <p:nvPr/>
        </p:nvSpPr>
        <p:spPr bwMode="auto">
          <a:xfrm>
            <a:off x="9110663" y="4129088"/>
            <a:ext cx="533400" cy="520700"/>
          </a:xfrm>
          <a:custGeom>
            <a:avLst/>
            <a:gdLst>
              <a:gd name="T0" fmla="*/ 0 w 533400"/>
              <a:gd name="T1" fmla="*/ 0 h 520700"/>
              <a:gd name="T2" fmla="*/ 533400 w 533400"/>
              <a:gd name="T3" fmla="*/ 520700 h 520700"/>
            </a:gdLst>
            <a:ahLst/>
            <a:cxnLst/>
            <a:rect l="T0" t="T1" r="T2" b="T3"/>
            <a:pathLst>
              <a:path w="533400" h="520700">
                <a:moveTo>
                  <a:pt x="0" y="257175"/>
                </a:moveTo>
                <a:lnTo>
                  <a:pt x="0" y="244475"/>
                </a:lnTo>
                <a:lnTo>
                  <a:pt x="0" y="233425"/>
                </a:lnTo>
                <a:lnTo>
                  <a:pt x="0" y="220725"/>
                </a:lnTo>
                <a:lnTo>
                  <a:pt x="6350" y="208025"/>
                </a:lnTo>
                <a:lnTo>
                  <a:pt x="6350" y="196850"/>
                </a:lnTo>
                <a:lnTo>
                  <a:pt x="12700" y="184150"/>
                </a:lnTo>
                <a:lnTo>
                  <a:pt x="12700" y="171450"/>
                </a:lnTo>
                <a:lnTo>
                  <a:pt x="19050" y="158750"/>
                </a:lnTo>
                <a:lnTo>
                  <a:pt x="25400" y="147700"/>
                </a:lnTo>
                <a:lnTo>
                  <a:pt x="30099" y="135000"/>
                </a:lnTo>
                <a:lnTo>
                  <a:pt x="36449" y="122300"/>
                </a:lnTo>
                <a:lnTo>
                  <a:pt x="42799" y="115950"/>
                </a:lnTo>
                <a:lnTo>
                  <a:pt x="49149" y="104775"/>
                </a:lnTo>
                <a:lnTo>
                  <a:pt x="61849" y="92075"/>
                </a:lnTo>
                <a:lnTo>
                  <a:pt x="68199" y="85725"/>
                </a:lnTo>
                <a:lnTo>
                  <a:pt x="79375" y="73025"/>
                </a:lnTo>
                <a:lnTo>
                  <a:pt x="85725" y="68325"/>
                </a:lnTo>
                <a:lnTo>
                  <a:pt x="98425" y="55625"/>
                </a:lnTo>
                <a:lnTo>
                  <a:pt x="111125" y="49275"/>
                </a:lnTo>
                <a:lnTo>
                  <a:pt x="115824" y="42925"/>
                </a:lnTo>
                <a:lnTo>
                  <a:pt x="128524" y="36575"/>
                </a:lnTo>
                <a:lnTo>
                  <a:pt x="141224" y="30225"/>
                </a:lnTo>
                <a:lnTo>
                  <a:pt x="153924" y="25400"/>
                </a:lnTo>
                <a:lnTo>
                  <a:pt x="165100" y="19050"/>
                </a:lnTo>
                <a:lnTo>
                  <a:pt x="177800" y="12700"/>
                </a:lnTo>
                <a:lnTo>
                  <a:pt x="190500" y="12700"/>
                </a:lnTo>
                <a:lnTo>
                  <a:pt x="203200" y="6350"/>
                </a:lnTo>
                <a:lnTo>
                  <a:pt x="214249" y="6350"/>
                </a:lnTo>
                <a:lnTo>
                  <a:pt x="226949" y="0"/>
                </a:lnTo>
                <a:lnTo>
                  <a:pt x="239649" y="0"/>
                </a:lnTo>
                <a:lnTo>
                  <a:pt x="250825" y="0"/>
                </a:lnTo>
                <a:lnTo>
                  <a:pt x="263525" y="0"/>
                </a:lnTo>
                <a:lnTo>
                  <a:pt x="282575" y="0"/>
                </a:lnTo>
                <a:lnTo>
                  <a:pt x="293624" y="0"/>
                </a:lnTo>
                <a:lnTo>
                  <a:pt x="306324" y="0"/>
                </a:lnTo>
                <a:lnTo>
                  <a:pt x="319024" y="6350"/>
                </a:lnTo>
                <a:lnTo>
                  <a:pt x="331724" y="6350"/>
                </a:lnTo>
                <a:lnTo>
                  <a:pt x="342900" y="12700"/>
                </a:lnTo>
                <a:lnTo>
                  <a:pt x="355600" y="12700"/>
                </a:lnTo>
                <a:lnTo>
                  <a:pt x="368300" y="19050"/>
                </a:lnTo>
                <a:lnTo>
                  <a:pt x="379349" y="25400"/>
                </a:lnTo>
                <a:lnTo>
                  <a:pt x="392049" y="30225"/>
                </a:lnTo>
                <a:lnTo>
                  <a:pt x="404749" y="36575"/>
                </a:lnTo>
                <a:lnTo>
                  <a:pt x="417449" y="42925"/>
                </a:lnTo>
                <a:lnTo>
                  <a:pt x="428625" y="49275"/>
                </a:lnTo>
                <a:lnTo>
                  <a:pt x="434975" y="61975"/>
                </a:lnTo>
                <a:lnTo>
                  <a:pt x="447675" y="68325"/>
                </a:lnTo>
                <a:lnTo>
                  <a:pt x="454025" y="73025"/>
                </a:lnTo>
                <a:lnTo>
                  <a:pt x="465074" y="85725"/>
                </a:lnTo>
                <a:lnTo>
                  <a:pt x="471424" y="98425"/>
                </a:lnTo>
                <a:lnTo>
                  <a:pt x="484124" y="104775"/>
                </a:lnTo>
                <a:lnTo>
                  <a:pt x="490474" y="115950"/>
                </a:lnTo>
                <a:lnTo>
                  <a:pt x="496824" y="128650"/>
                </a:lnTo>
                <a:lnTo>
                  <a:pt x="503174" y="135000"/>
                </a:lnTo>
                <a:lnTo>
                  <a:pt x="509524" y="147700"/>
                </a:lnTo>
                <a:lnTo>
                  <a:pt x="514350" y="158750"/>
                </a:lnTo>
                <a:lnTo>
                  <a:pt x="520700" y="171450"/>
                </a:lnTo>
                <a:lnTo>
                  <a:pt x="520700" y="184150"/>
                </a:lnTo>
                <a:lnTo>
                  <a:pt x="527050" y="196850"/>
                </a:lnTo>
                <a:lnTo>
                  <a:pt x="527050" y="208025"/>
                </a:lnTo>
                <a:lnTo>
                  <a:pt x="533400" y="220725"/>
                </a:lnTo>
                <a:lnTo>
                  <a:pt x="533400" y="233425"/>
                </a:lnTo>
                <a:lnTo>
                  <a:pt x="533400" y="244475"/>
                </a:lnTo>
                <a:lnTo>
                  <a:pt x="533400" y="263525"/>
                </a:lnTo>
                <a:lnTo>
                  <a:pt x="533400" y="276225"/>
                </a:lnTo>
                <a:lnTo>
                  <a:pt x="533400" y="288925"/>
                </a:lnTo>
                <a:lnTo>
                  <a:pt x="533400" y="300100"/>
                </a:lnTo>
                <a:lnTo>
                  <a:pt x="527050" y="312800"/>
                </a:lnTo>
                <a:lnTo>
                  <a:pt x="527050" y="325500"/>
                </a:lnTo>
                <a:lnTo>
                  <a:pt x="520700" y="336550"/>
                </a:lnTo>
                <a:lnTo>
                  <a:pt x="520700" y="349250"/>
                </a:lnTo>
                <a:lnTo>
                  <a:pt x="514350" y="361950"/>
                </a:lnTo>
                <a:lnTo>
                  <a:pt x="509524" y="374650"/>
                </a:lnTo>
                <a:lnTo>
                  <a:pt x="503174" y="379475"/>
                </a:lnTo>
                <a:lnTo>
                  <a:pt x="496824" y="392175"/>
                </a:lnTo>
                <a:lnTo>
                  <a:pt x="490474" y="404875"/>
                </a:lnTo>
                <a:lnTo>
                  <a:pt x="484124" y="417575"/>
                </a:lnTo>
                <a:lnTo>
                  <a:pt x="471424" y="422275"/>
                </a:lnTo>
                <a:lnTo>
                  <a:pt x="465074" y="434975"/>
                </a:lnTo>
                <a:lnTo>
                  <a:pt x="460375" y="441325"/>
                </a:lnTo>
                <a:lnTo>
                  <a:pt x="447675" y="454025"/>
                </a:lnTo>
                <a:lnTo>
                  <a:pt x="434975" y="460375"/>
                </a:lnTo>
                <a:lnTo>
                  <a:pt x="428625" y="465200"/>
                </a:lnTo>
                <a:lnTo>
                  <a:pt x="417449" y="477900"/>
                </a:lnTo>
                <a:lnTo>
                  <a:pt x="404749" y="484250"/>
                </a:lnTo>
                <a:lnTo>
                  <a:pt x="392049" y="490600"/>
                </a:lnTo>
                <a:lnTo>
                  <a:pt x="379349" y="496950"/>
                </a:lnTo>
                <a:lnTo>
                  <a:pt x="368300" y="503300"/>
                </a:lnTo>
                <a:lnTo>
                  <a:pt x="355600" y="503300"/>
                </a:lnTo>
                <a:lnTo>
                  <a:pt x="342900" y="508000"/>
                </a:lnTo>
                <a:lnTo>
                  <a:pt x="331724" y="508000"/>
                </a:lnTo>
                <a:lnTo>
                  <a:pt x="319024" y="514350"/>
                </a:lnTo>
                <a:lnTo>
                  <a:pt x="306324" y="514350"/>
                </a:lnTo>
                <a:lnTo>
                  <a:pt x="293624" y="514350"/>
                </a:lnTo>
                <a:lnTo>
                  <a:pt x="282575" y="520700"/>
                </a:lnTo>
                <a:lnTo>
                  <a:pt x="263525" y="520700"/>
                </a:lnTo>
                <a:lnTo>
                  <a:pt x="250825" y="520700"/>
                </a:lnTo>
                <a:lnTo>
                  <a:pt x="239649" y="514350"/>
                </a:lnTo>
                <a:lnTo>
                  <a:pt x="226949" y="514350"/>
                </a:lnTo>
                <a:lnTo>
                  <a:pt x="214249" y="514350"/>
                </a:lnTo>
                <a:lnTo>
                  <a:pt x="203200" y="508000"/>
                </a:lnTo>
                <a:lnTo>
                  <a:pt x="190500" y="508000"/>
                </a:lnTo>
                <a:lnTo>
                  <a:pt x="177800" y="503300"/>
                </a:lnTo>
                <a:lnTo>
                  <a:pt x="165100" y="496950"/>
                </a:lnTo>
                <a:lnTo>
                  <a:pt x="153924" y="496950"/>
                </a:lnTo>
                <a:lnTo>
                  <a:pt x="141224" y="490600"/>
                </a:lnTo>
                <a:lnTo>
                  <a:pt x="128524" y="484250"/>
                </a:lnTo>
                <a:lnTo>
                  <a:pt x="115824" y="477900"/>
                </a:lnTo>
                <a:lnTo>
                  <a:pt x="104775" y="465200"/>
                </a:lnTo>
                <a:lnTo>
                  <a:pt x="98425" y="460375"/>
                </a:lnTo>
                <a:lnTo>
                  <a:pt x="85725" y="454025"/>
                </a:lnTo>
                <a:lnTo>
                  <a:pt x="79375" y="441325"/>
                </a:lnTo>
                <a:lnTo>
                  <a:pt x="68199" y="434975"/>
                </a:lnTo>
                <a:lnTo>
                  <a:pt x="61849" y="422275"/>
                </a:lnTo>
                <a:lnTo>
                  <a:pt x="49149" y="411225"/>
                </a:lnTo>
                <a:lnTo>
                  <a:pt x="42799" y="404875"/>
                </a:lnTo>
                <a:lnTo>
                  <a:pt x="36449" y="392175"/>
                </a:lnTo>
                <a:lnTo>
                  <a:pt x="30099" y="379475"/>
                </a:lnTo>
                <a:lnTo>
                  <a:pt x="25400" y="368300"/>
                </a:lnTo>
                <a:lnTo>
                  <a:pt x="19050" y="355600"/>
                </a:lnTo>
                <a:lnTo>
                  <a:pt x="12700" y="342900"/>
                </a:lnTo>
                <a:lnTo>
                  <a:pt x="12700" y="331850"/>
                </a:lnTo>
                <a:lnTo>
                  <a:pt x="6350" y="319150"/>
                </a:lnTo>
                <a:lnTo>
                  <a:pt x="6350" y="306450"/>
                </a:lnTo>
                <a:lnTo>
                  <a:pt x="0" y="293750"/>
                </a:lnTo>
                <a:lnTo>
                  <a:pt x="0" y="282575"/>
                </a:lnTo>
                <a:lnTo>
                  <a:pt x="0" y="269875"/>
                </a:lnTo>
                <a:lnTo>
                  <a:pt x="0" y="25717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4" name="object 33"/>
          <p:cNvSpPr>
            <a:spLocks noChangeArrowheads="1"/>
          </p:cNvSpPr>
          <p:nvPr/>
        </p:nvSpPr>
        <p:spPr bwMode="auto">
          <a:xfrm>
            <a:off x="9723439" y="4135438"/>
            <a:ext cx="465137" cy="501650"/>
          </a:xfrm>
          <a:custGeom>
            <a:avLst/>
            <a:gdLst>
              <a:gd name="T0" fmla="*/ 0 w 465454"/>
              <a:gd name="T1" fmla="*/ 0 h 501650"/>
              <a:gd name="T2" fmla="*/ 465454 w 465454"/>
              <a:gd name="T3" fmla="*/ 501650 h 501650"/>
            </a:gdLst>
            <a:ahLst/>
            <a:cxnLst/>
            <a:rect l="T0" t="T1" r="T2" b="T3"/>
            <a:pathLst>
              <a:path w="465454" h="501650">
                <a:moveTo>
                  <a:pt x="0" y="501650"/>
                </a:moveTo>
                <a:lnTo>
                  <a:pt x="0" y="0"/>
                </a:lnTo>
                <a:lnTo>
                  <a:pt x="68199" y="0"/>
                </a:lnTo>
                <a:lnTo>
                  <a:pt x="398399" y="392175"/>
                </a:lnTo>
                <a:lnTo>
                  <a:pt x="398399" y="0"/>
                </a:lnTo>
                <a:lnTo>
                  <a:pt x="465074" y="0"/>
                </a:lnTo>
                <a:lnTo>
                  <a:pt x="465074" y="501650"/>
                </a:lnTo>
                <a:lnTo>
                  <a:pt x="404749" y="501650"/>
                </a:lnTo>
                <a:lnTo>
                  <a:pt x="73025" y="115950"/>
                </a:lnTo>
                <a:lnTo>
                  <a:pt x="73025" y="501650"/>
                </a:lnTo>
                <a:lnTo>
                  <a:pt x="0" y="50165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5" name="object 34"/>
          <p:cNvSpPr>
            <a:spLocks noChangeArrowheads="1"/>
          </p:cNvSpPr>
          <p:nvPr/>
        </p:nvSpPr>
        <p:spPr bwMode="auto">
          <a:xfrm>
            <a:off x="7367588" y="5054600"/>
            <a:ext cx="0" cy="876300"/>
          </a:xfrm>
          <a:custGeom>
            <a:avLst/>
            <a:gdLst>
              <a:gd name="T0" fmla="*/ 0 h 876300"/>
              <a:gd name="T1" fmla="*/ 876300 h 876300"/>
            </a:gdLst>
            <a:ahLst/>
            <a:cxnLst/>
            <a:rect l="0" t="T0" r="0" b="T1"/>
            <a:pathLst>
              <a:path h="876300">
                <a:moveTo>
                  <a:pt x="0" y="0"/>
                </a:moveTo>
                <a:lnTo>
                  <a:pt x="0" y="876300"/>
                </a:lnTo>
              </a:path>
            </a:pathLst>
          </a:custGeom>
          <a:noFill/>
          <a:ln w="42862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6" name="object 35"/>
          <p:cNvSpPr>
            <a:spLocks noChangeArrowheads="1"/>
          </p:cNvSpPr>
          <p:nvPr/>
        </p:nvSpPr>
        <p:spPr bwMode="auto">
          <a:xfrm>
            <a:off x="7346951" y="5054600"/>
            <a:ext cx="42863" cy="876300"/>
          </a:xfrm>
          <a:custGeom>
            <a:avLst/>
            <a:gdLst>
              <a:gd name="T0" fmla="*/ 0 w 43179"/>
              <a:gd name="T1" fmla="*/ 0 h 876300"/>
              <a:gd name="T2" fmla="*/ 43179 w 43179"/>
              <a:gd name="T3" fmla="*/ 876300 h 876300"/>
            </a:gdLst>
            <a:ahLst/>
            <a:cxnLst/>
            <a:rect l="T0" t="T1" r="T2" b="T3"/>
            <a:pathLst>
              <a:path w="43179" h="876300">
                <a:moveTo>
                  <a:pt x="0" y="876300"/>
                </a:moveTo>
                <a:lnTo>
                  <a:pt x="42862" y="876300"/>
                </a:lnTo>
                <a:lnTo>
                  <a:pt x="42862" y="0"/>
                </a:lnTo>
                <a:lnTo>
                  <a:pt x="0" y="0"/>
                </a:lnTo>
                <a:lnTo>
                  <a:pt x="0" y="876300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7" name="object 36"/>
          <p:cNvSpPr>
            <a:spLocks noChangeArrowheads="1"/>
          </p:cNvSpPr>
          <p:nvPr/>
        </p:nvSpPr>
        <p:spPr bwMode="auto">
          <a:xfrm>
            <a:off x="7137401" y="5103814"/>
            <a:ext cx="466725" cy="777875"/>
          </a:xfrm>
          <a:custGeom>
            <a:avLst/>
            <a:gdLst>
              <a:gd name="T0" fmla="*/ 0 w 466725"/>
              <a:gd name="T1" fmla="*/ 0 h 778510"/>
              <a:gd name="T2" fmla="*/ 466725 w 466725"/>
              <a:gd name="T3" fmla="*/ 778510 h 778510"/>
            </a:gdLst>
            <a:ahLst/>
            <a:cxnLst/>
            <a:rect l="T0" t="T1" r="T2" b="T3"/>
            <a:pathLst>
              <a:path w="466725" h="778510">
                <a:moveTo>
                  <a:pt x="36449" y="0"/>
                </a:moveTo>
                <a:lnTo>
                  <a:pt x="0" y="17525"/>
                </a:lnTo>
                <a:lnTo>
                  <a:pt x="428625" y="777938"/>
                </a:lnTo>
                <a:lnTo>
                  <a:pt x="466725" y="758888"/>
                </a:lnTo>
                <a:lnTo>
                  <a:pt x="36449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8" name="object 37"/>
          <p:cNvSpPr>
            <a:spLocks noChangeArrowheads="1"/>
          </p:cNvSpPr>
          <p:nvPr/>
        </p:nvSpPr>
        <p:spPr bwMode="auto">
          <a:xfrm>
            <a:off x="7137401" y="5103814"/>
            <a:ext cx="466725" cy="777875"/>
          </a:xfrm>
          <a:custGeom>
            <a:avLst/>
            <a:gdLst>
              <a:gd name="T0" fmla="*/ 0 w 466725"/>
              <a:gd name="T1" fmla="*/ 0 h 778510"/>
              <a:gd name="T2" fmla="*/ 466725 w 466725"/>
              <a:gd name="T3" fmla="*/ 778510 h 778510"/>
            </a:gdLst>
            <a:ahLst/>
            <a:cxnLst/>
            <a:rect l="T0" t="T1" r="T2" b="T3"/>
            <a:pathLst>
              <a:path w="466725" h="778510">
                <a:moveTo>
                  <a:pt x="0" y="17525"/>
                </a:moveTo>
                <a:lnTo>
                  <a:pt x="36449" y="0"/>
                </a:lnTo>
                <a:lnTo>
                  <a:pt x="466725" y="758888"/>
                </a:lnTo>
                <a:lnTo>
                  <a:pt x="428625" y="777938"/>
                </a:lnTo>
                <a:lnTo>
                  <a:pt x="0" y="1752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9" name="object 38"/>
          <p:cNvSpPr>
            <a:spLocks noChangeArrowheads="1"/>
          </p:cNvSpPr>
          <p:nvPr/>
        </p:nvSpPr>
        <p:spPr bwMode="auto">
          <a:xfrm>
            <a:off x="6978651" y="5249864"/>
            <a:ext cx="777875" cy="477837"/>
          </a:xfrm>
          <a:custGeom>
            <a:avLst/>
            <a:gdLst>
              <a:gd name="T0" fmla="*/ 0 w 777875"/>
              <a:gd name="T1" fmla="*/ 0 h 478154"/>
              <a:gd name="T2" fmla="*/ 777875 w 777875"/>
              <a:gd name="T3" fmla="*/ 478154 h 478154"/>
            </a:gdLst>
            <a:ahLst/>
            <a:cxnLst/>
            <a:rect l="T0" t="T1" r="T2" b="T3"/>
            <a:pathLst>
              <a:path w="777875" h="478154">
                <a:moveTo>
                  <a:pt x="23749" y="0"/>
                </a:moveTo>
                <a:lnTo>
                  <a:pt x="0" y="42799"/>
                </a:lnTo>
                <a:lnTo>
                  <a:pt x="760349" y="477774"/>
                </a:lnTo>
                <a:lnTo>
                  <a:pt x="777875" y="441261"/>
                </a:lnTo>
                <a:lnTo>
                  <a:pt x="23749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0" name="object 39"/>
          <p:cNvSpPr>
            <a:spLocks noChangeArrowheads="1"/>
          </p:cNvSpPr>
          <p:nvPr/>
        </p:nvSpPr>
        <p:spPr bwMode="auto">
          <a:xfrm>
            <a:off x="6978651" y="5249864"/>
            <a:ext cx="777875" cy="477837"/>
          </a:xfrm>
          <a:custGeom>
            <a:avLst/>
            <a:gdLst>
              <a:gd name="T0" fmla="*/ 0 w 777875"/>
              <a:gd name="T1" fmla="*/ 0 h 478154"/>
              <a:gd name="T2" fmla="*/ 777875 w 777875"/>
              <a:gd name="T3" fmla="*/ 478154 h 478154"/>
            </a:gdLst>
            <a:ahLst/>
            <a:cxnLst/>
            <a:rect l="T0" t="T1" r="T2" b="T3"/>
            <a:pathLst>
              <a:path w="777875" h="478154">
                <a:moveTo>
                  <a:pt x="0" y="42799"/>
                </a:moveTo>
                <a:lnTo>
                  <a:pt x="23749" y="0"/>
                </a:lnTo>
                <a:lnTo>
                  <a:pt x="777875" y="441261"/>
                </a:lnTo>
                <a:lnTo>
                  <a:pt x="760349" y="477774"/>
                </a:lnTo>
                <a:lnTo>
                  <a:pt x="0" y="42799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1" name="object 40"/>
          <p:cNvSpPr>
            <a:spLocks noChangeArrowheads="1"/>
          </p:cNvSpPr>
          <p:nvPr/>
        </p:nvSpPr>
        <p:spPr bwMode="auto">
          <a:xfrm>
            <a:off x="7126289" y="5103814"/>
            <a:ext cx="484187" cy="777875"/>
          </a:xfrm>
          <a:custGeom>
            <a:avLst/>
            <a:gdLst>
              <a:gd name="T0" fmla="*/ 0 w 484504"/>
              <a:gd name="T1" fmla="*/ 0 h 778510"/>
              <a:gd name="T2" fmla="*/ 484504 w 484504"/>
              <a:gd name="T3" fmla="*/ 778510 h 778510"/>
            </a:gdLst>
            <a:ahLst/>
            <a:cxnLst/>
            <a:rect l="T0" t="T1" r="T2" b="T3"/>
            <a:pathLst>
              <a:path w="484504" h="778510">
                <a:moveTo>
                  <a:pt x="446024" y="0"/>
                </a:moveTo>
                <a:lnTo>
                  <a:pt x="0" y="752538"/>
                </a:lnTo>
                <a:lnTo>
                  <a:pt x="42799" y="777938"/>
                </a:lnTo>
                <a:lnTo>
                  <a:pt x="484124" y="23875"/>
                </a:lnTo>
                <a:lnTo>
                  <a:pt x="44602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2" name="object 41"/>
          <p:cNvSpPr>
            <a:spLocks noChangeArrowheads="1"/>
          </p:cNvSpPr>
          <p:nvPr/>
        </p:nvSpPr>
        <p:spPr bwMode="auto">
          <a:xfrm>
            <a:off x="7126289" y="5103814"/>
            <a:ext cx="484187" cy="777875"/>
          </a:xfrm>
          <a:custGeom>
            <a:avLst/>
            <a:gdLst>
              <a:gd name="T0" fmla="*/ 0 w 484504"/>
              <a:gd name="T1" fmla="*/ 0 h 778510"/>
              <a:gd name="T2" fmla="*/ 484504 w 484504"/>
              <a:gd name="T3" fmla="*/ 778510 h 778510"/>
            </a:gdLst>
            <a:ahLst/>
            <a:cxnLst/>
            <a:rect l="T0" t="T1" r="T2" b="T3"/>
            <a:pathLst>
              <a:path w="484504" h="778510">
                <a:moveTo>
                  <a:pt x="42799" y="777938"/>
                </a:moveTo>
                <a:lnTo>
                  <a:pt x="0" y="752538"/>
                </a:lnTo>
                <a:lnTo>
                  <a:pt x="446024" y="0"/>
                </a:lnTo>
                <a:lnTo>
                  <a:pt x="484124" y="23875"/>
                </a:lnTo>
                <a:lnTo>
                  <a:pt x="42799" y="777938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3" name="object 42"/>
          <p:cNvSpPr>
            <a:spLocks noChangeArrowheads="1"/>
          </p:cNvSpPr>
          <p:nvPr/>
        </p:nvSpPr>
        <p:spPr bwMode="auto">
          <a:xfrm>
            <a:off x="6978651" y="5262564"/>
            <a:ext cx="784225" cy="460375"/>
          </a:xfrm>
          <a:custGeom>
            <a:avLst/>
            <a:gdLst>
              <a:gd name="T0" fmla="*/ 0 w 784225"/>
              <a:gd name="T1" fmla="*/ 0 h 460375"/>
              <a:gd name="T2" fmla="*/ 784225 w 784225"/>
              <a:gd name="T3" fmla="*/ 460375 h 460375"/>
            </a:gdLst>
            <a:ahLst/>
            <a:cxnLst/>
            <a:rect l="T0" t="T1" r="T2" b="T3"/>
            <a:pathLst>
              <a:path w="784225" h="460375">
                <a:moveTo>
                  <a:pt x="760349" y="0"/>
                </a:moveTo>
                <a:lnTo>
                  <a:pt x="0" y="422211"/>
                </a:lnTo>
                <a:lnTo>
                  <a:pt x="19050" y="460311"/>
                </a:lnTo>
                <a:lnTo>
                  <a:pt x="784225" y="36449"/>
                </a:lnTo>
                <a:lnTo>
                  <a:pt x="760349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4" name="object 43"/>
          <p:cNvSpPr>
            <a:spLocks noChangeArrowheads="1"/>
          </p:cNvSpPr>
          <p:nvPr/>
        </p:nvSpPr>
        <p:spPr bwMode="auto">
          <a:xfrm>
            <a:off x="6978651" y="5262564"/>
            <a:ext cx="784225" cy="460375"/>
          </a:xfrm>
          <a:custGeom>
            <a:avLst/>
            <a:gdLst>
              <a:gd name="T0" fmla="*/ 0 w 784225"/>
              <a:gd name="T1" fmla="*/ 0 h 460375"/>
              <a:gd name="T2" fmla="*/ 784225 w 784225"/>
              <a:gd name="T3" fmla="*/ 460375 h 460375"/>
            </a:gdLst>
            <a:ahLst/>
            <a:cxnLst/>
            <a:rect l="T0" t="T1" r="T2" b="T3"/>
            <a:pathLst>
              <a:path w="784225" h="460375">
                <a:moveTo>
                  <a:pt x="19050" y="460311"/>
                </a:moveTo>
                <a:lnTo>
                  <a:pt x="0" y="422211"/>
                </a:lnTo>
                <a:lnTo>
                  <a:pt x="760349" y="0"/>
                </a:lnTo>
                <a:lnTo>
                  <a:pt x="784225" y="36449"/>
                </a:lnTo>
                <a:lnTo>
                  <a:pt x="19050" y="460311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5" name="object 44"/>
          <p:cNvSpPr>
            <a:spLocks noChangeArrowheads="1"/>
          </p:cNvSpPr>
          <p:nvPr/>
        </p:nvSpPr>
        <p:spPr bwMode="auto">
          <a:xfrm>
            <a:off x="6929438" y="5489575"/>
            <a:ext cx="876300" cy="0"/>
          </a:xfrm>
          <a:custGeom>
            <a:avLst/>
            <a:gdLst>
              <a:gd name="T0" fmla="*/ 0 w 876300"/>
              <a:gd name="T1" fmla="*/ 876300 w 876300"/>
            </a:gdLst>
            <a:ahLst/>
            <a:cxnLst/>
            <a:rect l="T0" t="0" r="T1" b="0"/>
            <a:pathLst>
              <a:path w="876300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49212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6" name="object 45"/>
          <p:cNvSpPr>
            <a:spLocks noChangeArrowheads="1"/>
          </p:cNvSpPr>
          <p:nvPr/>
        </p:nvSpPr>
        <p:spPr bwMode="auto">
          <a:xfrm>
            <a:off x="6929438" y="5464176"/>
            <a:ext cx="876300" cy="49213"/>
          </a:xfrm>
          <a:custGeom>
            <a:avLst/>
            <a:gdLst>
              <a:gd name="T0" fmla="*/ 0 w 876300"/>
              <a:gd name="T1" fmla="*/ 0 h 49529"/>
              <a:gd name="T2" fmla="*/ 876300 w 876300"/>
              <a:gd name="T3" fmla="*/ 49529 h 49529"/>
            </a:gdLst>
            <a:ahLst/>
            <a:cxnLst/>
            <a:rect l="T0" t="T1" r="T2" b="T3"/>
            <a:pathLst>
              <a:path w="876300" h="49529">
                <a:moveTo>
                  <a:pt x="0" y="49212"/>
                </a:moveTo>
                <a:lnTo>
                  <a:pt x="876300" y="49212"/>
                </a:lnTo>
                <a:lnTo>
                  <a:pt x="876300" y="0"/>
                </a:lnTo>
                <a:lnTo>
                  <a:pt x="0" y="0"/>
                </a:lnTo>
                <a:lnTo>
                  <a:pt x="0" y="49212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7" name="object 46"/>
          <p:cNvSpPr>
            <a:spLocks noChangeArrowheads="1"/>
          </p:cNvSpPr>
          <p:nvPr/>
        </p:nvSpPr>
        <p:spPr bwMode="auto">
          <a:xfrm>
            <a:off x="7272338" y="5176839"/>
            <a:ext cx="196850" cy="631825"/>
          </a:xfrm>
          <a:custGeom>
            <a:avLst/>
            <a:gdLst>
              <a:gd name="T0" fmla="*/ 0 w 196850"/>
              <a:gd name="T1" fmla="*/ 0 h 632460"/>
              <a:gd name="T2" fmla="*/ 196850 w 196850"/>
              <a:gd name="T3" fmla="*/ 632460 h 632460"/>
            </a:gdLst>
            <a:ahLst/>
            <a:cxnLst/>
            <a:rect l="T0" t="T1" r="T2" b="T3"/>
            <a:pathLst>
              <a:path w="196850" h="632460">
                <a:moveTo>
                  <a:pt x="31750" y="0"/>
                </a:moveTo>
                <a:lnTo>
                  <a:pt x="0" y="6350"/>
                </a:lnTo>
                <a:lnTo>
                  <a:pt x="160274" y="631888"/>
                </a:lnTo>
                <a:lnTo>
                  <a:pt x="196850" y="619188"/>
                </a:lnTo>
                <a:lnTo>
                  <a:pt x="3175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8" name="object 47"/>
          <p:cNvSpPr>
            <a:spLocks noChangeArrowheads="1"/>
          </p:cNvSpPr>
          <p:nvPr/>
        </p:nvSpPr>
        <p:spPr bwMode="auto">
          <a:xfrm>
            <a:off x="7272338" y="5176839"/>
            <a:ext cx="196850" cy="631825"/>
          </a:xfrm>
          <a:custGeom>
            <a:avLst/>
            <a:gdLst>
              <a:gd name="T0" fmla="*/ 0 w 196850"/>
              <a:gd name="T1" fmla="*/ 0 h 632460"/>
              <a:gd name="T2" fmla="*/ 196850 w 196850"/>
              <a:gd name="T3" fmla="*/ 632460 h 632460"/>
            </a:gdLst>
            <a:ahLst/>
            <a:cxnLst/>
            <a:rect l="T0" t="T1" r="T2" b="T3"/>
            <a:pathLst>
              <a:path w="196850" h="632460">
                <a:moveTo>
                  <a:pt x="0" y="6350"/>
                </a:moveTo>
                <a:lnTo>
                  <a:pt x="31750" y="0"/>
                </a:lnTo>
                <a:lnTo>
                  <a:pt x="196850" y="619188"/>
                </a:lnTo>
                <a:lnTo>
                  <a:pt x="160274" y="631888"/>
                </a:lnTo>
                <a:lnTo>
                  <a:pt x="0" y="635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9" name="object 48"/>
          <p:cNvSpPr>
            <a:spLocks noChangeArrowheads="1"/>
          </p:cNvSpPr>
          <p:nvPr/>
        </p:nvSpPr>
        <p:spPr bwMode="auto">
          <a:xfrm>
            <a:off x="7131051" y="5249864"/>
            <a:ext cx="473075" cy="484187"/>
          </a:xfrm>
          <a:custGeom>
            <a:avLst/>
            <a:gdLst>
              <a:gd name="T0" fmla="*/ 0 w 473075"/>
              <a:gd name="T1" fmla="*/ 0 h 484504"/>
              <a:gd name="T2" fmla="*/ 473075 w 473075"/>
              <a:gd name="T3" fmla="*/ 484504 h 484504"/>
            </a:gdLst>
            <a:ahLst/>
            <a:cxnLst/>
            <a:rect l="T0" t="T1" r="T2" b="T3"/>
            <a:pathLst>
              <a:path w="473075" h="484504">
                <a:moveTo>
                  <a:pt x="25400" y="0"/>
                </a:moveTo>
                <a:lnTo>
                  <a:pt x="0" y="25400"/>
                </a:lnTo>
                <a:lnTo>
                  <a:pt x="447675" y="484124"/>
                </a:lnTo>
                <a:lnTo>
                  <a:pt x="473075" y="460311"/>
                </a:lnTo>
                <a:lnTo>
                  <a:pt x="2540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20" name="object 49"/>
          <p:cNvSpPr>
            <a:spLocks noChangeArrowheads="1"/>
          </p:cNvSpPr>
          <p:nvPr/>
        </p:nvSpPr>
        <p:spPr bwMode="auto">
          <a:xfrm>
            <a:off x="7131051" y="5249864"/>
            <a:ext cx="473075" cy="484187"/>
          </a:xfrm>
          <a:custGeom>
            <a:avLst/>
            <a:gdLst>
              <a:gd name="T0" fmla="*/ 0 w 473075"/>
              <a:gd name="T1" fmla="*/ 0 h 484504"/>
              <a:gd name="T2" fmla="*/ 473075 w 473075"/>
              <a:gd name="T3" fmla="*/ 484504 h 484504"/>
            </a:gdLst>
            <a:ahLst/>
            <a:cxnLst/>
            <a:rect l="T0" t="T1" r="T2" b="T3"/>
            <a:pathLst>
              <a:path w="473075" h="484504">
                <a:moveTo>
                  <a:pt x="0" y="25400"/>
                </a:moveTo>
                <a:lnTo>
                  <a:pt x="25400" y="0"/>
                </a:lnTo>
                <a:lnTo>
                  <a:pt x="473075" y="460311"/>
                </a:lnTo>
                <a:lnTo>
                  <a:pt x="447675" y="484124"/>
                </a:lnTo>
                <a:lnTo>
                  <a:pt x="0" y="2540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21" name="object 50"/>
          <p:cNvSpPr>
            <a:spLocks noChangeArrowheads="1"/>
          </p:cNvSpPr>
          <p:nvPr/>
        </p:nvSpPr>
        <p:spPr bwMode="auto">
          <a:xfrm>
            <a:off x="7058026" y="5391151"/>
            <a:ext cx="625475" cy="201613"/>
          </a:xfrm>
          <a:custGeom>
            <a:avLst/>
            <a:gdLst>
              <a:gd name="T0" fmla="*/ 0 w 625475"/>
              <a:gd name="T1" fmla="*/ 0 h 201929"/>
              <a:gd name="T2" fmla="*/ 625475 w 625475"/>
              <a:gd name="T3" fmla="*/ 201929 h 201929"/>
            </a:gdLst>
            <a:ahLst/>
            <a:cxnLst/>
            <a:rect l="T0" t="T1" r="T2" b="T3"/>
            <a:pathLst>
              <a:path w="625475" h="201929">
                <a:moveTo>
                  <a:pt x="6350" y="0"/>
                </a:moveTo>
                <a:lnTo>
                  <a:pt x="0" y="30099"/>
                </a:lnTo>
                <a:lnTo>
                  <a:pt x="612775" y="201612"/>
                </a:lnTo>
                <a:lnTo>
                  <a:pt x="625475" y="171450"/>
                </a:lnTo>
                <a:lnTo>
                  <a:pt x="635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22" name="object 51"/>
          <p:cNvSpPr>
            <a:spLocks noChangeArrowheads="1"/>
          </p:cNvSpPr>
          <p:nvPr/>
        </p:nvSpPr>
        <p:spPr bwMode="auto">
          <a:xfrm>
            <a:off x="7058026" y="5391151"/>
            <a:ext cx="625475" cy="201613"/>
          </a:xfrm>
          <a:custGeom>
            <a:avLst/>
            <a:gdLst>
              <a:gd name="T0" fmla="*/ 0 w 625475"/>
              <a:gd name="T1" fmla="*/ 0 h 201929"/>
              <a:gd name="T2" fmla="*/ 625475 w 625475"/>
              <a:gd name="T3" fmla="*/ 201929 h 201929"/>
            </a:gdLst>
            <a:ahLst/>
            <a:cxnLst/>
            <a:rect l="T0" t="T1" r="T2" b="T3"/>
            <a:pathLst>
              <a:path w="625475" h="201929">
                <a:moveTo>
                  <a:pt x="0" y="30099"/>
                </a:moveTo>
                <a:lnTo>
                  <a:pt x="6350" y="0"/>
                </a:lnTo>
                <a:lnTo>
                  <a:pt x="625475" y="171450"/>
                </a:lnTo>
                <a:lnTo>
                  <a:pt x="612775" y="201612"/>
                </a:lnTo>
                <a:lnTo>
                  <a:pt x="0" y="30099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23" name="object 52"/>
          <p:cNvSpPr>
            <a:spLocks noChangeArrowheads="1"/>
          </p:cNvSpPr>
          <p:nvPr/>
        </p:nvSpPr>
        <p:spPr bwMode="auto">
          <a:xfrm>
            <a:off x="7265988" y="5176839"/>
            <a:ext cx="209550" cy="625475"/>
          </a:xfrm>
          <a:custGeom>
            <a:avLst/>
            <a:gdLst>
              <a:gd name="T0" fmla="*/ 0 w 209550"/>
              <a:gd name="T1" fmla="*/ 0 h 626110"/>
              <a:gd name="T2" fmla="*/ 209550 w 209550"/>
              <a:gd name="T3" fmla="*/ 626110 h 626110"/>
            </a:gdLst>
            <a:ahLst/>
            <a:cxnLst/>
            <a:rect l="T0" t="T1" r="T2" b="T3"/>
            <a:pathLst>
              <a:path w="209550" h="626110">
                <a:moveTo>
                  <a:pt x="177800" y="0"/>
                </a:moveTo>
                <a:lnTo>
                  <a:pt x="0" y="619188"/>
                </a:lnTo>
                <a:lnTo>
                  <a:pt x="31750" y="625538"/>
                </a:lnTo>
                <a:lnTo>
                  <a:pt x="209550" y="12700"/>
                </a:lnTo>
                <a:lnTo>
                  <a:pt x="17780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24" name="object 53"/>
          <p:cNvSpPr>
            <a:spLocks noChangeArrowheads="1"/>
          </p:cNvSpPr>
          <p:nvPr/>
        </p:nvSpPr>
        <p:spPr bwMode="auto">
          <a:xfrm>
            <a:off x="7265988" y="5176839"/>
            <a:ext cx="209550" cy="625475"/>
          </a:xfrm>
          <a:custGeom>
            <a:avLst/>
            <a:gdLst>
              <a:gd name="T0" fmla="*/ 0 w 209550"/>
              <a:gd name="T1" fmla="*/ 0 h 626110"/>
              <a:gd name="T2" fmla="*/ 209550 w 209550"/>
              <a:gd name="T3" fmla="*/ 626110 h 626110"/>
            </a:gdLst>
            <a:ahLst/>
            <a:cxnLst/>
            <a:rect l="T0" t="T1" r="T2" b="T3"/>
            <a:pathLst>
              <a:path w="209550" h="626110">
                <a:moveTo>
                  <a:pt x="31750" y="625538"/>
                </a:moveTo>
                <a:lnTo>
                  <a:pt x="0" y="619188"/>
                </a:lnTo>
                <a:lnTo>
                  <a:pt x="177800" y="0"/>
                </a:lnTo>
                <a:lnTo>
                  <a:pt x="209550" y="12700"/>
                </a:lnTo>
                <a:lnTo>
                  <a:pt x="31750" y="625538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25" name="object 54"/>
          <p:cNvSpPr>
            <a:spLocks noChangeArrowheads="1"/>
          </p:cNvSpPr>
          <p:nvPr/>
        </p:nvSpPr>
        <p:spPr bwMode="auto">
          <a:xfrm>
            <a:off x="7126289" y="5256214"/>
            <a:ext cx="484187" cy="466725"/>
          </a:xfrm>
          <a:custGeom>
            <a:avLst/>
            <a:gdLst>
              <a:gd name="T0" fmla="*/ 0 w 484504"/>
              <a:gd name="T1" fmla="*/ 0 h 466725"/>
              <a:gd name="T2" fmla="*/ 484504 w 484504"/>
              <a:gd name="T3" fmla="*/ 466725 h 466725"/>
            </a:gdLst>
            <a:ahLst/>
            <a:cxnLst/>
            <a:rect l="T0" t="T1" r="T2" b="T3"/>
            <a:pathLst>
              <a:path w="484504" h="466725">
                <a:moveTo>
                  <a:pt x="465074" y="0"/>
                </a:moveTo>
                <a:lnTo>
                  <a:pt x="0" y="447611"/>
                </a:lnTo>
                <a:lnTo>
                  <a:pt x="23749" y="466661"/>
                </a:lnTo>
                <a:lnTo>
                  <a:pt x="484124" y="25400"/>
                </a:lnTo>
                <a:lnTo>
                  <a:pt x="46507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26" name="object 55"/>
          <p:cNvSpPr>
            <a:spLocks noChangeArrowheads="1"/>
          </p:cNvSpPr>
          <p:nvPr/>
        </p:nvSpPr>
        <p:spPr bwMode="auto">
          <a:xfrm>
            <a:off x="7126289" y="5256214"/>
            <a:ext cx="484187" cy="466725"/>
          </a:xfrm>
          <a:custGeom>
            <a:avLst/>
            <a:gdLst>
              <a:gd name="T0" fmla="*/ 0 w 484504"/>
              <a:gd name="T1" fmla="*/ 0 h 466725"/>
              <a:gd name="T2" fmla="*/ 484504 w 484504"/>
              <a:gd name="T3" fmla="*/ 466725 h 466725"/>
            </a:gdLst>
            <a:ahLst/>
            <a:cxnLst/>
            <a:rect l="T0" t="T1" r="T2" b="T3"/>
            <a:pathLst>
              <a:path w="484504" h="466725">
                <a:moveTo>
                  <a:pt x="23749" y="466661"/>
                </a:moveTo>
                <a:lnTo>
                  <a:pt x="0" y="447611"/>
                </a:lnTo>
                <a:lnTo>
                  <a:pt x="465074" y="0"/>
                </a:lnTo>
                <a:lnTo>
                  <a:pt x="484124" y="25400"/>
                </a:lnTo>
                <a:lnTo>
                  <a:pt x="23749" y="466661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27" name="object 56"/>
          <p:cNvSpPr>
            <a:spLocks noChangeArrowheads="1"/>
          </p:cNvSpPr>
          <p:nvPr/>
        </p:nvSpPr>
        <p:spPr bwMode="auto">
          <a:xfrm>
            <a:off x="7051676" y="5391150"/>
            <a:ext cx="631825" cy="196850"/>
          </a:xfrm>
          <a:custGeom>
            <a:avLst/>
            <a:gdLst>
              <a:gd name="T0" fmla="*/ 0 w 631825"/>
              <a:gd name="T1" fmla="*/ 0 h 196850"/>
              <a:gd name="T2" fmla="*/ 631825 w 631825"/>
              <a:gd name="T3" fmla="*/ 196850 h 196850"/>
            </a:gdLst>
            <a:ahLst/>
            <a:cxnLst/>
            <a:rect l="T0" t="T1" r="T2" b="T3"/>
            <a:pathLst>
              <a:path w="631825" h="196850">
                <a:moveTo>
                  <a:pt x="619125" y="0"/>
                </a:moveTo>
                <a:lnTo>
                  <a:pt x="0" y="165100"/>
                </a:lnTo>
                <a:lnTo>
                  <a:pt x="6350" y="196850"/>
                </a:lnTo>
                <a:lnTo>
                  <a:pt x="631825" y="36449"/>
                </a:lnTo>
                <a:lnTo>
                  <a:pt x="6191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28" name="object 57"/>
          <p:cNvSpPr>
            <a:spLocks noChangeArrowheads="1"/>
          </p:cNvSpPr>
          <p:nvPr/>
        </p:nvSpPr>
        <p:spPr bwMode="auto">
          <a:xfrm>
            <a:off x="7051676" y="5391150"/>
            <a:ext cx="631825" cy="196850"/>
          </a:xfrm>
          <a:custGeom>
            <a:avLst/>
            <a:gdLst>
              <a:gd name="T0" fmla="*/ 0 w 631825"/>
              <a:gd name="T1" fmla="*/ 0 h 196850"/>
              <a:gd name="T2" fmla="*/ 631825 w 631825"/>
              <a:gd name="T3" fmla="*/ 196850 h 196850"/>
            </a:gdLst>
            <a:ahLst/>
            <a:cxnLst/>
            <a:rect l="T0" t="T1" r="T2" b="T3"/>
            <a:pathLst>
              <a:path w="631825" h="196850">
                <a:moveTo>
                  <a:pt x="0" y="165100"/>
                </a:moveTo>
                <a:lnTo>
                  <a:pt x="619125" y="0"/>
                </a:lnTo>
                <a:lnTo>
                  <a:pt x="631825" y="36449"/>
                </a:lnTo>
                <a:lnTo>
                  <a:pt x="6350" y="196850"/>
                </a:lnTo>
                <a:lnTo>
                  <a:pt x="0" y="16510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29" name="object 58"/>
          <p:cNvSpPr>
            <a:spLocks noChangeArrowheads="1"/>
          </p:cNvSpPr>
          <p:nvPr/>
        </p:nvSpPr>
        <p:spPr bwMode="auto">
          <a:xfrm>
            <a:off x="7437438" y="5499100"/>
            <a:ext cx="2832100" cy="0"/>
          </a:xfrm>
          <a:custGeom>
            <a:avLst/>
            <a:gdLst>
              <a:gd name="T0" fmla="*/ 0 w 2832100"/>
              <a:gd name="T1" fmla="*/ 2832100 w 2832100"/>
            </a:gdLst>
            <a:ahLst/>
            <a:cxnLst/>
            <a:rect l="T0" t="0" r="T1" b="0"/>
            <a:pathLst>
              <a:path w="2832100">
                <a:moveTo>
                  <a:pt x="0" y="0"/>
                </a:moveTo>
                <a:lnTo>
                  <a:pt x="2832100" y="0"/>
                </a:lnTo>
              </a:path>
            </a:pathLst>
          </a:custGeom>
          <a:noFill/>
          <a:ln w="55562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30" name="object 59"/>
          <p:cNvSpPr>
            <a:spLocks noChangeArrowheads="1"/>
          </p:cNvSpPr>
          <p:nvPr/>
        </p:nvSpPr>
        <p:spPr bwMode="auto">
          <a:xfrm>
            <a:off x="7437438" y="5470526"/>
            <a:ext cx="2832100" cy="55563"/>
          </a:xfrm>
          <a:custGeom>
            <a:avLst/>
            <a:gdLst>
              <a:gd name="T0" fmla="*/ 0 w 2832100"/>
              <a:gd name="T1" fmla="*/ 0 h 55879"/>
              <a:gd name="T2" fmla="*/ 2832100 w 2832100"/>
              <a:gd name="T3" fmla="*/ 55879 h 55879"/>
            </a:gdLst>
            <a:ahLst/>
            <a:cxnLst/>
            <a:rect l="T0" t="T1" r="T2" b="T3"/>
            <a:pathLst>
              <a:path w="2832100" h="55879">
                <a:moveTo>
                  <a:pt x="0" y="55562"/>
                </a:moveTo>
                <a:lnTo>
                  <a:pt x="2832100" y="55562"/>
                </a:lnTo>
                <a:lnTo>
                  <a:pt x="2832100" y="0"/>
                </a:lnTo>
                <a:lnTo>
                  <a:pt x="0" y="0"/>
                </a:lnTo>
                <a:lnTo>
                  <a:pt x="0" y="55562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31" name="object 60"/>
          <p:cNvSpPr>
            <a:spLocks noChangeArrowheads="1"/>
          </p:cNvSpPr>
          <p:nvPr/>
        </p:nvSpPr>
        <p:spPr bwMode="auto">
          <a:xfrm>
            <a:off x="7216776" y="5341939"/>
            <a:ext cx="301625" cy="300037"/>
          </a:xfrm>
          <a:custGeom>
            <a:avLst/>
            <a:gdLst>
              <a:gd name="T0" fmla="*/ 0 w 301625"/>
              <a:gd name="T1" fmla="*/ 0 h 300354"/>
              <a:gd name="T2" fmla="*/ 301625 w 301625"/>
              <a:gd name="T3" fmla="*/ 300354 h 300354"/>
            </a:gdLst>
            <a:ahLst/>
            <a:cxnLst/>
            <a:rect l="T0" t="T1" r="T2" b="T3"/>
            <a:pathLst>
              <a:path w="301625" h="300354">
                <a:moveTo>
                  <a:pt x="147574" y="0"/>
                </a:moveTo>
                <a:lnTo>
                  <a:pt x="123825" y="6350"/>
                </a:lnTo>
                <a:lnTo>
                  <a:pt x="92075" y="12700"/>
                </a:lnTo>
                <a:lnTo>
                  <a:pt x="68199" y="31750"/>
                </a:lnTo>
                <a:lnTo>
                  <a:pt x="44450" y="42799"/>
                </a:lnTo>
                <a:lnTo>
                  <a:pt x="25400" y="68199"/>
                </a:lnTo>
                <a:lnTo>
                  <a:pt x="12700" y="92075"/>
                </a:lnTo>
                <a:lnTo>
                  <a:pt x="0" y="122174"/>
                </a:lnTo>
                <a:lnTo>
                  <a:pt x="0" y="184150"/>
                </a:lnTo>
                <a:lnTo>
                  <a:pt x="12700" y="207899"/>
                </a:lnTo>
                <a:lnTo>
                  <a:pt x="25400" y="233299"/>
                </a:lnTo>
                <a:lnTo>
                  <a:pt x="44450" y="257111"/>
                </a:lnTo>
                <a:lnTo>
                  <a:pt x="68199" y="276161"/>
                </a:lnTo>
                <a:lnTo>
                  <a:pt x="92075" y="288861"/>
                </a:lnTo>
                <a:lnTo>
                  <a:pt x="123825" y="299974"/>
                </a:lnTo>
                <a:lnTo>
                  <a:pt x="177800" y="299974"/>
                </a:lnTo>
                <a:lnTo>
                  <a:pt x="233299" y="276161"/>
                </a:lnTo>
                <a:lnTo>
                  <a:pt x="276225" y="233299"/>
                </a:lnTo>
                <a:lnTo>
                  <a:pt x="295275" y="184150"/>
                </a:lnTo>
                <a:lnTo>
                  <a:pt x="301625" y="153924"/>
                </a:lnTo>
                <a:lnTo>
                  <a:pt x="295275" y="122174"/>
                </a:lnTo>
                <a:lnTo>
                  <a:pt x="288925" y="92075"/>
                </a:lnTo>
                <a:lnTo>
                  <a:pt x="276225" y="68199"/>
                </a:lnTo>
                <a:lnTo>
                  <a:pt x="258699" y="42799"/>
                </a:lnTo>
                <a:lnTo>
                  <a:pt x="233299" y="31750"/>
                </a:lnTo>
                <a:lnTo>
                  <a:pt x="209550" y="12700"/>
                </a:lnTo>
                <a:lnTo>
                  <a:pt x="177800" y="6350"/>
                </a:lnTo>
                <a:lnTo>
                  <a:pt x="14757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32" name="object 61"/>
          <p:cNvSpPr txBox="1">
            <a:spLocks noChangeArrowheads="1"/>
          </p:cNvSpPr>
          <p:nvPr/>
        </p:nvSpPr>
        <p:spPr bwMode="auto">
          <a:xfrm>
            <a:off x="6800851" y="5011739"/>
            <a:ext cx="3584575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065" rIns="0" bIns="0">
            <a:spAutoFit/>
          </a:bodyPr>
          <a:lstStyle>
            <a:lvl1pPr marL="10731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400"/>
              </a:lnSpc>
              <a:spcBef>
                <a:spcPts val="100"/>
              </a:spcBef>
            </a:pPr>
            <a:r>
              <a:rPr lang="en-US" altLang="en-US" sz="1300"/>
              <a:t>Laser Radiation</a:t>
            </a:r>
            <a:endParaRPr lang="en-US" altLang="en-US" sz="1300"/>
          </a:p>
          <a:p>
            <a:pPr eaLnBrk="1" hangingPunct="1">
              <a:lnSpc>
                <a:spcPts val="1400"/>
              </a:lnSpc>
            </a:pPr>
            <a:r>
              <a:rPr lang="en-US" altLang="en-US" sz="1300"/>
              <a:t>Do Not Stare Into Beam</a:t>
            </a:r>
            <a:endParaRPr lang="en-US" altLang="en-US" sz="1300"/>
          </a:p>
          <a:p>
            <a:pPr eaLnBrk="1" hangingPunct="1"/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515"/>
              </a:lnSpc>
            </a:pPr>
            <a:r>
              <a:rPr lang="en-US" altLang="en-US" sz="1400"/>
              <a:t>Helium Neon Laser</a:t>
            </a:r>
            <a:endParaRPr lang="en-US" altLang="en-US" sz="1400"/>
          </a:p>
          <a:p>
            <a:pPr eaLnBrk="1" hangingPunct="1">
              <a:lnSpc>
                <a:spcPts val="1515"/>
              </a:lnSpc>
            </a:pPr>
            <a:r>
              <a:rPr lang="en-US" altLang="en-US" sz="1400"/>
              <a:t>1 milliwatt max/cw</a:t>
            </a:r>
            <a:endParaRPr lang="en-US" altLang="en-US" sz="1400"/>
          </a:p>
          <a:p>
            <a:pPr eaLnBrk="1" hangingPunct="1">
              <a:spcBef>
                <a:spcPts val="275"/>
              </a:spcBef>
            </a:pPr>
            <a:r>
              <a:rPr lang="en-US" altLang="en-US" sz="900"/>
              <a:t>CLASS II LASER PRODUCT</a:t>
            </a:r>
            <a:endParaRPr lang="en-US" altLang="en-US" sz="900"/>
          </a:p>
        </p:txBody>
      </p:sp>
      <p:sp>
        <p:nvSpPr>
          <p:cNvPr id="28733" name="object 62"/>
          <p:cNvSpPr>
            <a:spLocks noChangeArrowheads="1"/>
          </p:cNvSpPr>
          <p:nvPr/>
        </p:nvSpPr>
        <p:spPr bwMode="auto">
          <a:xfrm>
            <a:off x="2219326" y="1374776"/>
            <a:ext cx="1973263" cy="2530475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34" name="object 63"/>
          <p:cNvSpPr>
            <a:spLocks noChangeArrowheads="1"/>
          </p:cNvSpPr>
          <p:nvPr/>
        </p:nvSpPr>
        <p:spPr bwMode="auto">
          <a:xfrm>
            <a:off x="2044701" y="1282700"/>
            <a:ext cx="2474913" cy="2768600"/>
          </a:xfrm>
          <a:custGeom>
            <a:avLst/>
            <a:gdLst>
              <a:gd name="T0" fmla="*/ 0 w 2475230"/>
              <a:gd name="T1" fmla="*/ 0 h 2768600"/>
              <a:gd name="T2" fmla="*/ 2475230 w 2475230"/>
              <a:gd name="T3" fmla="*/ 2768600 h 2768600"/>
            </a:gdLst>
            <a:ahLst/>
            <a:cxnLst/>
            <a:rect l="T0" t="T1" r="T2" b="T3"/>
            <a:pathLst>
              <a:path w="2475230" h="2768600">
                <a:moveTo>
                  <a:pt x="0" y="2768600"/>
                </a:moveTo>
                <a:lnTo>
                  <a:pt x="2474976" y="2768600"/>
                </a:lnTo>
                <a:lnTo>
                  <a:pt x="2474976" y="0"/>
                </a:lnTo>
                <a:lnTo>
                  <a:pt x="0" y="0"/>
                </a:lnTo>
                <a:lnTo>
                  <a:pt x="0" y="2768600"/>
                </a:lnTo>
                <a:close/>
              </a:path>
            </a:pathLst>
          </a:custGeom>
          <a:noFill/>
          <a:ln w="25400">
            <a:solidFill>
              <a:srgbClr val="00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35" name="object 64"/>
          <p:cNvSpPr>
            <a:spLocks noChangeArrowheads="1"/>
          </p:cNvSpPr>
          <p:nvPr/>
        </p:nvSpPr>
        <p:spPr bwMode="auto">
          <a:xfrm>
            <a:off x="3733800" y="3659189"/>
            <a:ext cx="2782888" cy="277018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36" name="object 65"/>
          <p:cNvSpPr>
            <a:spLocks noChangeArrowheads="1"/>
          </p:cNvSpPr>
          <p:nvPr/>
        </p:nvSpPr>
        <p:spPr bwMode="auto">
          <a:xfrm>
            <a:off x="3721100" y="3646489"/>
            <a:ext cx="2808288" cy="2795587"/>
          </a:xfrm>
          <a:custGeom>
            <a:avLst/>
            <a:gdLst>
              <a:gd name="T0" fmla="*/ 0 w 2808604"/>
              <a:gd name="T1" fmla="*/ 0 h 2795904"/>
              <a:gd name="T2" fmla="*/ 2808604 w 2808604"/>
              <a:gd name="T3" fmla="*/ 2795904 h 2795904"/>
            </a:gdLst>
            <a:ahLst/>
            <a:cxnLst/>
            <a:rect l="T0" t="T1" r="T2" b="T3"/>
            <a:pathLst>
              <a:path w="2808604" h="2795904">
                <a:moveTo>
                  <a:pt x="0" y="2795524"/>
                </a:moveTo>
                <a:lnTo>
                  <a:pt x="2808351" y="2795524"/>
                </a:lnTo>
                <a:lnTo>
                  <a:pt x="2808351" y="0"/>
                </a:lnTo>
                <a:lnTo>
                  <a:pt x="0" y="0"/>
                </a:lnTo>
                <a:lnTo>
                  <a:pt x="0" y="2795524"/>
                </a:lnTo>
                <a:close/>
              </a:path>
            </a:pathLst>
          </a:custGeom>
          <a:noFill/>
          <a:ln w="25400">
            <a:solidFill>
              <a:srgbClr val="00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37" name="object 66"/>
          <p:cNvSpPr>
            <a:spLocks noChangeArrowheads="1"/>
          </p:cNvSpPr>
          <p:nvPr/>
        </p:nvSpPr>
        <p:spPr bwMode="auto">
          <a:xfrm>
            <a:off x="5181600" y="1295401"/>
            <a:ext cx="5029200" cy="257175"/>
          </a:xfrm>
          <a:custGeom>
            <a:avLst/>
            <a:gdLst>
              <a:gd name="T0" fmla="*/ 0 w 5029200"/>
              <a:gd name="T1" fmla="*/ 0 h 257809"/>
              <a:gd name="T2" fmla="*/ 5029200 w 5029200"/>
              <a:gd name="T3" fmla="*/ 257809 h 257809"/>
            </a:gdLst>
            <a:ahLst/>
            <a:cxnLst/>
            <a:rect l="T0" t="T1" r="T2" b="T3"/>
            <a:pathLst>
              <a:path w="5029200" h="257809">
                <a:moveTo>
                  <a:pt x="5029200" y="0"/>
                </a:moveTo>
                <a:lnTo>
                  <a:pt x="0" y="0"/>
                </a:lnTo>
                <a:lnTo>
                  <a:pt x="257301" y="257301"/>
                </a:lnTo>
                <a:lnTo>
                  <a:pt x="4771898" y="257301"/>
                </a:lnTo>
                <a:lnTo>
                  <a:pt x="5029200" y="0"/>
                </a:lnTo>
                <a:close/>
              </a:path>
            </a:pathLst>
          </a:custGeom>
          <a:solidFill>
            <a:srgbClr val="31FFA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38" name="object 67"/>
          <p:cNvSpPr>
            <a:spLocks noChangeArrowheads="1"/>
          </p:cNvSpPr>
          <p:nvPr/>
        </p:nvSpPr>
        <p:spPr bwMode="auto">
          <a:xfrm>
            <a:off x="5181600" y="3019426"/>
            <a:ext cx="5029200" cy="257175"/>
          </a:xfrm>
          <a:custGeom>
            <a:avLst/>
            <a:gdLst>
              <a:gd name="T0" fmla="*/ 0 w 5029200"/>
              <a:gd name="T1" fmla="*/ 0 h 257810"/>
              <a:gd name="T2" fmla="*/ 5029200 w 5029200"/>
              <a:gd name="T3" fmla="*/ 257810 h 257810"/>
            </a:gdLst>
            <a:ahLst/>
            <a:cxnLst/>
            <a:rect l="T0" t="T1" r="T2" b="T3"/>
            <a:pathLst>
              <a:path w="5029200" h="257810">
                <a:moveTo>
                  <a:pt x="4771898" y="0"/>
                </a:moveTo>
                <a:lnTo>
                  <a:pt x="257301" y="0"/>
                </a:lnTo>
                <a:lnTo>
                  <a:pt x="0" y="257301"/>
                </a:lnTo>
                <a:lnTo>
                  <a:pt x="5029200" y="257301"/>
                </a:lnTo>
                <a:lnTo>
                  <a:pt x="4771898" y="0"/>
                </a:lnTo>
                <a:close/>
              </a:path>
            </a:pathLst>
          </a:custGeom>
          <a:solidFill>
            <a:srgbClr val="00CD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39" name="object 68"/>
          <p:cNvSpPr>
            <a:spLocks noChangeArrowheads="1"/>
          </p:cNvSpPr>
          <p:nvPr/>
        </p:nvSpPr>
        <p:spPr bwMode="auto">
          <a:xfrm>
            <a:off x="5181601" y="1295400"/>
            <a:ext cx="257175" cy="1981200"/>
          </a:xfrm>
          <a:custGeom>
            <a:avLst/>
            <a:gdLst>
              <a:gd name="T0" fmla="*/ 0 w 257810"/>
              <a:gd name="T1" fmla="*/ 0 h 1981200"/>
              <a:gd name="T2" fmla="*/ 257810 w 257810"/>
              <a:gd name="T3" fmla="*/ 1981200 h 1981200"/>
            </a:gdLst>
            <a:ahLst/>
            <a:cxnLst/>
            <a:rect l="T0" t="T1" r="T2" b="T3"/>
            <a:pathLst>
              <a:path w="257810" h="1981200">
                <a:moveTo>
                  <a:pt x="0" y="0"/>
                </a:moveTo>
                <a:lnTo>
                  <a:pt x="0" y="1981200"/>
                </a:lnTo>
                <a:lnTo>
                  <a:pt x="257301" y="1723898"/>
                </a:lnTo>
                <a:lnTo>
                  <a:pt x="257301" y="257301"/>
                </a:lnTo>
                <a:lnTo>
                  <a:pt x="0" y="0"/>
                </a:lnTo>
                <a:close/>
              </a:path>
            </a:pathLst>
          </a:custGeom>
          <a:solidFill>
            <a:srgbClr val="66FF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40" name="object 69"/>
          <p:cNvSpPr>
            <a:spLocks noChangeArrowheads="1"/>
          </p:cNvSpPr>
          <p:nvPr/>
        </p:nvSpPr>
        <p:spPr bwMode="auto">
          <a:xfrm>
            <a:off x="9953626" y="1295400"/>
            <a:ext cx="257175" cy="1981200"/>
          </a:xfrm>
          <a:custGeom>
            <a:avLst/>
            <a:gdLst>
              <a:gd name="T0" fmla="*/ 0 w 257809"/>
              <a:gd name="T1" fmla="*/ 0 h 1981200"/>
              <a:gd name="T2" fmla="*/ 257809 w 257809"/>
              <a:gd name="T3" fmla="*/ 1981200 h 1981200"/>
            </a:gdLst>
            <a:ahLst/>
            <a:cxnLst/>
            <a:rect l="T0" t="T1" r="T2" b="T3"/>
            <a:pathLst>
              <a:path w="257809" h="1981200">
                <a:moveTo>
                  <a:pt x="257301" y="0"/>
                </a:moveTo>
                <a:lnTo>
                  <a:pt x="0" y="257301"/>
                </a:lnTo>
                <a:lnTo>
                  <a:pt x="0" y="1723898"/>
                </a:lnTo>
                <a:lnTo>
                  <a:pt x="257301" y="1981200"/>
                </a:lnTo>
                <a:lnTo>
                  <a:pt x="257301" y="0"/>
                </a:lnTo>
                <a:close/>
              </a:path>
            </a:pathLst>
          </a:custGeom>
          <a:solidFill>
            <a:srgbClr val="0099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41" name="object 70"/>
          <p:cNvSpPr>
            <a:spLocks noChangeArrowheads="1"/>
          </p:cNvSpPr>
          <p:nvPr/>
        </p:nvSpPr>
        <p:spPr bwMode="auto">
          <a:xfrm>
            <a:off x="5181600" y="1295400"/>
            <a:ext cx="5029200" cy="1981200"/>
          </a:xfrm>
          <a:custGeom>
            <a:avLst/>
            <a:gdLst>
              <a:gd name="T0" fmla="*/ 0 w 5029200"/>
              <a:gd name="T1" fmla="*/ 0 h 1981200"/>
              <a:gd name="T2" fmla="*/ 5029200 w 5029200"/>
              <a:gd name="T3" fmla="*/ 1981200 h 1981200"/>
            </a:gdLst>
            <a:ahLst/>
            <a:cxnLst/>
            <a:rect l="T0" t="T1" r="T2" b="T3"/>
            <a:pathLst>
              <a:path w="5029200" h="1981200">
                <a:moveTo>
                  <a:pt x="0" y="0"/>
                </a:moveTo>
                <a:lnTo>
                  <a:pt x="5029200" y="0"/>
                </a:lnTo>
                <a:lnTo>
                  <a:pt x="50292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42" name="object 71"/>
          <p:cNvSpPr>
            <a:spLocks noChangeArrowheads="1"/>
          </p:cNvSpPr>
          <p:nvPr/>
        </p:nvSpPr>
        <p:spPr bwMode="auto">
          <a:xfrm>
            <a:off x="5181601" y="1295401"/>
            <a:ext cx="257175" cy="257175"/>
          </a:xfrm>
          <a:custGeom>
            <a:avLst/>
            <a:gdLst>
              <a:gd name="T0" fmla="*/ 0 w 257810"/>
              <a:gd name="T1" fmla="*/ 0 h 257809"/>
              <a:gd name="T2" fmla="*/ 257810 w 257810"/>
              <a:gd name="T3" fmla="*/ 257809 h 257809"/>
            </a:gdLst>
            <a:ahLst/>
            <a:cxnLst/>
            <a:rect l="T0" t="T1" r="T2" b="T3"/>
            <a:pathLst>
              <a:path w="257810" h="257809">
                <a:moveTo>
                  <a:pt x="0" y="0"/>
                </a:moveTo>
                <a:lnTo>
                  <a:pt x="257301" y="257301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43" name="object 72"/>
          <p:cNvSpPr>
            <a:spLocks noChangeArrowheads="1"/>
          </p:cNvSpPr>
          <p:nvPr/>
        </p:nvSpPr>
        <p:spPr bwMode="auto">
          <a:xfrm>
            <a:off x="5181601" y="3019426"/>
            <a:ext cx="257175" cy="257175"/>
          </a:xfrm>
          <a:custGeom>
            <a:avLst/>
            <a:gdLst>
              <a:gd name="T0" fmla="*/ 0 w 257810"/>
              <a:gd name="T1" fmla="*/ 0 h 257810"/>
              <a:gd name="T2" fmla="*/ 257810 w 257810"/>
              <a:gd name="T3" fmla="*/ 257810 h 257810"/>
            </a:gdLst>
            <a:ahLst/>
            <a:cxnLst/>
            <a:rect l="T0" t="T1" r="T2" b="T3"/>
            <a:pathLst>
              <a:path w="257810" h="257810">
                <a:moveTo>
                  <a:pt x="0" y="257301"/>
                </a:moveTo>
                <a:lnTo>
                  <a:pt x="257301" y="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44" name="object 73"/>
          <p:cNvSpPr>
            <a:spLocks noChangeArrowheads="1"/>
          </p:cNvSpPr>
          <p:nvPr/>
        </p:nvSpPr>
        <p:spPr bwMode="auto">
          <a:xfrm>
            <a:off x="9953626" y="1295401"/>
            <a:ext cx="257175" cy="257175"/>
          </a:xfrm>
          <a:custGeom>
            <a:avLst/>
            <a:gdLst>
              <a:gd name="T0" fmla="*/ 0 w 257809"/>
              <a:gd name="T1" fmla="*/ 0 h 257809"/>
              <a:gd name="T2" fmla="*/ 257809 w 257809"/>
              <a:gd name="T3" fmla="*/ 257809 h 257809"/>
            </a:gdLst>
            <a:ahLst/>
            <a:cxnLst/>
            <a:rect l="T0" t="T1" r="T2" b="T3"/>
            <a:pathLst>
              <a:path w="257809" h="257809">
                <a:moveTo>
                  <a:pt x="257301" y="0"/>
                </a:moveTo>
                <a:lnTo>
                  <a:pt x="0" y="257301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45" name="object 74"/>
          <p:cNvSpPr>
            <a:spLocks noChangeArrowheads="1"/>
          </p:cNvSpPr>
          <p:nvPr/>
        </p:nvSpPr>
        <p:spPr bwMode="auto">
          <a:xfrm>
            <a:off x="9953626" y="3019426"/>
            <a:ext cx="257175" cy="257175"/>
          </a:xfrm>
          <a:custGeom>
            <a:avLst/>
            <a:gdLst>
              <a:gd name="T0" fmla="*/ 0 w 257809"/>
              <a:gd name="T1" fmla="*/ 0 h 257810"/>
              <a:gd name="T2" fmla="*/ 257809 w 257809"/>
              <a:gd name="T3" fmla="*/ 257810 h 257810"/>
            </a:gdLst>
            <a:ahLst/>
            <a:cxnLst/>
            <a:rect l="T0" t="T1" r="T2" b="T3"/>
            <a:pathLst>
              <a:path w="257809" h="257810">
                <a:moveTo>
                  <a:pt x="257301" y="257301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46" name="object 75"/>
          <p:cNvSpPr txBox="1">
            <a:spLocks noChangeArrowheads="1"/>
          </p:cNvSpPr>
          <p:nvPr/>
        </p:nvSpPr>
        <p:spPr bwMode="auto">
          <a:xfrm>
            <a:off x="5438775" y="1552575"/>
            <a:ext cx="4514850" cy="1231106"/>
          </a:xfrm>
          <a:prstGeom prst="rect">
            <a:avLst/>
          </a:prstGeom>
          <a:solidFill>
            <a:srgbClr val="00FF99"/>
          </a:solidFill>
          <a:ln w="25400">
            <a:solidFill>
              <a:srgbClr val="000000"/>
            </a:solidFill>
            <a:miter lim="800000"/>
          </a:ln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Char char="•"/>
            </a:pPr>
            <a:r>
              <a:rPr lang="en-US" altLang="en-US" sz="1600"/>
              <a:t>Staring into beam is eye hazard</a:t>
            </a:r>
            <a:endParaRPr lang="en-US" altLang="en-US" sz="1600"/>
          </a:p>
          <a:p>
            <a:pPr eaLnBrk="1" hangingPunct="1">
              <a:buFontTx/>
              <a:buChar char="•"/>
            </a:pPr>
            <a:r>
              <a:rPr lang="en-US" altLang="en-US" sz="1600"/>
              <a:t>Eye protected by aversion response</a:t>
            </a:r>
            <a:endParaRPr lang="en-US" altLang="en-US" sz="1600"/>
          </a:p>
          <a:p>
            <a:pPr eaLnBrk="1" hangingPunct="1">
              <a:buFontTx/>
              <a:buChar char="•"/>
            </a:pPr>
            <a:r>
              <a:rPr lang="en-US" altLang="en-US" sz="1600"/>
              <a:t>Visible lasers only</a:t>
            </a:r>
            <a:endParaRPr lang="en-US" altLang="en-US" sz="1600"/>
          </a:p>
          <a:p>
            <a:pPr eaLnBrk="1" hangingPunct="1">
              <a:buFontTx/>
              <a:buChar char="•"/>
            </a:pPr>
            <a:r>
              <a:rPr lang="en-US" altLang="en-US" sz="1600"/>
              <a:t>CW maximum power 1 mW</a:t>
            </a:r>
            <a:endParaRPr lang="en-US" altLang="en-US" sz="1600"/>
          </a:p>
        </p:txBody>
      </p:sp>
      <p:sp>
        <p:nvSpPr>
          <p:cNvPr id="76" name="object 76"/>
          <p:cNvSpPr txBox="1"/>
          <p:nvPr/>
        </p:nvSpPr>
        <p:spPr>
          <a:xfrm>
            <a:off x="1984376" y="4295775"/>
            <a:ext cx="1446213" cy="259686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600" spc="-5" dirty="0">
                <a:latin typeface="Arial" panose="020B0604020202020204"/>
                <a:cs typeface="Arial" panose="020B0604020202020204"/>
              </a:rPr>
              <a:t>Laser</a:t>
            </a:r>
            <a:r>
              <a:rPr sz="1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Scanners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object 3"/>
          <p:cNvSpPr>
            <a:spLocks noGrp="1"/>
          </p:cNvSpPr>
          <p:nvPr>
            <p:ph type="title"/>
          </p:nvPr>
        </p:nvSpPr>
        <p:spPr>
          <a:xfrm>
            <a:off x="3429000" y="228600"/>
            <a:ext cx="5151438" cy="621580"/>
          </a:xfrm>
        </p:spPr>
        <p:txBody>
          <a:bodyPr lIns="0" tIns="12065" rIns="0" bIns="0">
            <a:spAutoFit/>
          </a:bodyPr>
          <a:lstStyle/>
          <a:p>
            <a:pPr marL="12700">
              <a:spcBef>
                <a:spcPts val="100"/>
              </a:spcBef>
              <a:tabLst>
                <a:tab pos="2200275" algn="l"/>
              </a:tabLst>
            </a:pPr>
            <a:r>
              <a:rPr lang="en-US" altLang="en-US">
                <a:solidFill>
                  <a:srgbClr val="1F48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3R	</a:t>
            </a:r>
            <a:r>
              <a:rPr lang="en-US" altLang="en-US" sz="2800">
                <a:solidFill>
                  <a:srgbClr val="1F48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(Formerly 3a)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24963" y="6281739"/>
            <a:ext cx="977900" cy="226985"/>
          </a:xfrm>
          <a:prstGeom prst="rect">
            <a:avLst/>
          </a:prstGeom>
        </p:spPr>
        <p:txBody>
          <a:bodyPr lIns="0" tIns="11430" rIns="0" bIns="0">
            <a:spAutoFit/>
          </a:bodyPr>
          <a:lstStyle/>
          <a:p>
            <a:pPr marL="12700">
              <a:spcBef>
                <a:spcPts val="90"/>
              </a:spcBef>
              <a:defRPr/>
            </a:pPr>
            <a:r>
              <a:rPr sz="1400" spc="-5" dirty="0">
                <a:latin typeface="Arial" panose="020B0604020202020204"/>
                <a:cs typeface="Arial" panose="020B0604020202020204"/>
              </a:rPr>
              <a:t>Small</a:t>
            </a:r>
            <a:r>
              <a:rPr sz="14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Beam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6363" y="2393951"/>
            <a:ext cx="1331912" cy="226985"/>
          </a:xfrm>
          <a:prstGeom prst="rect">
            <a:avLst/>
          </a:prstGeom>
        </p:spPr>
        <p:txBody>
          <a:bodyPr lIns="0" tIns="11430" rIns="0" bIns="0">
            <a:spAutoFit/>
          </a:bodyPr>
          <a:lstStyle/>
          <a:p>
            <a:pPr marL="12700">
              <a:spcBef>
                <a:spcPts val="90"/>
              </a:spcBef>
              <a:defRPr/>
            </a:pPr>
            <a:r>
              <a:rPr sz="1400" spc="-15" dirty="0">
                <a:latin typeface="Arial" panose="020B0604020202020204"/>
                <a:cs typeface="Arial" panose="020B0604020202020204"/>
              </a:rPr>
              <a:t>Expanded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Beam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01" name="object 6"/>
          <p:cNvSpPr>
            <a:spLocks noChangeArrowheads="1"/>
          </p:cNvSpPr>
          <p:nvPr/>
        </p:nvSpPr>
        <p:spPr bwMode="auto">
          <a:xfrm>
            <a:off x="1757364" y="2743201"/>
            <a:ext cx="5481637" cy="3033713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2" name="object 7"/>
          <p:cNvSpPr>
            <a:spLocks noChangeArrowheads="1"/>
          </p:cNvSpPr>
          <p:nvPr/>
        </p:nvSpPr>
        <p:spPr bwMode="auto">
          <a:xfrm>
            <a:off x="1739900" y="2730501"/>
            <a:ext cx="5511800" cy="3059113"/>
          </a:xfrm>
          <a:custGeom>
            <a:avLst/>
            <a:gdLst>
              <a:gd name="T0" fmla="*/ 0 w 5511800"/>
              <a:gd name="T1" fmla="*/ 0 h 3059429"/>
              <a:gd name="T2" fmla="*/ 5511800 w 5511800"/>
              <a:gd name="T3" fmla="*/ 3059429 h 3059429"/>
            </a:gdLst>
            <a:ahLst/>
            <a:cxnLst/>
            <a:rect l="T0" t="T1" r="T2" b="T3"/>
            <a:pathLst>
              <a:path w="5511800" h="3059429">
                <a:moveTo>
                  <a:pt x="0" y="3059176"/>
                </a:moveTo>
                <a:lnTo>
                  <a:pt x="5511800" y="3059176"/>
                </a:lnTo>
                <a:lnTo>
                  <a:pt x="5511800" y="0"/>
                </a:lnTo>
                <a:lnTo>
                  <a:pt x="0" y="0"/>
                </a:lnTo>
                <a:lnTo>
                  <a:pt x="0" y="3059176"/>
                </a:lnTo>
                <a:close/>
              </a:path>
            </a:pathLst>
          </a:custGeom>
          <a:noFill/>
          <a:ln w="25400">
            <a:solidFill>
              <a:srgbClr val="00CC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3" name="object 8"/>
          <p:cNvSpPr>
            <a:spLocks noChangeArrowheads="1"/>
          </p:cNvSpPr>
          <p:nvPr/>
        </p:nvSpPr>
        <p:spPr bwMode="auto">
          <a:xfrm>
            <a:off x="5967414" y="5759450"/>
            <a:ext cx="3140075" cy="1074738"/>
          </a:xfrm>
          <a:custGeom>
            <a:avLst/>
            <a:gdLst>
              <a:gd name="T0" fmla="*/ 0 w 3140075"/>
              <a:gd name="T1" fmla="*/ 0 h 1075054"/>
              <a:gd name="T2" fmla="*/ 3140075 w 3140075"/>
              <a:gd name="T3" fmla="*/ 1075054 h 1075054"/>
            </a:gdLst>
            <a:ahLst/>
            <a:cxnLst/>
            <a:rect l="T0" t="T1" r="T2" b="T3"/>
            <a:pathLst>
              <a:path w="3140075" h="1075054">
                <a:moveTo>
                  <a:pt x="0" y="1074737"/>
                </a:moveTo>
                <a:lnTo>
                  <a:pt x="3140075" y="1074737"/>
                </a:lnTo>
                <a:lnTo>
                  <a:pt x="3140075" y="0"/>
                </a:lnTo>
                <a:lnTo>
                  <a:pt x="0" y="0"/>
                </a:lnTo>
                <a:lnTo>
                  <a:pt x="0" y="10747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4" name="object 9"/>
          <p:cNvSpPr>
            <a:spLocks noChangeArrowheads="1"/>
          </p:cNvSpPr>
          <p:nvPr/>
        </p:nvSpPr>
        <p:spPr bwMode="auto">
          <a:xfrm>
            <a:off x="5967414" y="4773613"/>
            <a:ext cx="3163887" cy="38100"/>
          </a:xfrm>
          <a:custGeom>
            <a:avLst/>
            <a:gdLst>
              <a:gd name="T0" fmla="*/ 0 w 3164204"/>
              <a:gd name="T1" fmla="*/ 0 h 38100"/>
              <a:gd name="T2" fmla="*/ 3164204 w 3164204"/>
              <a:gd name="T3" fmla="*/ 38100 h 38100"/>
            </a:gdLst>
            <a:ahLst/>
            <a:cxnLst/>
            <a:rect l="T0" t="T1" r="T2" b="T3"/>
            <a:pathLst>
              <a:path w="3164204" h="38100">
                <a:moveTo>
                  <a:pt x="3139694" y="0"/>
                </a:moveTo>
                <a:lnTo>
                  <a:pt x="0" y="0"/>
                </a:lnTo>
                <a:lnTo>
                  <a:pt x="0" y="38100"/>
                </a:lnTo>
                <a:lnTo>
                  <a:pt x="3139694" y="38100"/>
                </a:lnTo>
                <a:lnTo>
                  <a:pt x="3124580" y="23494"/>
                </a:lnTo>
                <a:lnTo>
                  <a:pt x="3163824" y="23494"/>
                </a:lnTo>
                <a:lnTo>
                  <a:pt x="3139694" y="0"/>
                </a:lnTo>
                <a:close/>
              </a:path>
              <a:path w="3164204" h="38100">
                <a:moveTo>
                  <a:pt x="3163824" y="0"/>
                </a:moveTo>
                <a:lnTo>
                  <a:pt x="3139694" y="0"/>
                </a:lnTo>
                <a:lnTo>
                  <a:pt x="3163824" y="23494"/>
                </a:lnTo>
                <a:lnTo>
                  <a:pt x="316382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5" name="object 10"/>
          <p:cNvSpPr>
            <a:spLocks noChangeArrowheads="1"/>
          </p:cNvSpPr>
          <p:nvPr/>
        </p:nvSpPr>
        <p:spPr bwMode="auto">
          <a:xfrm>
            <a:off x="9091614" y="4797426"/>
            <a:ext cx="39687" cy="2060575"/>
          </a:xfrm>
          <a:custGeom>
            <a:avLst/>
            <a:gdLst>
              <a:gd name="T0" fmla="*/ 0 w 40004"/>
              <a:gd name="T1" fmla="*/ 0 h 2060575"/>
              <a:gd name="T2" fmla="*/ 40004 w 40004"/>
              <a:gd name="T3" fmla="*/ 2060575 h 2060575"/>
            </a:gdLst>
            <a:ahLst/>
            <a:cxnLst/>
            <a:rect l="T0" t="T1" r="T2" b="T3"/>
            <a:pathLst>
              <a:path w="40004" h="2060575">
                <a:moveTo>
                  <a:pt x="39624" y="2021724"/>
                </a:moveTo>
                <a:lnTo>
                  <a:pt x="15240" y="2021724"/>
                </a:lnTo>
                <a:lnTo>
                  <a:pt x="15240" y="2060574"/>
                </a:lnTo>
                <a:lnTo>
                  <a:pt x="39624" y="2036665"/>
                </a:lnTo>
                <a:lnTo>
                  <a:pt x="39624" y="2021724"/>
                </a:lnTo>
                <a:close/>
              </a:path>
              <a:path w="40004" h="2060575">
                <a:moveTo>
                  <a:pt x="39624" y="2036665"/>
                </a:moveTo>
                <a:lnTo>
                  <a:pt x="15240" y="2060574"/>
                </a:lnTo>
                <a:lnTo>
                  <a:pt x="39624" y="2060574"/>
                </a:lnTo>
                <a:lnTo>
                  <a:pt x="39624" y="2036665"/>
                </a:lnTo>
                <a:close/>
              </a:path>
              <a:path w="40004" h="2060575">
                <a:moveTo>
                  <a:pt x="39624" y="0"/>
                </a:moveTo>
                <a:lnTo>
                  <a:pt x="0" y="0"/>
                </a:lnTo>
                <a:lnTo>
                  <a:pt x="0" y="2036665"/>
                </a:lnTo>
                <a:lnTo>
                  <a:pt x="15240" y="2021724"/>
                </a:lnTo>
                <a:lnTo>
                  <a:pt x="39624" y="2021724"/>
                </a:lnTo>
                <a:lnTo>
                  <a:pt x="3962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6" name="object 11"/>
          <p:cNvSpPr>
            <a:spLocks noChangeArrowheads="1"/>
          </p:cNvSpPr>
          <p:nvPr/>
        </p:nvSpPr>
        <p:spPr bwMode="auto">
          <a:xfrm>
            <a:off x="5943600" y="6819900"/>
            <a:ext cx="3163888" cy="38100"/>
          </a:xfrm>
          <a:custGeom>
            <a:avLst/>
            <a:gdLst>
              <a:gd name="T0" fmla="*/ 0 w 3164204"/>
              <a:gd name="T1" fmla="*/ 0 h 38100"/>
              <a:gd name="T2" fmla="*/ 3164204 w 3164204"/>
              <a:gd name="T3" fmla="*/ 38100 h 38100"/>
            </a:gdLst>
            <a:ahLst/>
            <a:cxnLst/>
            <a:rect l="T0" t="T1" r="T2" b="T3"/>
            <a:pathLst>
              <a:path w="3164204" h="38100">
                <a:moveTo>
                  <a:pt x="0" y="14654"/>
                </a:moveTo>
                <a:lnTo>
                  <a:pt x="0" y="38101"/>
                </a:lnTo>
                <a:lnTo>
                  <a:pt x="24129" y="38101"/>
                </a:lnTo>
                <a:lnTo>
                  <a:pt x="0" y="14654"/>
                </a:lnTo>
                <a:close/>
              </a:path>
              <a:path w="3164204" h="38100">
                <a:moveTo>
                  <a:pt x="3163951" y="0"/>
                </a:moveTo>
                <a:lnTo>
                  <a:pt x="24129" y="0"/>
                </a:lnTo>
                <a:lnTo>
                  <a:pt x="39242" y="14654"/>
                </a:lnTo>
                <a:lnTo>
                  <a:pt x="0" y="14654"/>
                </a:lnTo>
                <a:lnTo>
                  <a:pt x="24129" y="38101"/>
                </a:lnTo>
                <a:lnTo>
                  <a:pt x="3163951" y="38101"/>
                </a:lnTo>
                <a:lnTo>
                  <a:pt x="3163951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7" name="object 12"/>
          <p:cNvSpPr>
            <a:spLocks noChangeArrowheads="1"/>
          </p:cNvSpPr>
          <p:nvPr/>
        </p:nvSpPr>
        <p:spPr bwMode="auto">
          <a:xfrm>
            <a:off x="5943600" y="4773614"/>
            <a:ext cx="39688" cy="2060575"/>
          </a:xfrm>
          <a:custGeom>
            <a:avLst/>
            <a:gdLst>
              <a:gd name="T0" fmla="*/ 0 w 40004"/>
              <a:gd name="T1" fmla="*/ 0 h 2061209"/>
              <a:gd name="T2" fmla="*/ 40004 w 40004"/>
              <a:gd name="T3" fmla="*/ 2061209 h 2061209"/>
            </a:gdLst>
            <a:ahLst/>
            <a:cxnLst/>
            <a:rect l="T0" t="T1" r="T2" b="T3"/>
            <a:pathLst>
              <a:path w="40004" h="2061209">
                <a:moveTo>
                  <a:pt x="24384" y="0"/>
                </a:moveTo>
                <a:lnTo>
                  <a:pt x="0" y="24002"/>
                </a:lnTo>
                <a:lnTo>
                  <a:pt x="0" y="2060638"/>
                </a:lnTo>
                <a:lnTo>
                  <a:pt x="39750" y="2060638"/>
                </a:lnTo>
                <a:lnTo>
                  <a:pt x="39750" y="38861"/>
                </a:lnTo>
                <a:lnTo>
                  <a:pt x="24384" y="38862"/>
                </a:lnTo>
                <a:lnTo>
                  <a:pt x="24384" y="0"/>
                </a:lnTo>
                <a:close/>
              </a:path>
              <a:path w="40004" h="2061209">
                <a:moveTo>
                  <a:pt x="39750" y="24002"/>
                </a:moveTo>
                <a:lnTo>
                  <a:pt x="24384" y="38862"/>
                </a:lnTo>
                <a:lnTo>
                  <a:pt x="39750" y="38861"/>
                </a:lnTo>
                <a:lnTo>
                  <a:pt x="39750" y="24002"/>
                </a:lnTo>
                <a:close/>
              </a:path>
              <a:path w="40004" h="2061209">
                <a:moveTo>
                  <a:pt x="24384" y="0"/>
                </a:moveTo>
                <a:lnTo>
                  <a:pt x="0" y="0"/>
                </a:lnTo>
                <a:lnTo>
                  <a:pt x="0" y="24002"/>
                </a:lnTo>
                <a:lnTo>
                  <a:pt x="2438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8" name="object 13"/>
          <p:cNvSpPr>
            <a:spLocks noChangeArrowheads="1"/>
          </p:cNvSpPr>
          <p:nvPr/>
        </p:nvSpPr>
        <p:spPr bwMode="auto">
          <a:xfrm>
            <a:off x="5967414" y="4797426"/>
            <a:ext cx="3140075" cy="962025"/>
          </a:xfrm>
          <a:custGeom>
            <a:avLst/>
            <a:gdLst>
              <a:gd name="T0" fmla="*/ 0 w 3140075"/>
              <a:gd name="T1" fmla="*/ 0 h 962025"/>
              <a:gd name="T2" fmla="*/ 3140075 w 3140075"/>
              <a:gd name="T3" fmla="*/ 962025 h 962025"/>
            </a:gdLst>
            <a:ahLst/>
            <a:cxnLst/>
            <a:rect l="T0" t="T1" r="T2" b="T3"/>
            <a:pathLst>
              <a:path w="3140075" h="962025">
                <a:moveTo>
                  <a:pt x="0" y="962025"/>
                </a:moveTo>
                <a:lnTo>
                  <a:pt x="3140075" y="962025"/>
                </a:lnTo>
                <a:lnTo>
                  <a:pt x="3140075" y="0"/>
                </a:lnTo>
                <a:lnTo>
                  <a:pt x="0" y="0"/>
                </a:lnTo>
                <a:lnTo>
                  <a:pt x="0" y="962025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9" name="object 14"/>
          <p:cNvSpPr>
            <a:spLocks noChangeArrowheads="1"/>
          </p:cNvSpPr>
          <p:nvPr/>
        </p:nvSpPr>
        <p:spPr bwMode="auto">
          <a:xfrm>
            <a:off x="5967413" y="4773613"/>
            <a:ext cx="3155950" cy="38100"/>
          </a:xfrm>
          <a:custGeom>
            <a:avLst/>
            <a:gdLst>
              <a:gd name="T0" fmla="*/ 0 w 3155950"/>
              <a:gd name="T1" fmla="*/ 0 h 38100"/>
              <a:gd name="T2" fmla="*/ 3155950 w 3155950"/>
              <a:gd name="T3" fmla="*/ 38100 h 38100"/>
            </a:gdLst>
            <a:ahLst/>
            <a:cxnLst/>
            <a:rect l="T0" t="T1" r="T2" b="T3"/>
            <a:pathLst>
              <a:path w="3155950" h="38100">
                <a:moveTo>
                  <a:pt x="3140837" y="0"/>
                </a:moveTo>
                <a:lnTo>
                  <a:pt x="0" y="0"/>
                </a:lnTo>
                <a:lnTo>
                  <a:pt x="0" y="38100"/>
                </a:lnTo>
                <a:lnTo>
                  <a:pt x="3140837" y="38100"/>
                </a:lnTo>
                <a:lnTo>
                  <a:pt x="3125724" y="23494"/>
                </a:lnTo>
                <a:lnTo>
                  <a:pt x="3155950" y="23494"/>
                </a:lnTo>
                <a:lnTo>
                  <a:pt x="3140837" y="0"/>
                </a:lnTo>
                <a:close/>
              </a:path>
              <a:path w="3155950" h="38100">
                <a:moveTo>
                  <a:pt x="3155950" y="0"/>
                </a:moveTo>
                <a:lnTo>
                  <a:pt x="3140837" y="0"/>
                </a:lnTo>
                <a:lnTo>
                  <a:pt x="3155950" y="23494"/>
                </a:lnTo>
                <a:lnTo>
                  <a:pt x="315595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0" name="object 15"/>
          <p:cNvSpPr>
            <a:spLocks noChangeArrowheads="1"/>
          </p:cNvSpPr>
          <p:nvPr/>
        </p:nvSpPr>
        <p:spPr bwMode="auto">
          <a:xfrm>
            <a:off x="9091613" y="4797426"/>
            <a:ext cx="31750" cy="974725"/>
          </a:xfrm>
          <a:custGeom>
            <a:avLst/>
            <a:gdLst>
              <a:gd name="T0" fmla="*/ 0 w 31750"/>
              <a:gd name="T1" fmla="*/ 0 h 974725"/>
              <a:gd name="T2" fmla="*/ 31750 w 31750"/>
              <a:gd name="T3" fmla="*/ 974725 h 974725"/>
            </a:gdLst>
            <a:ahLst/>
            <a:cxnLst/>
            <a:rect l="T0" t="T1" r="T2" b="T3"/>
            <a:pathLst>
              <a:path w="31750" h="974725">
                <a:moveTo>
                  <a:pt x="31750" y="944867"/>
                </a:moveTo>
                <a:lnTo>
                  <a:pt x="15875" y="944867"/>
                </a:lnTo>
                <a:lnTo>
                  <a:pt x="15875" y="974725"/>
                </a:lnTo>
                <a:lnTo>
                  <a:pt x="31750" y="959802"/>
                </a:lnTo>
                <a:lnTo>
                  <a:pt x="31750" y="944867"/>
                </a:lnTo>
                <a:close/>
              </a:path>
              <a:path w="31750" h="974725">
                <a:moveTo>
                  <a:pt x="31750" y="959802"/>
                </a:moveTo>
                <a:lnTo>
                  <a:pt x="15875" y="974725"/>
                </a:lnTo>
                <a:lnTo>
                  <a:pt x="31750" y="974725"/>
                </a:lnTo>
                <a:lnTo>
                  <a:pt x="31750" y="959802"/>
                </a:lnTo>
                <a:close/>
              </a:path>
              <a:path w="31750" h="974725">
                <a:moveTo>
                  <a:pt x="31750" y="0"/>
                </a:moveTo>
                <a:lnTo>
                  <a:pt x="0" y="0"/>
                </a:lnTo>
                <a:lnTo>
                  <a:pt x="0" y="959802"/>
                </a:lnTo>
                <a:lnTo>
                  <a:pt x="15875" y="944867"/>
                </a:lnTo>
                <a:lnTo>
                  <a:pt x="31750" y="944867"/>
                </a:lnTo>
                <a:lnTo>
                  <a:pt x="3175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1" name="object 16"/>
          <p:cNvSpPr>
            <a:spLocks noChangeArrowheads="1"/>
          </p:cNvSpPr>
          <p:nvPr/>
        </p:nvSpPr>
        <p:spPr bwMode="auto">
          <a:xfrm>
            <a:off x="5943600" y="5743576"/>
            <a:ext cx="3163888" cy="28575"/>
          </a:xfrm>
          <a:custGeom>
            <a:avLst/>
            <a:gdLst>
              <a:gd name="T0" fmla="*/ 0 w 3164204"/>
              <a:gd name="T1" fmla="*/ 0 h 28575"/>
              <a:gd name="T2" fmla="*/ 3164204 w 3164204"/>
              <a:gd name="T3" fmla="*/ 28575 h 28575"/>
            </a:gdLst>
            <a:ahLst/>
            <a:cxnLst/>
            <a:rect l="T0" t="T1" r="T2" b="T3"/>
            <a:pathLst>
              <a:path w="3164204" h="28575">
                <a:moveTo>
                  <a:pt x="0" y="14287"/>
                </a:moveTo>
                <a:lnTo>
                  <a:pt x="0" y="28575"/>
                </a:lnTo>
                <a:lnTo>
                  <a:pt x="24129" y="28575"/>
                </a:lnTo>
                <a:lnTo>
                  <a:pt x="0" y="14287"/>
                </a:lnTo>
                <a:close/>
              </a:path>
              <a:path w="3164204" h="28575">
                <a:moveTo>
                  <a:pt x="3163951" y="0"/>
                </a:moveTo>
                <a:lnTo>
                  <a:pt x="24129" y="0"/>
                </a:lnTo>
                <a:lnTo>
                  <a:pt x="39242" y="14287"/>
                </a:lnTo>
                <a:lnTo>
                  <a:pt x="0" y="14287"/>
                </a:lnTo>
                <a:lnTo>
                  <a:pt x="24129" y="28575"/>
                </a:lnTo>
                <a:lnTo>
                  <a:pt x="3163951" y="28575"/>
                </a:lnTo>
                <a:lnTo>
                  <a:pt x="3163951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2" name="object 17"/>
          <p:cNvSpPr>
            <a:spLocks noChangeArrowheads="1"/>
          </p:cNvSpPr>
          <p:nvPr/>
        </p:nvSpPr>
        <p:spPr bwMode="auto">
          <a:xfrm>
            <a:off x="5943600" y="4773614"/>
            <a:ext cx="39688" cy="985837"/>
          </a:xfrm>
          <a:custGeom>
            <a:avLst/>
            <a:gdLst>
              <a:gd name="T0" fmla="*/ 0 w 40004"/>
              <a:gd name="T1" fmla="*/ 0 h 986154"/>
              <a:gd name="T2" fmla="*/ 40004 w 40004"/>
              <a:gd name="T3" fmla="*/ 986154 h 986154"/>
            </a:gdLst>
            <a:ahLst/>
            <a:cxnLst/>
            <a:rect l="T0" t="T1" r="T2" b="T3"/>
            <a:pathLst>
              <a:path w="40004" h="986154">
                <a:moveTo>
                  <a:pt x="24384" y="0"/>
                </a:moveTo>
                <a:lnTo>
                  <a:pt x="0" y="24002"/>
                </a:lnTo>
                <a:lnTo>
                  <a:pt x="0" y="985901"/>
                </a:lnTo>
                <a:lnTo>
                  <a:pt x="39750" y="985901"/>
                </a:lnTo>
                <a:lnTo>
                  <a:pt x="39750" y="38988"/>
                </a:lnTo>
                <a:lnTo>
                  <a:pt x="24384" y="38988"/>
                </a:lnTo>
                <a:lnTo>
                  <a:pt x="24384" y="0"/>
                </a:lnTo>
                <a:close/>
              </a:path>
              <a:path w="40004" h="986154">
                <a:moveTo>
                  <a:pt x="39750" y="24002"/>
                </a:moveTo>
                <a:lnTo>
                  <a:pt x="24384" y="38988"/>
                </a:lnTo>
                <a:lnTo>
                  <a:pt x="39750" y="38988"/>
                </a:lnTo>
                <a:lnTo>
                  <a:pt x="39750" y="24002"/>
                </a:lnTo>
                <a:close/>
              </a:path>
              <a:path w="40004" h="986154">
                <a:moveTo>
                  <a:pt x="24384" y="0"/>
                </a:moveTo>
                <a:lnTo>
                  <a:pt x="0" y="0"/>
                </a:lnTo>
                <a:lnTo>
                  <a:pt x="0" y="24002"/>
                </a:lnTo>
                <a:lnTo>
                  <a:pt x="2438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3" name="object 18"/>
          <p:cNvSpPr>
            <a:spLocks noChangeArrowheads="1"/>
          </p:cNvSpPr>
          <p:nvPr/>
        </p:nvSpPr>
        <p:spPr bwMode="auto">
          <a:xfrm>
            <a:off x="6016625" y="4805364"/>
            <a:ext cx="3035300" cy="9302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4" name="object 19"/>
          <p:cNvSpPr>
            <a:spLocks noChangeArrowheads="1"/>
          </p:cNvSpPr>
          <p:nvPr/>
        </p:nvSpPr>
        <p:spPr bwMode="auto">
          <a:xfrm>
            <a:off x="6465888" y="5859464"/>
            <a:ext cx="0" cy="752475"/>
          </a:xfrm>
          <a:custGeom>
            <a:avLst/>
            <a:gdLst>
              <a:gd name="T0" fmla="*/ 0 h 752475"/>
              <a:gd name="T1" fmla="*/ 752475 h 752475"/>
            </a:gdLst>
            <a:ahLst/>
            <a:cxnLst/>
            <a:rect l="0" t="T0" r="0" b="T1"/>
            <a:pathLst>
              <a:path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/>
          <a:ln w="38100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5" name="object 20"/>
          <p:cNvSpPr>
            <a:spLocks noChangeArrowheads="1"/>
          </p:cNvSpPr>
          <p:nvPr/>
        </p:nvSpPr>
        <p:spPr bwMode="auto">
          <a:xfrm>
            <a:off x="6446838" y="5859464"/>
            <a:ext cx="38100" cy="752475"/>
          </a:xfrm>
          <a:custGeom>
            <a:avLst/>
            <a:gdLst>
              <a:gd name="T0" fmla="*/ 0 w 38100"/>
              <a:gd name="T1" fmla="*/ 0 h 752475"/>
              <a:gd name="T2" fmla="*/ 38100 w 38100"/>
              <a:gd name="T3" fmla="*/ 752475 h 752475"/>
            </a:gdLst>
            <a:ahLst/>
            <a:cxnLst/>
            <a:rect l="T0" t="T1" r="T2" b="T3"/>
            <a:pathLst>
              <a:path w="38100" h="752475">
                <a:moveTo>
                  <a:pt x="0" y="752475"/>
                </a:moveTo>
                <a:lnTo>
                  <a:pt x="38100" y="752475"/>
                </a:lnTo>
                <a:lnTo>
                  <a:pt x="38100" y="0"/>
                </a:lnTo>
                <a:lnTo>
                  <a:pt x="0" y="0"/>
                </a:lnTo>
                <a:lnTo>
                  <a:pt x="0" y="752475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6" name="object 21"/>
          <p:cNvSpPr>
            <a:spLocks noChangeArrowheads="1"/>
          </p:cNvSpPr>
          <p:nvPr/>
        </p:nvSpPr>
        <p:spPr bwMode="auto">
          <a:xfrm>
            <a:off x="6261100" y="5895975"/>
            <a:ext cx="407988" cy="679450"/>
          </a:xfrm>
          <a:custGeom>
            <a:avLst/>
            <a:gdLst>
              <a:gd name="T0" fmla="*/ 0 w 408304"/>
              <a:gd name="T1" fmla="*/ 0 h 679450"/>
              <a:gd name="T2" fmla="*/ 408304 w 408304"/>
              <a:gd name="T3" fmla="*/ 679450 h 679450"/>
            </a:gdLst>
            <a:ahLst/>
            <a:cxnLst/>
            <a:rect l="T0" t="T1" r="T2" b="T3"/>
            <a:pathLst>
              <a:path w="408304" h="679450">
                <a:moveTo>
                  <a:pt x="30099" y="0"/>
                </a:moveTo>
                <a:lnTo>
                  <a:pt x="0" y="22402"/>
                </a:lnTo>
                <a:lnTo>
                  <a:pt x="376427" y="679450"/>
                </a:lnTo>
                <a:lnTo>
                  <a:pt x="408050" y="663028"/>
                </a:lnTo>
                <a:lnTo>
                  <a:pt x="30099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7" name="object 22"/>
          <p:cNvSpPr>
            <a:spLocks noChangeArrowheads="1"/>
          </p:cNvSpPr>
          <p:nvPr/>
        </p:nvSpPr>
        <p:spPr bwMode="auto">
          <a:xfrm>
            <a:off x="6261100" y="5895975"/>
            <a:ext cx="407988" cy="679450"/>
          </a:xfrm>
          <a:custGeom>
            <a:avLst/>
            <a:gdLst>
              <a:gd name="T0" fmla="*/ 0 w 408304"/>
              <a:gd name="T1" fmla="*/ 0 h 679450"/>
              <a:gd name="T2" fmla="*/ 408304 w 408304"/>
              <a:gd name="T3" fmla="*/ 679450 h 679450"/>
            </a:gdLst>
            <a:ahLst/>
            <a:cxnLst/>
            <a:rect l="T0" t="T1" r="T2" b="T3"/>
            <a:pathLst>
              <a:path w="408304" h="679450">
                <a:moveTo>
                  <a:pt x="0" y="22402"/>
                </a:moveTo>
                <a:lnTo>
                  <a:pt x="30099" y="0"/>
                </a:lnTo>
                <a:lnTo>
                  <a:pt x="408050" y="663028"/>
                </a:lnTo>
                <a:lnTo>
                  <a:pt x="376427" y="679450"/>
                </a:lnTo>
                <a:lnTo>
                  <a:pt x="0" y="22402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8" name="object 23"/>
          <p:cNvSpPr>
            <a:spLocks noChangeArrowheads="1"/>
          </p:cNvSpPr>
          <p:nvPr/>
        </p:nvSpPr>
        <p:spPr bwMode="auto">
          <a:xfrm>
            <a:off x="6121400" y="6034088"/>
            <a:ext cx="687388" cy="411162"/>
          </a:xfrm>
          <a:custGeom>
            <a:avLst/>
            <a:gdLst>
              <a:gd name="T0" fmla="*/ 0 w 687704"/>
              <a:gd name="T1" fmla="*/ 0 h 411479"/>
              <a:gd name="T2" fmla="*/ 687704 w 687704"/>
              <a:gd name="T3" fmla="*/ 411479 h 411479"/>
            </a:gdLst>
            <a:ahLst/>
            <a:cxnLst/>
            <a:rect l="T0" t="T1" r="T2" b="T3"/>
            <a:pathLst>
              <a:path w="687704" h="411479">
                <a:moveTo>
                  <a:pt x="22605" y="0"/>
                </a:moveTo>
                <a:lnTo>
                  <a:pt x="0" y="29794"/>
                </a:lnTo>
                <a:lnTo>
                  <a:pt x="664717" y="411162"/>
                </a:lnTo>
                <a:lnTo>
                  <a:pt x="687451" y="379882"/>
                </a:lnTo>
                <a:lnTo>
                  <a:pt x="22605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9" name="object 24"/>
          <p:cNvSpPr>
            <a:spLocks noChangeArrowheads="1"/>
          </p:cNvSpPr>
          <p:nvPr/>
        </p:nvSpPr>
        <p:spPr bwMode="auto">
          <a:xfrm>
            <a:off x="6121400" y="6034088"/>
            <a:ext cx="687388" cy="411162"/>
          </a:xfrm>
          <a:custGeom>
            <a:avLst/>
            <a:gdLst>
              <a:gd name="T0" fmla="*/ 0 w 687704"/>
              <a:gd name="T1" fmla="*/ 0 h 411479"/>
              <a:gd name="T2" fmla="*/ 687704 w 687704"/>
              <a:gd name="T3" fmla="*/ 411479 h 411479"/>
            </a:gdLst>
            <a:ahLst/>
            <a:cxnLst/>
            <a:rect l="T0" t="T1" r="T2" b="T3"/>
            <a:pathLst>
              <a:path w="687704" h="411479">
                <a:moveTo>
                  <a:pt x="0" y="29794"/>
                </a:moveTo>
                <a:lnTo>
                  <a:pt x="22605" y="0"/>
                </a:lnTo>
                <a:lnTo>
                  <a:pt x="687451" y="379882"/>
                </a:lnTo>
                <a:lnTo>
                  <a:pt x="664717" y="411162"/>
                </a:lnTo>
                <a:lnTo>
                  <a:pt x="0" y="29794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0" name="object 25"/>
          <p:cNvSpPr>
            <a:spLocks noChangeArrowheads="1"/>
          </p:cNvSpPr>
          <p:nvPr/>
        </p:nvSpPr>
        <p:spPr bwMode="auto">
          <a:xfrm>
            <a:off x="6253163" y="5902325"/>
            <a:ext cx="423862" cy="673100"/>
          </a:xfrm>
          <a:custGeom>
            <a:avLst/>
            <a:gdLst>
              <a:gd name="T0" fmla="*/ 0 w 424179"/>
              <a:gd name="T1" fmla="*/ 0 h 673100"/>
              <a:gd name="T2" fmla="*/ 424179 w 424179"/>
              <a:gd name="T3" fmla="*/ 673100 h 673100"/>
            </a:gdLst>
            <a:ahLst/>
            <a:cxnLst/>
            <a:rect l="T0" t="T1" r="T2" b="T3"/>
            <a:pathLst>
              <a:path w="424179" h="673100">
                <a:moveTo>
                  <a:pt x="393573" y="0"/>
                </a:moveTo>
                <a:lnTo>
                  <a:pt x="0" y="649173"/>
                </a:lnTo>
                <a:lnTo>
                  <a:pt x="30099" y="673100"/>
                </a:lnTo>
                <a:lnTo>
                  <a:pt x="423799" y="23926"/>
                </a:lnTo>
                <a:lnTo>
                  <a:pt x="393573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1" name="object 26"/>
          <p:cNvSpPr>
            <a:spLocks noChangeArrowheads="1"/>
          </p:cNvSpPr>
          <p:nvPr/>
        </p:nvSpPr>
        <p:spPr bwMode="auto">
          <a:xfrm>
            <a:off x="6253163" y="5902325"/>
            <a:ext cx="423862" cy="673100"/>
          </a:xfrm>
          <a:custGeom>
            <a:avLst/>
            <a:gdLst>
              <a:gd name="T0" fmla="*/ 0 w 424179"/>
              <a:gd name="T1" fmla="*/ 0 h 673100"/>
              <a:gd name="T2" fmla="*/ 424179 w 424179"/>
              <a:gd name="T3" fmla="*/ 673100 h 673100"/>
            </a:gdLst>
            <a:ahLst/>
            <a:cxnLst/>
            <a:rect l="T0" t="T1" r="T2" b="T3"/>
            <a:pathLst>
              <a:path w="424179" h="673100">
                <a:moveTo>
                  <a:pt x="30099" y="673100"/>
                </a:moveTo>
                <a:lnTo>
                  <a:pt x="0" y="649173"/>
                </a:lnTo>
                <a:lnTo>
                  <a:pt x="393573" y="0"/>
                </a:lnTo>
                <a:lnTo>
                  <a:pt x="423799" y="23926"/>
                </a:lnTo>
                <a:lnTo>
                  <a:pt x="30099" y="67310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2" name="object 27"/>
          <p:cNvSpPr>
            <a:spLocks noChangeArrowheads="1"/>
          </p:cNvSpPr>
          <p:nvPr/>
        </p:nvSpPr>
        <p:spPr bwMode="auto">
          <a:xfrm>
            <a:off x="6121400" y="6040439"/>
            <a:ext cx="687388" cy="396875"/>
          </a:xfrm>
          <a:custGeom>
            <a:avLst/>
            <a:gdLst>
              <a:gd name="T0" fmla="*/ 0 w 687704"/>
              <a:gd name="T1" fmla="*/ 0 h 396875"/>
              <a:gd name="T2" fmla="*/ 687704 w 687704"/>
              <a:gd name="T3" fmla="*/ 396875 h 396875"/>
            </a:gdLst>
            <a:ahLst/>
            <a:cxnLst/>
            <a:rect l="T0" t="T1" r="T2" b="T3"/>
            <a:pathLst>
              <a:path w="687704" h="396875">
                <a:moveTo>
                  <a:pt x="672338" y="0"/>
                </a:moveTo>
                <a:lnTo>
                  <a:pt x="0" y="365544"/>
                </a:lnTo>
                <a:lnTo>
                  <a:pt x="15112" y="396875"/>
                </a:lnTo>
                <a:lnTo>
                  <a:pt x="687451" y="31330"/>
                </a:lnTo>
                <a:lnTo>
                  <a:pt x="672338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3" name="object 28"/>
          <p:cNvSpPr>
            <a:spLocks noChangeArrowheads="1"/>
          </p:cNvSpPr>
          <p:nvPr/>
        </p:nvSpPr>
        <p:spPr bwMode="auto">
          <a:xfrm>
            <a:off x="6121400" y="6040439"/>
            <a:ext cx="687388" cy="396875"/>
          </a:xfrm>
          <a:custGeom>
            <a:avLst/>
            <a:gdLst>
              <a:gd name="T0" fmla="*/ 0 w 687704"/>
              <a:gd name="T1" fmla="*/ 0 h 396875"/>
              <a:gd name="T2" fmla="*/ 687704 w 687704"/>
              <a:gd name="T3" fmla="*/ 396875 h 396875"/>
            </a:gdLst>
            <a:ahLst/>
            <a:cxnLst/>
            <a:rect l="T0" t="T1" r="T2" b="T3"/>
            <a:pathLst>
              <a:path w="687704" h="396875">
                <a:moveTo>
                  <a:pt x="15112" y="396875"/>
                </a:moveTo>
                <a:lnTo>
                  <a:pt x="0" y="365544"/>
                </a:lnTo>
                <a:lnTo>
                  <a:pt x="672338" y="0"/>
                </a:lnTo>
                <a:lnTo>
                  <a:pt x="687451" y="31330"/>
                </a:lnTo>
                <a:lnTo>
                  <a:pt x="15112" y="39687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4" name="object 29"/>
          <p:cNvSpPr>
            <a:spLocks noChangeArrowheads="1"/>
          </p:cNvSpPr>
          <p:nvPr/>
        </p:nvSpPr>
        <p:spPr bwMode="auto">
          <a:xfrm>
            <a:off x="6075363" y="6238875"/>
            <a:ext cx="455612" cy="0"/>
          </a:xfrm>
          <a:custGeom>
            <a:avLst/>
            <a:gdLst>
              <a:gd name="T0" fmla="*/ 0 w 455929"/>
              <a:gd name="T1" fmla="*/ 455929 w 455929"/>
            </a:gdLst>
            <a:ahLst/>
            <a:cxnLst/>
            <a:rect l="T0" t="0" r="T1" b="0"/>
            <a:pathLst>
              <a:path w="455929">
                <a:moveTo>
                  <a:pt x="0" y="0"/>
                </a:moveTo>
                <a:lnTo>
                  <a:pt x="455549" y="0"/>
                </a:lnTo>
              </a:path>
            </a:pathLst>
          </a:custGeom>
          <a:noFill/>
          <a:ln w="46037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5" name="object 30"/>
          <p:cNvSpPr>
            <a:spLocks noChangeArrowheads="1"/>
          </p:cNvSpPr>
          <p:nvPr/>
        </p:nvSpPr>
        <p:spPr bwMode="auto">
          <a:xfrm>
            <a:off x="6075363" y="6216650"/>
            <a:ext cx="773112" cy="46038"/>
          </a:xfrm>
          <a:custGeom>
            <a:avLst/>
            <a:gdLst>
              <a:gd name="T0" fmla="*/ 0 w 773429"/>
              <a:gd name="T1" fmla="*/ 0 h 46354"/>
              <a:gd name="T2" fmla="*/ 773429 w 773429"/>
              <a:gd name="T3" fmla="*/ 46354 h 46354"/>
            </a:gdLst>
            <a:ahLst/>
            <a:cxnLst/>
            <a:rect l="T0" t="T1" r="T2" b="T3"/>
            <a:pathLst>
              <a:path w="773429" h="46354">
                <a:moveTo>
                  <a:pt x="0" y="46037"/>
                </a:moveTo>
                <a:lnTo>
                  <a:pt x="773112" y="46037"/>
                </a:lnTo>
                <a:lnTo>
                  <a:pt x="773112" y="0"/>
                </a:lnTo>
                <a:lnTo>
                  <a:pt x="0" y="0"/>
                </a:lnTo>
                <a:lnTo>
                  <a:pt x="0" y="46037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6" name="object 31"/>
          <p:cNvSpPr>
            <a:spLocks noChangeArrowheads="1"/>
          </p:cNvSpPr>
          <p:nvPr/>
        </p:nvSpPr>
        <p:spPr bwMode="auto">
          <a:xfrm>
            <a:off x="6376988" y="5964238"/>
            <a:ext cx="169862" cy="550862"/>
          </a:xfrm>
          <a:custGeom>
            <a:avLst/>
            <a:gdLst>
              <a:gd name="T0" fmla="*/ 0 w 170179"/>
              <a:gd name="T1" fmla="*/ 0 h 551179"/>
              <a:gd name="T2" fmla="*/ 170179 w 170179"/>
              <a:gd name="T3" fmla="*/ 551179 h 551179"/>
            </a:gdLst>
            <a:ahLst/>
            <a:cxnLst/>
            <a:rect l="T0" t="T1" r="T2" b="T3"/>
            <a:pathLst>
              <a:path w="170179" h="551179">
                <a:moveTo>
                  <a:pt x="30225" y="0"/>
                </a:moveTo>
                <a:lnTo>
                  <a:pt x="0" y="7480"/>
                </a:lnTo>
                <a:lnTo>
                  <a:pt x="147065" y="550862"/>
                </a:lnTo>
                <a:lnTo>
                  <a:pt x="169799" y="543382"/>
                </a:lnTo>
                <a:lnTo>
                  <a:pt x="30225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7" name="object 32"/>
          <p:cNvSpPr>
            <a:spLocks noChangeArrowheads="1"/>
          </p:cNvSpPr>
          <p:nvPr/>
        </p:nvSpPr>
        <p:spPr bwMode="auto">
          <a:xfrm>
            <a:off x="6376988" y="5964238"/>
            <a:ext cx="169862" cy="550862"/>
          </a:xfrm>
          <a:custGeom>
            <a:avLst/>
            <a:gdLst>
              <a:gd name="T0" fmla="*/ 0 w 170179"/>
              <a:gd name="T1" fmla="*/ 0 h 551179"/>
              <a:gd name="T2" fmla="*/ 170179 w 170179"/>
              <a:gd name="T3" fmla="*/ 551179 h 551179"/>
            </a:gdLst>
            <a:ahLst/>
            <a:cxnLst/>
            <a:rect l="T0" t="T1" r="T2" b="T3"/>
            <a:pathLst>
              <a:path w="170179" h="551179">
                <a:moveTo>
                  <a:pt x="0" y="7480"/>
                </a:moveTo>
                <a:lnTo>
                  <a:pt x="30225" y="0"/>
                </a:lnTo>
                <a:lnTo>
                  <a:pt x="169799" y="543382"/>
                </a:lnTo>
                <a:lnTo>
                  <a:pt x="147065" y="550862"/>
                </a:lnTo>
                <a:lnTo>
                  <a:pt x="0" y="7480"/>
                </a:lnTo>
              </a:path>
            </a:pathLst>
          </a:custGeom>
          <a:noFill/>
          <a:ln w="12699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8" name="object 33"/>
          <p:cNvSpPr>
            <a:spLocks noChangeArrowheads="1"/>
          </p:cNvSpPr>
          <p:nvPr/>
        </p:nvSpPr>
        <p:spPr bwMode="auto">
          <a:xfrm>
            <a:off x="6261100" y="6024564"/>
            <a:ext cx="407988" cy="420687"/>
          </a:xfrm>
          <a:custGeom>
            <a:avLst/>
            <a:gdLst>
              <a:gd name="T0" fmla="*/ 0 w 408304"/>
              <a:gd name="T1" fmla="*/ 0 h 421004"/>
              <a:gd name="T2" fmla="*/ 408304 w 408304"/>
              <a:gd name="T3" fmla="*/ 421004 h 421004"/>
            </a:gdLst>
            <a:ahLst/>
            <a:cxnLst/>
            <a:rect l="T0" t="T1" r="T2" b="T3"/>
            <a:pathLst>
              <a:path w="408304" h="421004">
                <a:moveTo>
                  <a:pt x="15112" y="0"/>
                </a:moveTo>
                <a:lnTo>
                  <a:pt x="0" y="22453"/>
                </a:lnTo>
                <a:lnTo>
                  <a:pt x="385445" y="420687"/>
                </a:lnTo>
                <a:lnTo>
                  <a:pt x="408050" y="405714"/>
                </a:lnTo>
                <a:lnTo>
                  <a:pt x="15112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9" name="object 34"/>
          <p:cNvSpPr>
            <a:spLocks noChangeArrowheads="1"/>
          </p:cNvSpPr>
          <p:nvPr/>
        </p:nvSpPr>
        <p:spPr bwMode="auto">
          <a:xfrm>
            <a:off x="6261100" y="6024564"/>
            <a:ext cx="407988" cy="420687"/>
          </a:xfrm>
          <a:custGeom>
            <a:avLst/>
            <a:gdLst>
              <a:gd name="T0" fmla="*/ 0 w 408304"/>
              <a:gd name="T1" fmla="*/ 0 h 421004"/>
              <a:gd name="T2" fmla="*/ 408304 w 408304"/>
              <a:gd name="T3" fmla="*/ 421004 h 421004"/>
            </a:gdLst>
            <a:ahLst/>
            <a:cxnLst/>
            <a:rect l="T0" t="T1" r="T2" b="T3"/>
            <a:pathLst>
              <a:path w="408304" h="421004">
                <a:moveTo>
                  <a:pt x="0" y="22453"/>
                </a:moveTo>
                <a:lnTo>
                  <a:pt x="15112" y="0"/>
                </a:lnTo>
                <a:lnTo>
                  <a:pt x="408050" y="405714"/>
                </a:lnTo>
                <a:lnTo>
                  <a:pt x="385445" y="420687"/>
                </a:lnTo>
                <a:lnTo>
                  <a:pt x="0" y="22453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0" name="object 35"/>
          <p:cNvSpPr>
            <a:spLocks noChangeArrowheads="1"/>
          </p:cNvSpPr>
          <p:nvPr/>
        </p:nvSpPr>
        <p:spPr bwMode="auto">
          <a:xfrm>
            <a:off x="6191250" y="6148389"/>
            <a:ext cx="547688" cy="174625"/>
          </a:xfrm>
          <a:custGeom>
            <a:avLst/>
            <a:gdLst>
              <a:gd name="T0" fmla="*/ 0 w 548004"/>
              <a:gd name="T1" fmla="*/ 0 h 174625"/>
              <a:gd name="T2" fmla="*/ 548004 w 548004"/>
              <a:gd name="T3" fmla="*/ 174625 h 174625"/>
            </a:gdLst>
            <a:ahLst/>
            <a:cxnLst/>
            <a:rect l="T0" t="T1" r="T2" b="T3"/>
            <a:pathLst>
              <a:path w="548004" h="174625">
                <a:moveTo>
                  <a:pt x="7492" y="0"/>
                </a:moveTo>
                <a:lnTo>
                  <a:pt x="0" y="29845"/>
                </a:lnTo>
                <a:lnTo>
                  <a:pt x="540130" y="174625"/>
                </a:lnTo>
                <a:lnTo>
                  <a:pt x="547751" y="152234"/>
                </a:lnTo>
                <a:lnTo>
                  <a:pt x="7492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1" name="object 36"/>
          <p:cNvSpPr>
            <a:spLocks noChangeArrowheads="1"/>
          </p:cNvSpPr>
          <p:nvPr/>
        </p:nvSpPr>
        <p:spPr bwMode="auto">
          <a:xfrm>
            <a:off x="6191250" y="6148389"/>
            <a:ext cx="547688" cy="174625"/>
          </a:xfrm>
          <a:custGeom>
            <a:avLst/>
            <a:gdLst>
              <a:gd name="T0" fmla="*/ 0 w 548004"/>
              <a:gd name="T1" fmla="*/ 0 h 174625"/>
              <a:gd name="T2" fmla="*/ 548004 w 548004"/>
              <a:gd name="T3" fmla="*/ 174625 h 174625"/>
            </a:gdLst>
            <a:ahLst/>
            <a:cxnLst/>
            <a:rect l="T0" t="T1" r="T2" b="T3"/>
            <a:pathLst>
              <a:path w="548004" h="174625">
                <a:moveTo>
                  <a:pt x="0" y="29845"/>
                </a:moveTo>
                <a:lnTo>
                  <a:pt x="7492" y="0"/>
                </a:lnTo>
                <a:lnTo>
                  <a:pt x="547751" y="152234"/>
                </a:lnTo>
                <a:lnTo>
                  <a:pt x="540130" y="174625"/>
                </a:lnTo>
                <a:lnTo>
                  <a:pt x="0" y="29845"/>
                </a:lnTo>
              </a:path>
            </a:pathLst>
          </a:custGeom>
          <a:noFill/>
          <a:ln w="12699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2" name="object 37"/>
          <p:cNvSpPr>
            <a:spLocks noChangeArrowheads="1"/>
          </p:cNvSpPr>
          <p:nvPr/>
        </p:nvSpPr>
        <p:spPr bwMode="auto">
          <a:xfrm>
            <a:off x="6376988" y="5964239"/>
            <a:ext cx="176212" cy="542925"/>
          </a:xfrm>
          <a:custGeom>
            <a:avLst/>
            <a:gdLst>
              <a:gd name="T0" fmla="*/ 0 w 176529"/>
              <a:gd name="T1" fmla="*/ 0 h 542925"/>
              <a:gd name="T2" fmla="*/ 176529 w 176529"/>
              <a:gd name="T3" fmla="*/ 542925 h 542925"/>
            </a:gdLst>
            <a:ahLst/>
            <a:cxnLst/>
            <a:rect l="T0" t="T1" r="T2" b="T3"/>
            <a:pathLst>
              <a:path w="176529" h="542925">
                <a:moveTo>
                  <a:pt x="153543" y="0"/>
                </a:moveTo>
                <a:lnTo>
                  <a:pt x="0" y="535444"/>
                </a:lnTo>
                <a:lnTo>
                  <a:pt x="22478" y="542925"/>
                </a:lnTo>
                <a:lnTo>
                  <a:pt x="176149" y="7480"/>
                </a:lnTo>
                <a:lnTo>
                  <a:pt x="153543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3" name="object 38"/>
          <p:cNvSpPr>
            <a:spLocks noChangeArrowheads="1"/>
          </p:cNvSpPr>
          <p:nvPr/>
        </p:nvSpPr>
        <p:spPr bwMode="auto">
          <a:xfrm>
            <a:off x="6376988" y="5964239"/>
            <a:ext cx="176212" cy="542925"/>
          </a:xfrm>
          <a:custGeom>
            <a:avLst/>
            <a:gdLst>
              <a:gd name="T0" fmla="*/ 0 w 176529"/>
              <a:gd name="T1" fmla="*/ 0 h 542925"/>
              <a:gd name="T2" fmla="*/ 176529 w 176529"/>
              <a:gd name="T3" fmla="*/ 542925 h 542925"/>
            </a:gdLst>
            <a:ahLst/>
            <a:cxnLst/>
            <a:rect l="T0" t="T1" r="T2" b="T3"/>
            <a:pathLst>
              <a:path w="176529" h="542925">
                <a:moveTo>
                  <a:pt x="22478" y="542925"/>
                </a:moveTo>
                <a:lnTo>
                  <a:pt x="0" y="535444"/>
                </a:lnTo>
                <a:lnTo>
                  <a:pt x="153543" y="0"/>
                </a:lnTo>
                <a:lnTo>
                  <a:pt x="176149" y="7480"/>
                </a:lnTo>
                <a:lnTo>
                  <a:pt x="22478" y="542925"/>
                </a:lnTo>
              </a:path>
            </a:pathLst>
          </a:custGeom>
          <a:noFill/>
          <a:ln w="12699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4" name="object 39"/>
          <p:cNvSpPr>
            <a:spLocks noChangeArrowheads="1"/>
          </p:cNvSpPr>
          <p:nvPr/>
        </p:nvSpPr>
        <p:spPr bwMode="auto">
          <a:xfrm>
            <a:off x="6253163" y="6034089"/>
            <a:ext cx="423862" cy="403225"/>
          </a:xfrm>
          <a:custGeom>
            <a:avLst/>
            <a:gdLst>
              <a:gd name="T0" fmla="*/ 0 w 424179"/>
              <a:gd name="T1" fmla="*/ 0 h 403225"/>
              <a:gd name="T2" fmla="*/ 424179 w 424179"/>
              <a:gd name="T3" fmla="*/ 403225 h 403225"/>
            </a:gdLst>
            <a:ahLst/>
            <a:cxnLst/>
            <a:rect l="T0" t="T1" r="T2" b="T3"/>
            <a:pathLst>
              <a:path w="424179" h="403225">
                <a:moveTo>
                  <a:pt x="408686" y="0"/>
                </a:moveTo>
                <a:lnTo>
                  <a:pt x="0" y="386854"/>
                </a:lnTo>
                <a:lnTo>
                  <a:pt x="14986" y="403225"/>
                </a:lnTo>
                <a:lnTo>
                  <a:pt x="423799" y="22313"/>
                </a:lnTo>
                <a:lnTo>
                  <a:pt x="408686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5" name="object 40"/>
          <p:cNvSpPr>
            <a:spLocks noChangeArrowheads="1"/>
          </p:cNvSpPr>
          <p:nvPr/>
        </p:nvSpPr>
        <p:spPr bwMode="auto">
          <a:xfrm>
            <a:off x="6253163" y="6034089"/>
            <a:ext cx="423862" cy="403225"/>
          </a:xfrm>
          <a:custGeom>
            <a:avLst/>
            <a:gdLst>
              <a:gd name="T0" fmla="*/ 0 w 424179"/>
              <a:gd name="T1" fmla="*/ 0 h 403225"/>
              <a:gd name="T2" fmla="*/ 424179 w 424179"/>
              <a:gd name="T3" fmla="*/ 403225 h 403225"/>
            </a:gdLst>
            <a:ahLst/>
            <a:cxnLst/>
            <a:rect l="T0" t="T1" r="T2" b="T3"/>
            <a:pathLst>
              <a:path w="424179" h="403225">
                <a:moveTo>
                  <a:pt x="14986" y="403225"/>
                </a:moveTo>
                <a:lnTo>
                  <a:pt x="0" y="386854"/>
                </a:lnTo>
                <a:lnTo>
                  <a:pt x="408686" y="0"/>
                </a:lnTo>
                <a:lnTo>
                  <a:pt x="423799" y="22313"/>
                </a:lnTo>
                <a:lnTo>
                  <a:pt x="14986" y="403225"/>
                </a:lnTo>
              </a:path>
            </a:pathLst>
          </a:custGeom>
          <a:noFill/>
          <a:ln w="12699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6" name="object 41"/>
          <p:cNvSpPr>
            <a:spLocks noChangeArrowheads="1"/>
          </p:cNvSpPr>
          <p:nvPr/>
        </p:nvSpPr>
        <p:spPr bwMode="auto">
          <a:xfrm>
            <a:off x="6183314" y="6154739"/>
            <a:ext cx="555625" cy="168275"/>
          </a:xfrm>
          <a:custGeom>
            <a:avLst/>
            <a:gdLst>
              <a:gd name="T0" fmla="*/ 0 w 555625"/>
              <a:gd name="T1" fmla="*/ 0 h 168275"/>
              <a:gd name="T2" fmla="*/ 555625 w 555625"/>
              <a:gd name="T3" fmla="*/ 168275 h 168275"/>
            </a:gdLst>
            <a:ahLst/>
            <a:cxnLst/>
            <a:rect l="T0" t="T1" r="T2" b="T3"/>
            <a:pathLst>
              <a:path w="555625" h="168275">
                <a:moveTo>
                  <a:pt x="548004" y="0"/>
                </a:moveTo>
                <a:lnTo>
                  <a:pt x="0" y="138226"/>
                </a:lnTo>
                <a:lnTo>
                  <a:pt x="7493" y="168275"/>
                </a:lnTo>
                <a:lnTo>
                  <a:pt x="555625" y="30048"/>
                </a:lnTo>
                <a:lnTo>
                  <a:pt x="548004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7" name="object 42"/>
          <p:cNvSpPr>
            <a:spLocks noChangeArrowheads="1"/>
          </p:cNvSpPr>
          <p:nvPr/>
        </p:nvSpPr>
        <p:spPr bwMode="auto">
          <a:xfrm>
            <a:off x="6183314" y="6154739"/>
            <a:ext cx="555625" cy="168275"/>
          </a:xfrm>
          <a:custGeom>
            <a:avLst/>
            <a:gdLst>
              <a:gd name="T0" fmla="*/ 0 w 555625"/>
              <a:gd name="T1" fmla="*/ 0 h 168275"/>
              <a:gd name="T2" fmla="*/ 555625 w 555625"/>
              <a:gd name="T3" fmla="*/ 168275 h 168275"/>
            </a:gdLst>
            <a:ahLst/>
            <a:cxnLst/>
            <a:rect l="T0" t="T1" r="T2" b="T3"/>
            <a:pathLst>
              <a:path w="555625" h="168275">
                <a:moveTo>
                  <a:pt x="0" y="138226"/>
                </a:moveTo>
                <a:lnTo>
                  <a:pt x="548004" y="0"/>
                </a:lnTo>
                <a:lnTo>
                  <a:pt x="555625" y="30048"/>
                </a:lnTo>
                <a:lnTo>
                  <a:pt x="7493" y="168275"/>
                </a:lnTo>
                <a:lnTo>
                  <a:pt x="0" y="138226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8" name="object 43"/>
          <p:cNvSpPr>
            <a:spLocks noChangeArrowheads="1"/>
          </p:cNvSpPr>
          <p:nvPr/>
        </p:nvSpPr>
        <p:spPr bwMode="auto">
          <a:xfrm>
            <a:off x="6530975" y="6242050"/>
            <a:ext cx="2476500" cy="0"/>
          </a:xfrm>
          <a:custGeom>
            <a:avLst/>
            <a:gdLst>
              <a:gd name="T0" fmla="*/ 0 w 2476500"/>
              <a:gd name="T1" fmla="*/ 2476500 w 2476500"/>
            </a:gdLst>
            <a:ahLst/>
            <a:cxnLst/>
            <a:rect l="T0" t="0" r="T1" b="0"/>
            <a:pathLst>
              <a:path w="2476500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52387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9" name="object 44"/>
          <p:cNvSpPr>
            <a:spLocks noChangeArrowheads="1"/>
          </p:cNvSpPr>
          <p:nvPr/>
        </p:nvSpPr>
        <p:spPr bwMode="auto">
          <a:xfrm>
            <a:off x="6530975" y="6216650"/>
            <a:ext cx="2476500" cy="52388"/>
          </a:xfrm>
          <a:custGeom>
            <a:avLst/>
            <a:gdLst>
              <a:gd name="T0" fmla="*/ 0 w 2476500"/>
              <a:gd name="T1" fmla="*/ 0 h 52704"/>
              <a:gd name="T2" fmla="*/ 2476500 w 2476500"/>
              <a:gd name="T3" fmla="*/ 52704 h 52704"/>
            </a:gdLst>
            <a:ahLst/>
            <a:cxnLst/>
            <a:rect l="T0" t="T1" r="T2" b="T3"/>
            <a:pathLst>
              <a:path w="2476500" h="52704">
                <a:moveTo>
                  <a:pt x="0" y="52387"/>
                </a:moveTo>
                <a:lnTo>
                  <a:pt x="2476500" y="52387"/>
                </a:lnTo>
                <a:lnTo>
                  <a:pt x="2476500" y="0"/>
                </a:lnTo>
                <a:lnTo>
                  <a:pt x="0" y="0"/>
                </a:lnTo>
                <a:lnTo>
                  <a:pt x="0" y="52387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40" name="object 45"/>
          <p:cNvSpPr>
            <a:spLocks noChangeArrowheads="1"/>
          </p:cNvSpPr>
          <p:nvPr/>
        </p:nvSpPr>
        <p:spPr bwMode="auto">
          <a:xfrm>
            <a:off x="6329364" y="6108700"/>
            <a:ext cx="263525" cy="260350"/>
          </a:xfrm>
          <a:custGeom>
            <a:avLst/>
            <a:gdLst>
              <a:gd name="T0" fmla="*/ 0 w 263525"/>
              <a:gd name="T1" fmla="*/ 0 h 260350"/>
              <a:gd name="T2" fmla="*/ 263525 w 263525"/>
              <a:gd name="T3" fmla="*/ 260350 h 260350"/>
            </a:gdLst>
            <a:ahLst/>
            <a:cxnLst/>
            <a:rect l="T0" t="T1" r="T2" b="T3"/>
            <a:pathLst>
              <a:path w="263525" h="260350">
                <a:moveTo>
                  <a:pt x="186182" y="7480"/>
                </a:moveTo>
                <a:lnTo>
                  <a:pt x="84709" y="7480"/>
                </a:lnTo>
                <a:lnTo>
                  <a:pt x="61975" y="22440"/>
                </a:lnTo>
                <a:lnTo>
                  <a:pt x="39370" y="38900"/>
                </a:lnTo>
                <a:lnTo>
                  <a:pt x="22606" y="61340"/>
                </a:lnTo>
                <a:lnTo>
                  <a:pt x="15112" y="83794"/>
                </a:lnTo>
                <a:lnTo>
                  <a:pt x="7493" y="107734"/>
                </a:lnTo>
                <a:lnTo>
                  <a:pt x="0" y="130175"/>
                </a:lnTo>
                <a:lnTo>
                  <a:pt x="15112" y="184035"/>
                </a:lnTo>
                <a:lnTo>
                  <a:pt x="39370" y="221449"/>
                </a:lnTo>
                <a:lnTo>
                  <a:pt x="61975" y="236410"/>
                </a:lnTo>
                <a:lnTo>
                  <a:pt x="84709" y="252869"/>
                </a:lnTo>
                <a:lnTo>
                  <a:pt x="108965" y="260350"/>
                </a:lnTo>
                <a:lnTo>
                  <a:pt x="162051" y="260350"/>
                </a:lnTo>
                <a:lnTo>
                  <a:pt x="208914" y="236410"/>
                </a:lnTo>
                <a:lnTo>
                  <a:pt x="239268" y="206489"/>
                </a:lnTo>
                <a:lnTo>
                  <a:pt x="263525" y="160096"/>
                </a:lnTo>
                <a:lnTo>
                  <a:pt x="263525" y="107734"/>
                </a:lnTo>
                <a:lnTo>
                  <a:pt x="255904" y="83794"/>
                </a:lnTo>
                <a:lnTo>
                  <a:pt x="239268" y="61340"/>
                </a:lnTo>
                <a:lnTo>
                  <a:pt x="224027" y="38900"/>
                </a:lnTo>
                <a:lnTo>
                  <a:pt x="208914" y="22440"/>
                </a:lnTo>
                <a:lnTo>
                  <a:pt x="186182" y="7480"/>
                </a:lnTo>
                <a:close/>
              </a:path>
              <a:path w="263525" h="260350">
                <a:moveTo>
                  <a:pt x="131699" y="0"/>
                </a:moveTo>
                <a:lnTo>
                  <a:pt x="108965" y="7480"/>
                </a:lnTo>
                <a:lnTo>
                  <a:pt x="162051" y="7480"/>
                </a:lnTo>
                <a:lnTo>
                  <a:pt x="131699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" name="object 46"/>
          <p:cNvSpPr txBox="1"/>
          <p:nvPr/>
        </p:nvSpPr>
        <p:spPr>
          <a:xfrm>
            <a:off x="7075489" y="5851526"/>
            <a:ext cx="1766887" cy="301625"/>
          </a:xfrm>
          <a:prstGeom prst="rect">
            <a:avLst/>
          </a:prstGeom>
        </p:spPr>
        <p:txBody>
          <a:bodyPr lIns="0" tIns="13970" rIns="0" bIns="0">
            <a:spAutoFit/>
          </a:bodyPr>
          <a:lstStyle/>
          <a:p>
            <a:pPr marL="12700">
              <a:spcBef>
                <a:spcPts val="110"/>
              </a:spcBef>
              <a:defRPr/>
            </a:pPr>
            <a:r>
              <a:rPr sz="900" dirty="0">
                <a:latin typeface="Arial" panose="020B0604020202020204"/>
                <a:cs typeface="Arial" panose="020B0604020202020204"/>
              </a:rPr>
              <a:t>LASER</a:t>
            </a:r>
            <a:r>
              <a:rPr sz="9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900" dirty="0">
                <a:latin typeface="Arial" panose="020B0604020202020204"/>
                <a:cs typeface="Arial" panose="020B0604020202020204"/>
              </a:rPr>
              <a:t>RADIATION-</a:t>
            </a:r>
            <a:endParaRPr sz="900">
              <a:latin typeface="Arial" panose="020B0604020202020204"/>
              <a:cs typeface="Arial" panose="020B0604020202020204"/>
            </a:endParaRPr>
          </a:p>
          <a:p>
            <a:pPr marL="12700">
              <a:defRPr/>
            </a:pPr>
            <a:r>
              <a:rPr sz="900" spc="5" dirty="0">
                <a:latin typeface="Arial" panose="020B0604020202020204"/>
                <a:cs typeface="Arial" panose="020B0604020202020204"/>
              </a:rPr>
              <a:t>AVOID </a:t>
            </a:r>
            <a:r>
              <a:rPr sz="900" dirty="0">
                <a:latin typeface="Arial" panose="020B0604020202020204"/>
                <a:cs typeface="Arial" panose="020B0604020202020204"/>
              </a:rPr>
              <a:t>DIRECT EYE</a:t>
            </a:r>
            <a:r>
              <a:rPr sz="900" spc="-155" dirty="0">
                <a:latin typeface="Arial" panose="020B0604020202020204"/>
                <a:cs typeface="Arial" panose="020B0604020202020204"/>
              </a:rPr>
              <a:t> </a:t>
            </a:r>
            <a:r>
              <a:rPr sz="900" dirty="0">
                <a:latin typeface="Arial" panose="020B0604020202020204"/>
                <a:cs typeface="Arial" panose="020B0604020202020204"/>
              </a:rPr>
              <a:t>EXPOSURE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75489" y="6311901"/>
            <a:ext cx="1868487" cy="466725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000" dirty="0">
                <a:latin typeface="Arial" panose="020B0604020202020204"/>
                <a:cs typeface="Arial" panose="020B0604020202020204"/>
              </a:rPr>
              <a:t>ND:YAG</a:t>
            </a:r>
            <a:r>
              <a:rPr sz="10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532nm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190"/>
              </a:lnSpc>
              <a:defRPr/>
            </a:pPr>
            <a:r>
              <a:rPr sz="1000" dirty="0">
                <a:latin typeface="Arial" panose="020B0604020202020204"/>
                <a:cs typeface="Arial" panose="020B0604020202020204"/>
              </a:rPr>
              <a:t>5 </a:t>
            </a:r>
            <a:r>
              <a:rPr sz="1000" spc="5" dirty="0">
                <a:latin typeface="Arial" panose="020B0604020202020204"/>
                <a:cs typeface="Arial" panose="020B0604020202020204"/>
              </a:rPr>
              <a:t>milliwatts</a:t>
            </a:r>
            <a:r>
              <a:rPr sz="10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5" dirty="0">
                <a:latin typeface="Arial" panose="020B0604020202020204"/>
                <a:cs typeface="Arial" panose="020B0604020202020204"/>
              </a:rPr>
              <a:t>max/CW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 marL="546100">
              <a:lnSpc>
                <a:spcPts val="1070"/>
              </a:lnSpc>
              <a:defRPr/>
            </a:pPr>
            <a:r>
              <a:rPr sz="900" dirty="0">
                <a:latin typeface="Arial" panose="020B0604020202020204"/>
                <a:cs typeface="Arial" panose="020B0604020202020204"/>
              </a:rPr>
              <a:t>CLASS </a:t>
            </a:r>
            <a:r>
              <a:rPr sz="900" spc="5" dirty="0">
                <a:latin typeface="Arial" panose="020B0604020202020204"/>
                <a:cs typeface="Arial" panose="020B0604020202020204"/>
              </a:rPr>
              <a:t>IIIa </a:t>
            </a:r>
            <a:r>
              <a:rPr sz="900" spc="-5" dirty="0">
                <a:latin typeface="Arial" panose="020B0604020202020204"/>
                <a:cs typeface="Arial" panose="020B0604020202020204"/>
              </a:rPr>
              <a:t>Laser</a:t>
            </a:r>
            <a:r>
              <a:rPr sz="900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900" dirty="0">
                <a:latin typeface="Arial" panose="020B0604020202020204"/>
                <a:cs typeface="Arial" panose="020B0604020202020204"/>
              </a:rPr>
              <a:t>Product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43" name="object 48"/>
          <p:cNvSpPr>
            <a:spLocks noChangeArrowheads="1"/>
          </p:cNvSpPr>
          <p:nvPr/>
        </p:nvSpPr>
        <p:spPr bwMode="auto">
          <a:xfrm>
            <a:off x="3543300" y="949326"/>
            <a:ext cx="5067300" cy="238125"/>
          </a:xfrm>
          <a:custGeom>
            <a:avLst/>
            <a:gdLst>
              <a:gd name="T0" fmla="*/ 0 w 5067300"/>
              <a:gd name="T1" fmla="*/ 0 h 238125"/>
              <a:gd name="T2" fmla="*/ 5067300 w 5067300"/>
              <a:gd name="T3" fmla="*/ 238125 h 238125"/>
            </a:gdLst>
            <a:ahLst/>
            <a:cxnLst/>
            <a:rect l="T0" t="T1" r="T2" b="T3"/>
            <a:pathLst>
              <a:path w="5067300" h="238125">
                <a:moveTo>
                  <a:pt x="5067300" y="0"/>
                </a:moveTo>
                <a:lnTo>
                  <a:pt x="0" y="0"/>
                </a:lnTo>
                <a:lnTo>
                  <a:pt x="238125" y="238125"/>
                </a:lnTo>
                <a:lnTo>
                  <a:pt x="4829175" y="238125"/>
                </a:lnTo>
                <a:lnTo>
                  <a:pt x="5067300" y="0"/>
                </a:lnTo>
                <a:close/>
              </a:path>
            </a:pathLst>
          </a:custGeom>
          <a:solidFill>
            <a:srgbClr val="31FF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44" name="object 49"/>
          <p:cNvSpPr>
            <a:spLocks noChangeArrowheads="1"/>
          </p:cNvSpPr>
          <p:nvPr/>
        </p:nvSpPr>
        <p:spPr bwMode="auto">
          <a:xfrm>
            <a:off x="3543300" y="2616201"/>
            <a:ext cx="5067300" cy="238125"/>
          </a:xfrm>
          <a:custGeom>
            <a:avLst/>
            <a:gdLst>
              <a:gd name="T0" fmla="*/ 0 w 5067300"/>
              <a:gd name="T1" fmla="*/ 0 h 238125"/>
              <a:gd name="T2" fmla="*/ 5067300 w 5067300"/>
              <a:gd name="T3" fmla="*/ 238125 h 238125"/>
            </a:gdLst>
            <a:ahLst/>
            <a:cxnLst/>
            <a:rect l="T0" t="T1" r="T2" b="T3"/>
            <a:pathLst>
              <a:path w="5067300" h="238125">
                <a:moveTo>
                  <a:pt x="4829175" y="0"/>
                </a:moveTo>
                <a:lnTo>
                  <a:pt x="238125" y="0"/>
                </a:lnTo>
                <a:lnTo>
                  <a:pt x="0" y="238125"/>
                </a:lnTo>
                <a:lnTo>
                  <a:pt x="5067300" y="238125"/>
                </a:lnTo>
                <a:lnTo>
                  <a:pt x="4829175" y="0"/>
                </a:lnTo>
                <a:close/>
              </a:path>
            </a:pathLst>
          </a:custGeom>
          <a:solidFill>
            <a:srgbClr val="00CD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45" name="object 50"/>
          <p:cNvSpPr>
            <a:spLocks noChangeArrowheads="1"/>
          </p:cNvSpPr>
          <p:nvPr/>
        </p:nvSpPr>
        <p:spPr bwMode="auto">
          <a:xfrm>
            <a:off x="3543301" y="949325"/>
            <a:ext cx="238125" cy="1905000"/>
          </a:xfrm>
          <a:custGeom>
            <a:avLst/>
            <a:gdLst>
              <a:gd name="T0" fmla="*/ 0 w 238125"/>
              <a:gd name="T1" fmla="*/ 0 h 1905000"/>
              <a:gd name="T2" fmla="*/ 238125 w 238125"/>
              <a:gd name="T3" fmla="*/ 1905000 h 1905000"/>
            </a:gdLst>
            <a:ahLst/>
            <a:cxnLst/>
            <a:rect l="T0" t="T1" r="T2" b="T3"/>
            <a:pathLst>
              <a:path w="238125" h="1905000">
                <a:moveTo>
                  <a:pt x="0" y="0"/>
                </a:moveTo>
                <a:lnTo>
                  <a:pt x="0" y="1905000"/>
                </a:lnTo>
                <a:lnTo>
                  <a:pt x="238125" y="1666875"/>
                </a:lnTo>
                <a:lnTo>
                  <a:pt x="238125" y="238125"/>
                </a:lnTo>
                <a:lnTo>
                  <a:pt x="0" y="0"/>
                </a:lnTo>
                <a:close/>
              </a:path>
            </a:pathLst>
          </a:custGeom>
          <a:solidFill>
            <a:srgbClr val="66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46" name="object 51"/>
          <p:cNvSpPr>
            <a:spLocks noChangeArrowheads="1"/>
          </p:cNvSpPr>
          <p:nvPr/>
        </p:nvSpPr>
        <p:spPr bwMode="auto">
          <a:xfrm>
            <a:off x="8372476" y="949325"/>
            <a:ext cx="238125" cy="1905000"/>
          </a:xfrm>
          <a:custGeom>
            <a:avLst/>
            <a:gdLst>
              <a:gd name="T0" fmla="*/ 0 w 238125"/>
              <a:gd name="T1" fmla="*/ 0 h 1905000"/>
              <a:gd name="T2" fmla="*/ 238125 w 238125"/>
              <a:gd name="T3" fmla="*/ 1905000 h 1905000"/>
            </a:gdLst>
            <a:ahLst/>
            <a:cxnLst/>
            <a:rect l="T0" t="T1" r="T2" b="T3"/>
            <a:pathLst>
              <a:path w="238125" h="1905000">
                <a:moveTo>
                  <a:pt x="238125" y="0"/>
                </a:moveTo>
                <a:lnTo>
                  <a:pt x="0" y="238125"/>
                </a:lnTo>
                <a:lnTo>
                  <a:pt x="0" y="1666875"/>
                </a:lnTo>
                <a:lnTo>
                  <a:pt x="238125" y="1905000"/>
                </a:lnTo>
                <a:lnTo>
                  <a:pt x="238125" y="0"/>
                </a:lnTo>
                <a:close/>
              </a:path>
            </a:pathLst>
          </a:custGeom>
          <a:solidFill>
            <a:srgbClr val="00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47" name="object 52"/>
          <p:cNvSpPr>
            <a:spLocks noChangeArrowheads="1"/>
          </p:cNvSpPr>
          <p:nvPr/>
        </p:nvSpPr>
        <p:spPr bwMode="auto">
          <a:xfrm>
            <a:off x="3543300" y="949325"/>
            <a:ext cx="5067300" cy="1905000"/>
          </a:xfrm>
          <a:custGeom>
            <a:avLst/>
            <a:gdLst>
              <a:gd name="T0" fmla="*/ 0 w 5067300"/>
              <a:gd name="T1" fmla="*/ 0 h 1905000"/>
              <a:gd name="T2" fmla="*/ 5067300 w 5067300"/>
              <a:gd name="T3" fmla="*/ 1905000 h 1905000"/>
            </a:gdLst>
            <a:ahLst/>
            <a:cxnLst/>
            <a:rect l="T0" t="T1" r="T2" b="T3"/>
            <a:pathLst>
              <a:path w="5067300" h="1905000">
                <a:moveTo>
                  <a:pt x="0" y="0"/>
                </a:moveTo>
                <a:lnTo>
                  <a:pt x="5067300" y="0"/>
                </a:lnTo>
                <a:lnTo>
                  <a:pt x="506730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48" name="object 53"/>
          <p:cNvSpPr>
            <a:spLocks noChangeArrowheads="1"/>
          </p:cNvSpPr>
          <p:nvPr/>
        </p:nvSpPr>
        <p:spPr bwMode="auto">
          <a:xfrm>
            <a:off x="3543301" y="949326"/>
            <a:ext cx="238125" cy="238125"/>
          </a:xfrm>
          <a:custGeom>
            <a:avLst/>
            <a:gdLst>
              <a:gd name="T0" fmla="*/ 0 w 238125"/>
              <a:gd name="T1" fmla="*/ 0 h 238125"/>
              <a:gd name="T2" fmla="*/ 238125 w 238125"/>
              <a:gd name="T3" fmla="*/ 238125 h 238125"/>
            </a:gdLst>
            <a:ahLst/>
            <a:cxnLst/>
            <a:rect l="T0" t="T1" r="T2" b="T3"/>
            <a:pathLst>
              <a:path w="238125" h="238125">
                <a:moveTo>
                  <a:pt x="0" y="0"/>
                </a:moveTo>
                <a:lnTo>
                  <a:pt x="238125" y="238125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49" name="object 54"/>
          <p:cNvSpPr>
            <a:spLocks noChangeArrowheads="1"/>
          </p:cNvSpPr>
          <p:nvPr/>
        </p:nvSpPr>
        <p:spPr bwMode="auto">
          <a:xfrm>
            <a:off x="3543301" y="2616201"/>
            <a:ext cx="238125" cy="238125"/>
          </a:xfrm>
          <a:custGeom>
            <a:avLst/>
            <a:gdLst>
              <a:gd name="T0" fmla="*/ 0 w 238125"/>
              <a:gd name="T1" fmla="*/ 0 h 238125"/>
              <a:gd name="T2" fmla="*/ 238125 w 238125"/>
              <a:gd name="T3" fmla="*/ 238125 h 238125"/>
            </a:gdLst>
            <a:ahLst/>
            <a:cxnLst/>
            <a:rect l="T0" t="T1" r="T2" b="T3"/>
            <a:pathLst>
              <a:path w="238125" h="238125">
                <a:moveTo>
                  <a:pt x="0" y="238125"/>
                </a:moveTo>
                <a:lnTo>
                  <a:pt x="238125" y="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50" name="object 55"/>
          <p:cNvSpPr>
            <a:spLocks noChangeArrowheads="1"/>
          </p:cNvSpPr>
          <p:nvPr/>
        </p:nvSpPr>
        <p:spPr bwMode="auto">
          <a:xfrm>
            <a:off x="8372476" y="949326"/>
            <a:ext cx="238125" cy="238125"/>
          </a:xfrm>
          <a:custGeom>
            <a:avLst/>
            <a:gdLst>
              <a:gd name="T0" fmla="*/ 0 w 238125"/>
              <a:gd name="T1" fmla="*/ 0 h 238125"/>
              <a:gd name="T2" fmla="*/ 238125 w 238125"/>
              <a:gd name="T3" fmla="*/ 238125 h 238125"/>
            </a:gdLst>
            <a:ahLst/>
            <a:cxnLst/>
            <a:rect l="T0" t="T1" r="T2" b="T3"/>
            <a:pathLst>
              <a:path w="238125" h="238125">
                <a:moveTo>
                  <a:pt x="238125" y="0"/>
                </a:moveTo>
                <a:lnTo>
                  <a:pt x="0" y="238125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51" name="object 56"/>
          <p:cNvSpPr>
            <a:spLocks noChangeArrowheads="1"/>
          </p:cNvSpPr>
          <p:nvPr/>
        </p:nvSpPr>
        <p:spPr bwMode="auto">
          <a:xfrm>
            <a:off x="8372476" y="2616201"/>
            <a:ext cx="238125" cy="238125"/>
          </a:xfrm>
          <a:custGeom>
            <a:avLst/>
            <a:gdLst>
              <a:gd name="T0" fmla="*/ 0 w 238125"/>
              <a:gd name="T1" fmla="*/ 0 h 238125"/>
              <a:gd name="T2" fmla="*/ 238125 w 238125"/>
              <a:gd name="T3" fmla="*/ 238125 h 238125"/>
            </a:gdLst>
            <a:ahLst/>
            <a:cxnLst/>
            <a:rect l="T0" t="T1" r="T2" b="T3"/>
            <a:pathLst>
              <a:path w="238125" h="238125">
                <a:moveTo>
                  <a:pt x="238125" y="238125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" name="object 57"/>
          <p:cNvSpPr txBox="1"/>
          <p:nvPr/>
        </p:nvSpPr>
        <p:spPr>
          <a:xfrm>
            <a:off x="3781425" y="1187450"/>
            <a:ext cx="4591050" cy="1315104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</a:ln>
        </p:spPr>
        <p:txBody>
          <a:bodyPr lIns="0" tIns="83185" rIns="0" bIns="0">
            <a:spAutoFit/>
          </a:bodyPr>
          <a:lstStyle/>
          <a:p>
            <a:pPr marL="469265" indent="-171450">
              <a:spcBef>
                <a:spcPts val="655"/>
              </a:spcBef>
              <a:buFontTx/>
              <a:buChar char="•"/>
              <a:tabLst>
                <a:tab pos="469900" algn="l"/>
              </a:tabLst>
              <a:defRPr/>
            </a:pPr>
            <a:r>
              <a:rPr sz="1600" spc="-5" dirty="0">
                <a:latin typeface="Arial" panose="020B0604020202020204"/>
                <a:cs typeface="Arial" panose="020B0604020202020204"/>
              </a:rPr>
              <a:t>Aversion </a:t>
            </a:r>
            <a:r>
              <a:rPr sz="1600" dirty="0">
                <a:latin typeface="Arial" panose="020B0604020202020204"/>
                <a:cs typeface="Arial" panose="020B0604020202020204"/>
              </a:rPr>
              <a:t>response </a:t>
            </a:r>
            <a:r>
              <a:rPr sz="1600" spc="10" dirty="0">
                <a:latin typeface="Arial" panose="020B0604020202020204"/>
                <a:cs typeface="Arial" panose="020B0604020202020204"/>
              </a:rPr>
              <a:t>may </a:t>
            </a:r>
            <a:r>
              <a:rPr sz="1600" dirty="0">
                <a:latin typeface="Arial" panose="020B0604020202020204"/>
                <a:cs typeface="Arial" panose="020B0604020202020204"/>
              </a:rPr>
              <a:t>not</a:t>
            </a:r>
            <a:r>
              <a:rPr sz="1600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provide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524510">
              <a:spcBef>
                <a:spcPts val="5"/>
              </a:spcBef>
              <a:defRPr/>
            </a:pPr>
            <a:r>
              <a:rPr sz="1600" dirty="0">
                <a:latin typeface="Arial" panose="020B0604020202020204"/>
                <a:cs typeface="Arial" panose="020B0604020202020204"/>
              </a:rPr>
              <a:t>adequate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eye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protection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481330" indent="-183515">
              <a:buFontTx/>
              <a:buChar char="•"/>
              <a:tabLst>
                <a:tab pos="481965" algn="l"/>
              </a:tabLst>
              <a:defRPr/>
            </a:pPr>
            <a:r>
              <a:rPr sz="1600" spc="-5" dirty="0">
                <a:latin typeface="Arial" panose="020B0604020202020204"/>
                <a:cs typeface="Arial" panose="020B0604020202020204"/>
              </a:rPr>
              <a:t>CDRH </a:t>
            </a:r>
            <a:r>
              <a:rPr sz="1600" dirty="0">
                <a:latin typeface="Arial" panose="020B0604020202020204"/>
                <a:cs typeface="Arial" panose="020B0604020202020204"/>
              </a:rPr>
              <a:t>includes visible lasers</a:t>
            </a:r>
            <a:r>
              <a:rPr sz="160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only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469265" indent="-171450">
              <a:buFontTx/>
              <a:buChar char="•"/>
              <a:tabLst>
                <a:tab pos="469900" algn="l"/>
              </a:tabLst>
              <a:defRPr/>
            </a:pPr>
            <a:r>
              <a:rPr sz="1600" spc="5" dirty="0">
                <a:latin typeface="Arial" panose="020B0604020202020204"/>
                <a:cs typeface="Arial" panose="020B0604020202020204"/>
              </a:rPr>
              <a:t>ANSI </a:t>
            </a:r>
            <a:r>
              <a:rPr sz="1600" dirty="0">
                <a:latin typeface="Arial" panose="020B0604020202020204"/>
                <a:cs typeface="Arial" panose="020B0604020202020204"/>
              </a:rPr>
              <a:t>includes invisible</a:t>
            </a:r>
            <a:r>
              <a:rPr sz="16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lasers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481330" indent="-183515">
              <a:buFontTx/>
              <a:buChar char="•"/>
              <a:tabLst>
                <a:tab pos="481965" algn="l"/>
              </a:tabLst>
              <a:defRPr/>
            </a:pPr>
            <a:r>
              <a:rPr sz="1600" dirty="0">
                <a:latin typeface="Arial" panose="020B0604020202020204"/>
                <a:cs typeface="Arial" panose="020B0604020202020204"/>
              </a:rPr>
              <a:t>CW </a:t>
            </a:r>
            <a:r>
              <a:rPr sz="1600" spc="5" dirty="0">
                <a:latin typeface="Arial" panose="020B0604020202020204"/>
                <a:cs typeface="Arial" panose="020B0604020202020204"/>
              </a:rPr>
              <a:t>maximum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power </a:t>
            </a:r>
            <a:r>
              <a:rPr sz="1600" dirty="0">
                <a:latin typeface="Arial" panose="020B0604020202020204"/>
                <a:cs typeface="Arial" panose="020B0604020202020204"/>
              </a:rPr>
              <a:t>(visible) 5</a:t>
            </a:r>
            <a:r>
              <a:rPr sz="16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15" dirty="0">
                <a:latin typeface="Arial" panose="020B0604020202020204"/>
                <a:cs typeface="Arial" panose="020B0604020202020204"/>
              </a:rPr>
              <a:t>mW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136775" y="3103563"/>
            <a:ext cx="1333500" cy="260328"/>
          </a:xfrm>
          <a:prstGeom prst="rect">
            <a:avLst/>
          </a:prstGeom>
        </p:spPr>
        <p:txBody>
          <a:bodyPr lIns="0" tIns="13970" rIns="0" bIns="0">
            <a:spAutoFit/>
          </a:bodyPr>
          <a:lstStyle/>
          <a:p>
            <a:pPr marL="12700">
              <a:spcBef>
                <a:spcPts val="110"/>
              </a:spcBef>
              <a:defRPr/>
            </a:pPr>
            <a:r>
              <a:rPr sz="1600" dirty="0">
                <a:latin typeface="Arial" panose="020B0604020202020204"/>
                <a:cs typeface="Arial" panose="020B0604020202020204"/>
              </a:rPr>
              <a:t>Laser</a:t>
            </a:r>
            <a:r>
              <a:rPr sz="16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Pointers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54" name="object 59"/>
          <p:cNvSpPr>
            <a:spLocks noChangeArrowheads="1"/>
          </p:cNvSpPr>
          <p:nvPr/>
        </p:nvSpPr>
        <p:spPr bwMode="auto">
          <a:xfrm>
            <a:off x="7256463" y="3714750"/>
            <a:ext cx="3154362" cy="1060450"/>
          </a:xfrm>
          <a:custGeom>
            <a:avLst/>
            <a:gdLst>
              <a:gd name="T0" fmla="*/ 0 w 3154679"/>
              <a:gd name="T1" fmla="*/ 0 h 1060450"/>
              <a:gd name="T2" fmla="*/ 3154679 w 3154679"/>
              <a:gd name="T3" fmla="*/ 1060450 h 1060450"/>
            </a:gdLst>
            <a:ahLst/>
            <a:cxnLst/>
            <a:rect l="T0" t="T1" r="T2" b="T3"/>
            <a:pathLst>
              <a:path w="3154679" h="1060450">
                <a:moveTo>
                  <a:pt x="0" y="1060450"/>
                </a:moveTo>
                <a:lnTo>
                  <a:pt x="3154426" y="1060450"/>
                </a:lnTo>
                <a:lnTo>
                  <a:pt x="3154426" y="0"/>
                </a:lnTo>
                <a:lnTo>
                  <a:pt x="0" y="0"/>
                </a:lnTo>
                <a:lnTo>
                  <a:pt x="0" y="106045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55" name="object 60"/>
          <p:cNvSpPr>
            <a:spLocks noChangeArrowheads="1"/>
          </p:cNvSpPr>
          <p:nvPr/>
        </p:nvSpPr>
        <p:spPr bwMode="auto">
          <a:xfrm>
            <a:off x="7256463" y="2751138"/>
            <a:ext cx="3160712" cy="0"/>
          </a:xfrm>
          <a:custGeom>
            <a:avLst/>
            <a:gdLst>
              <a:gd name="T0" fmla="*/ 0 w 3160395"/>
              <a:gd name="T1" fmla="*/ 3160395 w 3160395"/>
            </a:gdLst>
            <a:ahLst/>
            <a:cxnLst/>
            <a:rect l="T0" t="0" r="T1" b="0"/>
            <a:pathLst>
              <a:path w="3160395">
                <a:moveTo>
                  <a:pt x="0" y="0"/>
                </a:moveTo>
                <a:lnTo>
                  <a:pt x="3159974" y="0"/>
                </a:lnTo>
              </a:path>
            </a:pathLst>
          </a:custGeom>
          <a:noFill/>
          <a:ln w="15875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56" name="object 61"/>
          <p:cNvSpPr>
            <a:spLocks noChangeArrowheads="1"/>
          </p:cNvSpPr>
          <p:nvPr/>
        </p:nvSpPr>
        <p:spPr bwMode="auto">
          <a:xfrm>
            <a:off x="10398126" y="2759075"/>
            <a:ext cx="23813" cy="2032000"/>
          </a:xfrm>
          <a:custGeom>
            <a:avLst/>
            <a:gdLst>
              <a:gd name="T0" fmla="*/ 0 w 24129"/>
              <a:gd name="T1" fmla="*/ 0 h 2032000"/>
              <a:gd name="T2" fmla="*/ 24129 w 24129"/>
              <a:gd name="T3" fmla="*/ 2032000 h 2032000"/>
            </a:gdLst>
            <a:ahLst/>
            <a:cxnLst/>
            <a:rect l="T0" t="T1" r="T2" b="T3"/>
            <a:pathLst>
              <a:path w="24129" h="2032000">
                <a:moveTo>
                  <a:pt x="23875" y="2004822"/>
                </a:moveTo>
                <a:lnTo>
                  <a:pt x="11938" y="2004822"/>
                </a:lnTo>
                <a:lnTo>
                  <a:pt x="11938" y="2032000"/>
                </a:lnTo>
                <a:lnTo>
                  <a:pt x="23875" y="2015617"/>
                </a:lnTo>
                <a:lnTo>
                  <a:pt x="23875" y="2004822"/>
                </a:lnTo>
                <a:close/>
              </a:path>
              <a:path w="24129" h="2032000">
                <a:moveTo>
                  <a:pt x="23875" y="2015617"/>
                </a:moveTo>
                <a:lnTo>
                  <a:pt x="11938" y="2032000"/>
                </a:lnTo>
                <a:lnTo>
                  <a:pt x="23875" y="2032000"/>
                </a:lnTo>
                <a:lnTo>
                  <a:pt x="23875" y="2015617"/>
                </a:lnTo>
                <a:close/>
              </a:path>
              <a:path w="24129" h="2032000">
                <a:moveTo>
                  <a:pt x="23875" y="0"/>
                </a:moveTo>
                <a:lnTo>
                  <a:pt x="0" y="0"/>
                </a:lnTo>
                <a:lnTo>
                  <a:pt x="0" y="2015617"/>
                </a:lnTo>
                <a:lnTo>
                  <a:pt x="11938" y="2004822"/>
                </a:lnTo>
                <a:lnTo>
                  <a:pt x="23875" y="2004822"/>
                </a:lnTo>
                <a:lnTo>
                  <a:pt x="2387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57" name="object 62"/>
          <p:cNvSpPr>
            <a:spLocks noChangeArrowheads="1"/>
          </p:cNvSpPr>
          <p:nvPr/>
        </p:nvSpPr>
        <p:spPr bwMode="auto">
          <a:xfrm>
            <a:off x="7239001" y="4764089"/>
            <a:ext cx="3171825" cy="26987"/>
          </a:xfrm>
          <a:custGeom>
            <a:avLst/>
            <a:gdLst>
              <a:gd name="T0" fmla="*/ 0 w 3171825"/>
              <a:gd name="T1" fmla="*/ 0 h 27304"/>
              <a:gd name="T2" fmla="*/ 3171825 w 3171825"/>
              <a:gd name="T3" fmla="*/ 27304 h 27304"/>
            </a:gdLst>
            <a:ahLst/>
            <a:cxnLst/>
            <a:rect l="T0" t="T1" r="T2" b="T3"/>
            <a:pathLst>
              <a:path w="3171825" h="27304">
                <a:moveTo>
                  <a:pt x="0" y="10921"/>
                </a:moveTo>
                <a:lnTo>
                  <a:pt x="0" y="27050"/>
                </a:lnTo>
                <a:lnTo>
                  <a:pt x="16763" y="27050"/>
                </a:lnTo>
                <a:lnTo>
                  <a:pt x="0" y="10921"/>
                </a:lnTo>
                <a:close/>
              </a:path>
              <a:path w="3171825" h="27304">
                <a:moveTo>
                  <a:pt x="3171825" y="0"/>
                </a:moveTo>
                <a:lnTo>
                  <a:pt x="16763" y="0"/>
                </a:lnTo>
                <a:lnTo>
                  <a:pt x="27939" y="10921"/>
                </a:lnTo>
                <a:lnTo>
                  <a:pt x="0" y="10921"/>
                </a:lnTo>
                <a:lnTo>
                  <a:pt x="16763" y="27050"/>
                </a:lnTo>
                <a:lnTo>
                  <a:pt x="3171825" y="27050"/>
                </a:lnTo>
                <a:lnTo>
                  <a:pt x="31718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58" name="object 63"/>
          <p:cNvSpPr>
            <a:spLocks noChangeArrowheads="1"/>
          </p:cNvSpPr>
          <p:nvPr/>
        </p:nvSpPr>
        <p:spPr bwMode="auto">
          <a:xfrm>
            <a:off x="7239001" y="2743200"/>
            <a:ext cx="28575" cy="2032000"/>
          </a:xfrm>
          <a:custGeom>
            <a:avLst/>
            <a:gdLst>
              <a:gd name="T0" fmla="*/ 0 w 28575"/>
              <a:gd name="T1" fmla="*/ 0 h 2032000"/>
              <a:gd name="T2" fmla="*/ 28575 w 28575"/>
              <a:gd name="T3" fmla="*/ 2032000 h 2032000"/>
            </a:gdLst>
            <a:ahLst/>
            <a:cxnLst/>
            <a:rect l="T0" t="T1" r="T2" b="T3"/>
            <a:pathLst>
              <a:path w="28575" h="2032000">
                <a:moveTo>
                  <a:pt x="17145" y="0"/>
                </a:moveTo>
                <a:lnTo>
                  <a:pt x="0" y="16383"/>
                </a:lnTo>
                <a:lnTo>
                  <a:pt x="0" y="2032000"/>
                </a:lnTo>
                <a:lnTo>
                  <a:pt x="28575" y="2032000"/>
                </a:lnTo>
                <a:lnTo>
                  <a:pt x="28575" y="27177"/>
                </a:lnTo>
                <a:lnTo>
                  <a:pt x="17145" y="27177"/>
                </a:lnTo>
                <a:lnTo>
                  <a:pt x="17145" y="0"/>
                </a:lnTo>
                <a:close/>
              </a:path>
              <a:path w="28575" h="2032000">
                <a:moveTo>
                  <a:pt x="28575" y="16383"/>
                </a:moveTo>
                <a:lnTo>
                  <a:pt x="17145" y="27177"/>
                </a:lnTo>
                <a:lnTo>
                  <a:pt x="28575" y="27177"/>
                </a:lnTo>
                <a:lnTo>
                  <a:pt x="28575" y="16383"/>
                </a:lnTo>
                <a:close/>
              </a:path>
              <a:path w="28575" h="2032000">
                <a:moveTo>
                  <a:pt x="17145" y="0"/>
                </a:moveTo>
                <a:lnTo>
                  <a:pt x="0" y="0"/>
                </a:lnTo>
                <a:lnTo>
                  <a:pt x="0" y="16383"/>
                </a:lnTo>
                <a:lnTo>
                  <a:pt x="1714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59" name="object 64"/>
          <p:cNvSpPr>
            <a:spLocks noChangeArrowheads="1"/>
          </p:cNvSpPr>
          <p:nvPr/>
        </p:nvSpPr>
        <p:spPr bwMode="auto">
          <a:xfrm>
            <a:off x="7256463" y="2759076"/>
            <a:ext cx="3154362" cy="955675"/>
          </a:xfrm>
          <a:custGeom>
            <a:avLst/>
            <a:gdLst>
              <a:gd name="T0" fmla="*/ 0 w 3154679"/>
              <a:gd name="T1" fmla="*/ 0 h 955675"/>
              <a:gd name="T2" fmla="*/ 3154679 w 3154679"/>
              <a:gd name="T3" fmla="*/ 955675 h 955675"/>
            </a:gdLst>
            <a:ahLst/>
            <a:cxnLst/>
            <a:rect l="T0" t="T1" r="T2" b="T3"/>
            <a:pathLst>
              <a:path w="3154679" h="955675">
                <a:moveTo>
                  <a:pt x="0" y="955675"/>
                </a:moveTo>
                <a:lnTo>
                  <a:pt x="3154426" y="955675"/>
                </a:lnTo>
                <a:lnTo>
                  <a:pt x="3154426" y="0"/>
                </a:lnTo>
                <a:lnTo>
                  <a:pt x="0" y="0"/>
                </a:lnTo>
                <a:lnTo>
                  <a:pt x="0" y="955675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60" name="object 65"/>
          <p:cNvSpPr>
            <a:spLocks noChangeArrowheads="1"/>
          </p:cNvSpPr>
          <p:nvPr/>
        </p:nvSpPr>
        <p:spPr bwMode="auto">
          <a:xfrm>
            <a:off x="7256464" y="2743200"/>
            <a:ext cx="3170237" cy="26988"/>
          </a:xfrm>
          <a:custGeom>
            <a:avLst/>
            <a:gdLst>
              <a:gd name="T0" fmla="*/ 0 w 3170554"/>
              <a:gd name="T1" fmla="*/ 0 h 27305"/>
              <a:gd name="T2" fmla="*/ 3170554 w 3170554"/>
              <a:gd name="T3" fmla="*/ 27305 h 27305"/>
            </a:gdLst>
            <a:ahLst/>
            <a:cxnLst/>
            <a:rect l="T0" t="T1" r="T2" b="T3"/>
            <a:pathLst>
              <a:path w="3170554" h="27305">
                <a:moveTo>
                  <a:pt x="3153409" y="0"/>
                </a:moveTo>
                <a:lnTo>
                  <a:pt x="0" y="0"/>
                </a:lnTo>
                <a:lnTo>
                  <a:pt x="0" y="26924"/>
                </a:lnTo>
                <a:lnTo>
                  <a:pt x="3153409" y="26924"/>
                </a:lnTo>
                <a:lnTo>
                  <a:pt x="3142233" y="16255"/>
                </a:lnTo>
                <a:lnTo>
                  <a:pt x="3170174" y="16255"/>
                </a:lnTo>
                <a:lnTo>
                  <a:pt x="3153409" y="0"/>
                </a:lnTo>
                <a:close/>
              </a:path>
              <a:path w="3170554" h="27305">
                <a:moveTo>
                  <a:pt x="3170174" y="0"/>
                </a:moveTo>
                <a:lnTo>
                  <a:pt x="3153409" y="0"/>
                </a:lnTo>
                <a:lnTo>
                  <a:pt x="3170174" y="16255"/>
                </a:lnTo>
                <a:lnTo>
                  <a:pt x="317017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61" name="object 66"/>
          <p:cNvSpPr>
            <a:spLocks noChangeArrowheads="1"/>
          </p:cNvSpPr>
          <p:nvPr/>
        </p:nvSpPr>
        <p:spPr bwMode="auto">
          <a:xfrm>
            <a:off x="10398126" y="2759075"/>
            <a:ext cx="28575" cy="965200"/>
          </a:xfrm>
          <a:custGeom>
            <a:avLst/>
            <a:gdLst>
              <a:gd name="T0" fmla="*/ 0 w 28575"/>
              <a:gd name="T1" fmla="*/ 0 h 965200"/>
              <a:gd name="T2" fmla="*/ 28575 w 28575"/>
              <a:gd name="T3" fmla="*/ 965200 h 965200"/>
            </a:gdLst>
            <a:ahLst/>
            <a:cxnLst/>
            <a:rect l="T0" t="T1" r="T2" b="T3"/>
            <a:pathLst>
              <a:path w="28575" h="965200">
                <a:moveTo>
                  <a:pt x="28575" y="944752"/>
                </a:moveTo>
                <a:lnTo>
                  <a:pt x="11429" y="944752"/>
                </a:lnTo>
                <a:lnTo>
                  <a:pt x="11429" y="965200"/>
                </a:lnTo>
                <a:lnTo>
                  <a:pt x="28575" y="954277"/>
                </a:lnTo>
                <a:lnTo>
                  <a:pt x="28575" y="944752"/>
                </a:lnTo>
                <a:close/>
              </a:path>
              <a:path w="28575" h="965200">
                <a:moveTo>
                  <a:pt x="28575" y="954277"/>
                </a:moveTo>
                <a:lnTo>
                  <a:pt x="11429" y="965200"/>
                </a:lnTo>
                <a:lnTo>
                  <a:pt x="28575" y="965200"/>
                </a:lnTo>
                <a:lnTo>
                  <a:pt x="28575" y="954277"/>
                </a:lnTo>
                <a:close/>
              </a:path>
              <a:path w="28575" h="965200">
                <a:moveTo>
                  <a:pt x="28575" y="0"/>
                </a:moveTo>
                <a:lnTo>
                  <a:pt x="0" y="0"/>
                </a:lnTo>
                <a:lnTo>
                  <a:pt x="0" y="954277"/>
                </a:lnTo>
                <a:lnTo>
                  <a:pt x="11429" y="944752"/>
                </a:lnTo>
                <a:lnTo>
                  <a:pt x="28575" y="944752"/>
                </a:lnTo>
                <a:lnTo>
                  <a:pt x="2857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62" name="object 67"/>
          <p:cNvSpPr>
            <a:spLocks noChangeArrowheads="1"/>
          </p:cNvSpPr>
          <p:nvPr/>
        </p:nvSpPr>
        <p:spPr bwMode="auto">
          <a:xfrm>
            <a:off x="7248525" y="3719513"/>
            <a:ext cx="3162300" cy="0"/>
          </a:xfrm>
          <a:custGeom>
            <a:avLst/>
            <a:gdLst>
              <a:gd name="T0" fmla="*/ 0 w 3162934"/>
              <a:gd name="T1" fmla="*/ 3162934 w 3162934"/>
            </a:gdLst>
            <a:ahLst/>
            <a:cxnLst/>
            <a:rect l="T0" t="0" r="T1" b="0"/>
            <a:pathLst>
              <a:path w="3162934">
                <a:moveTo>
                  <a:pt x="0" y="0"/>
                </a:moveTo>
                <a:lnTo>
                  <a:pt x="3162395" y="0"/>
                </a:lnTo>
              </a:path>
            </a:pathLst>
          </a:custGeom>
          <a:noFill/>
          <a:ln w="10159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63" name="object 68"/>
          <p:cNvSpPr>
            <a:spLocks noChangeArrowheads="1"/>
          </p:cNvSpPr>
          <p:nvPr/>
        </p:nvSpPr>
        <p:spPr bwMode="auto">
          <a:xfrm>
            <a:off x="7262813" y="3709988"/>
            <a:ext cx="3148012" cy="0"/>
          </a:xfrm>
          <a:custGeom>
            <a:avLst/>
            <a:gdLst>
              <a:gd name="T0" fmla="*/ 0 w 3148965"/>
              <a:gd name="T1" fmla="*/ 3148965 w 3148965"/>
            </a:gdLst>
            <a:ahLst/>
            <a:cxnLst/>
            <a:rect l="T0" t="0" r="T1" b="0"/>
            <a:pathLst>
              <a:path w="3148965">
                <a:moveTo>
                  <a:pt x="0" y="0"/>
                </a:moveTo>
                <a:lnTo>
                  <a:pt x="3148674" y="0"/>
                </a:lnTo>
              </a:path>
            </a:pathLst>
          </a:custGeom>
          <a:noFill/>
          <a:ln w="889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64" name="object 69"/>
          <p:cNvSpPr>
            <a:spLocks noChangeArrowheads="1"/>
          </p:cNvSpPr>
          <p:nvPr/>
        </p:nvSpPr>
        <p:spPr bwMode="auto">
          <a:xfrm>
            <a:off x="7239001" y="2743200"/>
            <a:ext cx="28575" cy="971550"/>
          </a:xfrm>
          <a:custGeom>
            <a:avLst/>
            <a:gdLst>
              <a:gd name="T0" fmla="*/ 0 w 28575"/>
              <a:gd name="T1" fmla="*/ 0 h 971550"/>
              <a:gd name="T2" fmla="*/ 28575 w 28575"/>
              <a:gd name="T3" fmla="*/ 971550 h 971550"/>
            </a:gdLst>
            <a:ahLst/>
            <a:cxnLst/>
            <a:rect l="T0" t="T1" r="T2" b="T3"/>
            <a:pathLst>
              <a:path w="28575" h="971550">
                <a:moveTo>
                  <a:pt x="17145" y="0"/>
                </a:moveTo>
                <a:lnTo>
                  <a:pt x="0" y="16383"/>
                </a:lnTo>
                <a:lnTo>
                  <a:pt x="0" y="971550"/>
                </a:lnTo>
                <a:lnTo>
                  <a:pt x="28575" y="971550"/>
                </a:lnTo>
                <a:lnTo>
                  <a:pt x="28575" y="27177"/>
                </a:lnTo>
                <a:lnTo>
                  <a:pt x="17145" y="27177"/>
                </a:lnTo>
                <a:lnTo>
                  <a:pt x="17145" y="0"/>
                </a:lnTo>
                <a:close/>
              </a:path>
              <a:path w="28575" h="971550">
                <a:moveTo>
                  <a:pt x="28575" y="16383"/>
                </a:moveTo>
                <a:lnTo>
                  <a:pt x="17145" y="27177"/>
                </a:lnTo>
                <a:lnTo>
                  <a:pt x="28575" y="27177"/>
                </a:lnTo>
                <a:lnTo>
                  <a:pt x="28575" y="16383"/>
                </a:lnTo>
                <a:close/>
              </a:path>
              <a:path w="28575" h="971550">
                <a:moveTo>
                  <a:pt x="17145" y="0"/>
                </a:moveTo>
                <a:lnTo>
                  <a:pt x="0" y="0"/>
                </a:lnTo>
                <a:lnTo>
                  <a:pt x="0" y="16383"/>
                </a:lnTo>
                <a:lnTo>
                  <a:pt x="1714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65" name="object 70"/>
          <p:cNvSpPr>
            <a:spLocks noChangeArrowheads="1"/>
          </p:cNvSpPr>
          <p:nvPr/>
        </p:nvSpPr>
        <p:spPr bwMode="auto">
          <a:xfrm>
            <a:off x="7418389" y="3016250"/>
            <a:ext cx="396875" cy="446088"/>
          </a:xfrm>
          <a:custGeom>
            <a:avLst/>
            <a:gdLst>
              <a:gd name="T0" fmla="*/ 0 w 396875"/>
              <a:gd name="T1" fmla="*/ 0 h 446404"/>
              <a:gd name="T2" fmla="*/ 396875 w 396875"/>
              <a:gd name="T3" fmla="*/ 446404 h 446404"/>
            </a:gdLst>
            <a:ahLst/>
            <a:cxnLst/>
            <a:rect l="T0" t="T1" r="T2" b="T3"/>
            <a:pathLst>
              <a:path w="396875" h="446404">
                <a:moveTo>
                  <a:pt x="268732" y="440689"/>
                </a:moveTo>
                <a:lnTo>
                  <a:pt x="214375" y="440689"/>
                </a:lnTo>
                <a:lnTo>
                  <a:pt x="219963" y="446150"/>
                </a:lnTo>
                <a:lnTo>
                  <a:pt x="257556" y="446150"/>
                </a:lnTo>
                <a:lnTo>
                  <a:pt x="268732" y="440689"/>
                </a:lnTo>
                <a:close/>
              </a:path>
              <a:path w="396875" h="446404">
                <a:moveTo>
                  <a:pt x="311912" y="435228"/>
                </a:moveTo>
                <a:lnTo>
                  <a:pt x="176784" y="435228"/>
                </a:lnTo>
                <a:lnTo>
                  <a:pt x="187960" y="440689"/>
                </a:lnTo>
                <a:lnTo>
                  <a:pt x="300736" y="440689"/>
                </a:lnTo>
                <a:lnTo>
                  <a:pt x="311912" y="435228"/>
                </a:lnTo>
                <a:close/>
              </a:path>
              <a:path w="396875" h="446404">
                <a:moveTo>
                  <a:pt x="327151" y="431164"/>
                </a:moveTo>
                <a:lnTo>
                  <a:pt x="161416" y="431164"/>
                </a:lnTo>
                <a:lnTo>
                  <a:pt x="165608" y="435228"/>
                </a:lnTo>
                <a:lnTo>
                  <a:pt x="321563" y="435228"/>
                </a:lnTo>
                <a:lnTo>
                  <a:pt x="327151" y="431164"/>
                </a:lnTo>
                <a:close/>
              </a:path>
              <a:path w="396875" h="446404">
                <a:moveTo>
                  <a:pt x="338327" y="10922"/>
                </a:moveTo>
                <a:lnTo>
                  <a:pt x="161416" y="10922"/>
                </a:lnTo>
                <a:lnTo>
                  <a:pt x="150368" y="16383"/>
                </a:lnTo>
                <a:lnTo>
                  <a:pt x="139191" y="21716"/>
                </a:lnTo>
                <a:lnTo>
                  <a:pt x="128015" y="25780"/>
                </a:lnTo>
                <a:lnTo>
                  <a:pt x="118363" y="31241"/>
                </a:lnTo>
                <a:lnTo>
                  <a:pt x="96012" y="42163"/>
                </a:lnTo>
                <a:lnTo>
                  <a:pt x="86233" y="47625"/>
                </a:lnTo>
                <a:lnTo>
                  <a:pt x="80645" y="58420"/>
                </a:lnTo>
                <a:lnTo>
                  <a:pt x="69596" y="62611"/>
                </a:lnTo>
                <a:lnTo>
                  <a:pt x="58420" y="73405"/>
                </a:lnTo>
                <a:lnTo>
                  <a:pt x="52832" y="78866"/>
                </a:lnTo>
                <a:lnTo>
                  <a:pt x="48640" y="89788"/>
                </a:lnTo>
                <a:lnTo>
                  <a:pt x="37591" y="99313"/>
                </a:lnTo>
                <a:lnTo>
                  <a:pt x="32003" y="104775"/>
                </a:lnTo>
                <a:lnTo>
                  <a:pt x="26415" y="115570"/>
                </a:lnTo>
                <a:lnTo>
                  <a:pt x="20827" y="126491"/>
                </a:lnTo>
                <a:lnTo>
                  <a:pt x="15239" y="136016"/>
                </a:lnTo>
                <a:lnTo>
                  <a:pt x="15239" y="146938"/>
                </a:lnTo>
                <a:lnTo>
                  <a:pt x="11049" y="157734"/>
                </a:lnTo>
                <a:lnTo>
                  <a:pt x="5461" y="168655"/>
                </a:lnTo>
                <a:lnTo>
                  <a:pt x="5461" y="189102"/>
                </a:lnTo>
                <a:lnTo>
                  <a:pt x="0" y="199898"/>
                </a:lnTo>
                <a:lnTo>
                  <a:pt x="0" y="247523"/>
                </a:lnTo>
                <a:lnTo>
                  <a:pt x="5461" y="262509"/>
                </a:lnTo>
                <a:lnTo>
                  <a:pt x="5461" y="273303"/>
                </a:lnTo>
                <a:lnTo>
                  <a:pt x="11049" y="288289"/>
                </a:lnTo>
                <a:lnTo>
                  <a:pt x="15239" y="299212"/>
                </a:lnTo>
                <a:lnTo>
                  <a:pt x="20827" y="315467"/>
                </a:lnTo>
                <a:lnTo>
                  <a:pt x="26415" y="324992"/>
                </a:lnTo>
                <a:lnTo>
                  <a:pt x="32003" y="335914"/>
                </a:lnTo>
                <a:lnTo>
                  <a:pt x="43052" y="352298"/>
                </a:lnTo>
                <a:lnTo>
                  <a:pt x="48640" y="361823"/>
                </a:lnTo>
                <a:lnTo>
                  <a:pt x="58420" y="372617"/>
                </a:lnTo>
                <a:lnTo>
                  <a:pt x="69596" y="378078"/>
                </a:lnTo>
                <a:lnTo>
                  <a:pt x="80645" y="389000"/>
                </a:lnTo>
                <a:lnTo>
                  <a:pt x="90424" y="398525"/>
                </a:lnTo>
                <a:lnTo>
                  <a:pt x="101600" y="403987"/>
                </a:lnTo>
                <a:lnTo>
                  <a:pt x="112775" y="409321"/>
                </a:lnTo>
                <a:lnTo>
                  <a:pt x="118363" y="414782"/>
                </a:lnTo>
                <a:lnTo>
                  <a:pt x="128015" y="420242"/>
                </a:lnTo>
                <a:lnTo>
                  <a:pt x="133603" y="425703"/>
                </a:lnTo>
                <a:lnTo>
                  <a:pt x="144779" y="425703"/>
                </a:lnTo>
                <a:lnTo>
                  <a:pt x="150368" y="431164"/>
                </a:lnTo>
                <a:lnTo>
                  <a:pt x="338327" y="431164"/>
                </a:lnTo>
                <a:lnTo>
                  <a:pt x="349503" y="425703"/>
                </a:lnTo>
                <a:lnTo>
                  <a:pt x="359156" y="420242"/>
                </a:lnTo>
                <a:lnTo>
                  <a:pt x="370332" y="420242"/>
                </a:lnTo>
                <a:lnTo>
                  <a:pt x="381508" y="414782"/>
                </a:lnTo>
                <a:lnTo>
                  <a:pt x="387096" y="409321"/>
                </a:lnTo>
                <a:lnTo>
                  <a:pt x="396875" y="403987"/>
                </a:lnTo>
                <a:lnTo>
                  <a:pt x="396875" y="383539"/>
                </a:lnTo>
                <a:lnTo>
                  <a:pt x="203200" y="383539"/>
                </a:lnTo>
                <a:lnTo>
                  <a:pt x="187960" y="378078"/>
                </a:lnTo>
                <a:lnTo>
                  <a:pt x="171196" y="372617"/>
                </a:lnTo>
                <a:lnTo>
                  <a:pt x="155956" y="367157"/>
                </a:lnTo>
                <a:lnTo>
                  <a:pt x="144779" y="357632"/>
                </a:lnTo>
                <a:lnTo>
                  <a:pt x="128015" y="352298"/>
                </a:lnTo>
                <a:lnTo>
                  <a:pt x="118363" y="341375"/>
                </a:lnTo>
                <a:lnTo>
                  <a:pt x="107187" y="324992"/>
                </a:lnTo>
                <a:lnTo>
                  <a:pt x="96012" y="315467"/>
                </a:lnTo>
                <a:lnTo>
                  <a:pt x="86233" y="299212"/>
                </a:lnTo>
                <a:lnTo>
                  <a:pt x="80645" y="288289"/>
                </a:lnTo>
                <a:lnTo>
                  <a:pt x="75184" y="273303"/>
                </a:lnTo>
                <a:lnTo>
                  <a:pt x="69596" y="257048"/>
                </a:lnTo>
                <a:lnTo>
                  <a:pt x="69596" y="189102"/>
                </a:lnTo>
                <a:lnTo>
                  <a:pt x="75184" y="172720"/>
                </a:lnTo>
                <a:lnTo>
                  <a:pt x="80645" y="157734"/>
                </a:lnTo>
                <a:lnTo>
                  <a:pt x="86233" y="141477"/>
                </a:lnTo>
                <a:lnTo>
                  <a:pt x="96012" y="131952"/>
                </a:lnTo>
                <a:lnTo>
                  <a:pt x="107187" y="115570"/>
                </a:lnTo>
                <a:lnTo>
                  <a:pt x="118363" y="104775"/>
                </a:lnTo>
                <a:lnTo>
                  <a:pt x="128015" y="95250"/>
                </a:lnTo>
                <a:lnTo>
                  <a:pt x="161416" y="73405"/>
                </a:lnTo>
                <a:lnTo>
                  <a:pt x="176784" y="67945"/>
                </a:lnTo>
                <a:lnTo>
                  <a:pt x="193548" y="62611"/>
                </a:lnTo>
                <a:lnTo>
                  <a:pt x="208787" y="62611"/>
                </a:lnTo>
                <a:lnTo>
                  <a:pt x="225551" y="58420"/>
                </a:lnTo>
                <a:lnTo>
                  <a:pt x="396875" y="58420"/>
                </a:lnTo>
                <a:lnTo>
                  <a:pt x="396875" y="36702"/>
                </a:lnTo>
                <a:lnTo>
                  <a:pt x="387096" y="31241"/>
                </a:lnTo>
                <a:lnTo>
                  <a:pt x="375920" y="25780"/>
                </a:lnTo>
                <a:lnTo>
                  <a:pt x="364744" y="21716"/>
                </a:lnTo>
                <a:lnTo>
                  <a:pt x="355091" y="21716"/>
                </a:lnTo>
                <a:lnTo>
                  <a:pt x="349503" y="16383"/>
                </a:lnTo>
                <a:lnTo>
                  <a:pt x="338327" y="10922"/>
                </a:lnTo>
                <a:close/>
              </a:path>
              <a:path w="396875" h="446404">
                <a:moveTo>
                  <a:pt x="396875" y="335914"/>
                </a:moveTo>
                <a:lnTo>
                  <a:pt x="387096" y="341375"/>
                </a:lnTo>
                <a:lnTo>
                  <a:pt x="381508" y="346837"/>
                </a:lnTo>
                <a:lnTo>
                  <a:pt x="370332" y="352298"/>
                </a:lnTo>
                <a:lnTo>
                  <a:pt x="359156" y="357632"/>
                </a:lnTo>
                <a:lnTo>
                  <a:pt x="349503" y="361823"/>
                </a:lnTo>
                <a:lnTo>
                  <a:pt x="338327" y="367157"/>
                </a:lnTo>
                <a:lnTo>
                  <a:pt x="327151" y="367157"/>
                </a:lnTo>
                <a:lnTo>
                  <a:pt x="317500" y="372617"/>
                </a:lnTo>
                <a:lnTo>
                  <a:pt x="311912" y="378078"/>
                </a:lnTo>
                <a:lnTo>
                  <a:pt x="300736" y="378078"/>
                </a:lnTo>
                <a:lnTo>
                  <a:pt x="289560" y="383539"/>
                </a:lnTo>
                <a:lnTo>
                  <a:pt x="396875" y="383539"/>
                </a:lnTo>
                <a:lnTo>
                  <a:pt x="396875" y="335914"/>
                </a:lnTo>
                <a:close/>
              </a:path>
              <a:path w="396875" h="446404">
                <a:moveTo>
                  <a:pt x="396875" y="58420"/>
                </a:moveTo>
                <a:lnTo>
                  <a:pt x="279781" y="58420"/>
                </a:lnTo>
                <a:lnTo>
                  <a:pt x="289560" y="62611"/>
                </a:lnTo>
                <a:lnTo>
                  <a:pt x="300736" y="62611"/>
                </a:lnTo>
                <a:lnTo>
                  <a:pt x="306324" y="67945"/>
                </a:lnTo>
                <a:lnTo>
                  <a:pt x="317500" y="67945"/>
                </a:lnTo>
                <a:lnTo>
                  <a:pt x="327151" y="73405"/>
                </a:lnTo>
                <a:lnTo>
                  <a:pt x="332739" y="73405"/>
                </a:lnTo>
                <a:lnTo>
                  <a:pt x="355091" y="84327"/>
                </a:lnTo>
                <a:lnTo>
                  <a:pt x="364744" y="84327"/>
                </a:lnTo>
                <a:lnTo>
                  <a:pt x="387096" y="95250"/>
                </a:lnTo>
                <a:lnTo>
                  <a:pt x="396875" y="99313"/>
                </a:lnTo>
                <a:lnTo>
                  <a:pt x="396875" y="58420"/>
                </a:lnTo>
                <a:close/>
              </a:path>
              <a:path w="396875" h="446404">
                <a:moveTo>
                  <a:pt x="311912" y="5461"/>
                </a:moveTo>
                <a:lnTo>
                  <a:pt x="182372" y="5461"/>
                </a:lnTo>
                <a:lnTo>
                  <a:pt x="171196" y="10922"/>
                </a:lnTo>
                <a:lnTo>
                  <a:pt x="317500" y="10922"/>
                </a:lnTo>
                <a:lnTo>
                  <a:pt x="311912" y="5461"/>
                </a:lnTo>
                <a:close/>
              </a:path>
              <a:path w="396875" h="446404">
                <a:moveTo>
                  <a:pt x="283972" y="0"/>
                </a:moveTo>
                <a:lnTo>
                  <a:pt x="203200" y="0"/>
                </a:lnTo>
                <a:lnTo>
                  <a:pt x="193548" y="5461"/>
                </a:lnTo>
                <a:lnTo>
                  <a:pt x="289560" y="5461"/>
                </a:lnTo>
                <a:lnTo>
                  <a:pt x="283972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66" name="object 71"/>
          <p:cNvSpPr>
            <a:spLocks noChangeArrowheads="1"/>
          </p:cNvSpPr>
          <p:nvPr/>
        </p:nvSpPr>
        <p:spPr bwMode="auto">
          <a:xfrm>
            <a:off x="7826375" y="3022601"/>
            <a:ext cx="431800" cy="428625"/>
          </a:xfrm>
          <a:custGeom>
            <a:avLst/>
            <a:gdLst>
              <a:gd name="T0" fmla="*/ 0 w 431800"/>
              <a:gd name="T1" fmla="*/ 0 h 428625"/>
              <a:gd name="T2" fmla="*/ 431800 w 431800"/>
              <a:gd name="T3" fmla="*/ 428625 h 428625"/>
            </a:gdLst>
            <a:ahLst/>
            <a:cxnLst/>
            <a:rect l="T0" t="T1" r="T2" b="T3"/>
            <a:pathLst>
              <a:path w="431800" h="428625">
                <a:moveTo>
                  <a:pt x="237617" y="0"/>
                </a:moveTo>
                <a:lnTo>
                  <a:pt x="194183" y="0"/>
                </a:lnTo>
                <a:lnTo>
                  <a:pt x="0" y="428625"/>
                </a:lnTo>
                <a:lnTo>
                  <a:pt x="64262" y="428625"/>
                </a:lnTo>
                <a:lnTo>
                  <a:pt x="124333" y="303784"/>
                </a:lnTo>
                <a:lnTo>
                  <a:pt x="375242" y="303784"/>
                </a:lnTo>
                <a:lnTo>
                  <a:pt x="351307" y="250951"/>
                </a:lnTo>
                <a:lnTo>
                  <a:pt x="145287" y="250951"/>
                </a:lnTo>
                <a:lnTo>
                  <a:pt x="216534" y="93599"/>
                </a:lnTo>
                <a:lnTo>
                  <a:pt x="280020" y="93599"/>
                </a:lnTo>
                <a:lnTo>
                  <a:pt x="237617" y="0"/>
                </a:lnTo>
                <a:close/>
              </a:path>
              <a:path w="431800" h="428625">
                <a:moveTo>
                  <a:pt x="375242" y="303784"/>
                </a:moveTo>
                <a:lnTo>
                  <a:pt x="313054" y="303784"/>
                </a:lnTo>
                <a:lnTo>
                  <a:pt x="367538" y="428625"/>
                </a:lnTo>
                <a:lnTo>
                  <a:pt x="431800" y="428625"/>
                </a:lnTo>
                <a:lnTo>
                  <a:pt x="375242" y="303784"/>
                </a:lnTo>
                <a:close/>
              </a:path>
              <a:path w="431800" h="428625">
                <a:moveTo>
                  <a:pt x="280020" y="93599"/>
                </a:moveTo>
                <a:lnTo>
                  <a:pt x="216534" y="93599"/>
                </a:lnTo>
                <a:lnTo>
                  <a:pt x="286511" y="250951"/>
                </a:lnTo>
                <a:lnTo>
                  <a:pt x="351307" y="250951"/>
                </a:lnTo>
                <a:lnTo>
                  <a:pt x="280020" y="93599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67" name="object 72"/>
          <p:cNvSpPr>
            <a:spLocks noChangeArrowheads="1"/>
          </p:cNvSpPr>
          <p:nvPr/>
        </p:nvSpPr>
        <p:spPr bwMode="auto">
          <a:xfrm>
            <a:off x="8280400" y="3022600"/>
            <a:ext cx="382588" cy="439738"/>
          </a:xfrm>
          <a:custGeom>
            <a:avLst/>
            <a:gdLst>
              <a:gd name="T0" fmla="*/ 0 w 382904"/>
              <a:gd name="T1" fmla="*/ 0 h 440054"/>
              <a:gd name="T2" fmla="*/ 382904 w 382904"/>
              <a:gd name="T3" fmla="*/ 440054 h 440054"/>
            </a:gdLst>
            <a:ahLst/>
            <a:cxnLst/>
            <a:rect l="T0" t="T1" r="T2" b="T3"/>
            <a:pathLst>
              <a:path w="382904" h="440054">
                <a:moveTo>
                  <a:pt x="248539" y="428878"/>
                </a:moveTo>
                <a:lnTo>
                  <a:pt x="129794" y="428878"/>
                </a:lnTo>
                <a:lnTo>
                  <a:pt x="140970" y="434339"/>
                </a:lnTo>
                <a:lnTo>
                  <a:pt x="167513" y="434339"/>
                </a:lnTo>
                <a:lnTo>
                  <a:pt x="178689" y="439800"/>
                </a:lnTo>
                <a:lnTo>
                  <a:pt x="210820" y="439800"/>
                </a:lnTo>
                <a:lnTo>
                  <a:pt x="231775" y="434339"/>
                </a:lnTo>
                <a:lnTo>
                  <a:pt x="248539" y="428878"/>
                </a:lnTo>
                <a:close/>
              </a:path>
              <a:path w="382904" h="440054">
                <a:moveTo>
                  <a:pt x="65658" y="0"/>
                </a:moveTo>
                <a:lnTo>
                  <a:pt x="0" y="0"/>
                </a:lnTo>
                <a:lnTo>
                  <a:pt x="0" y="304038"/>
                </a:lnTo>
                <a:lnTo>
                  <a:pt x="5588" y="314833"/>
                </a:lnTo>
                <a:lnTo>
                  <a:pt x="5588" y="324358"/>
                </a:lnTo>
                <a:lnTo>
                  <a:pt x="11175" y="329819"/>
                </a:lnTo>
                <a:lnTo>
                  <a:pt x="11175" y="346075"/>
                </a:lnTo>
                <a:lnTo>
                  <a:pt x="16764" y="351536"/>
                </a:lnTo>
                <a:lnTo>
                  <a:pt x="22351" y="355600"/>
                </a:lnTo>
                <a:lnTo>
                  <a:pt x="22351" y="361061"/>
                </a:lnTo>
                <a:lnTo>
                  <a:pt x="27940" y="366395"/>
                </a:lnTo>
                <a:lnTo>
                  <a:pt x="33527" y="371855"/>
                </a:lnTo>
                <a:lnTo>
                  <a:pt x="37719" y="377316"/>
                </a:lnTo>
                <a:lnTo>
                  <a:pt x="43306" y="388112"/>
                </a:lnTo>
                <a:lnTo>
                  <a:pt x="54482" y="392175"/>
                </a:lnTo>
                <a:lnTo>
                  <a:pt x="60071" y="397637"/>
                </a:lnTo>
                <a:lnTo>
                  <a:pt x="71247" y="403098"/>
                </a:lnTo>
                <a:lnTo>
                  <a:pt x="81025" y="413892"/>
                </a:lnTo>
                <a:lnTo>
                  <a:pt x="92201" y="413892"/>
                </a:lnTo>
                <a:lnTo>
                  <a:pt x="97790" y="419353"/>
                </a:lnTo>
                <a:lnTo>
                  <a:pt x="108966" y="424814"/>
                </a:lnTo>
                <a:lnTo>
                  <a:pt x="118745" y="428878"/>
                </a:lnTo>
                <a:lnTo>
                  <a:pt x="265302" y="428878"/>
                </a:lnTo>
                <a:lnTo>
                  <a:pt x="286257" y="419353"/>
                </a:lnTo>
                <a:lnTo>
                  <a:pt x="297433" y="413892"/>
                </a:lnTo>
                <a:lnTo>
                  <a:pt x="312800" y="403098"/>
                </a:lnTo>
                <a:lnTo>
                  <a:pt x="329565" y="392175"/>
                </a:lnTo>
                <a:lnTo>
                  <a:pt x="340741" y="382777"/>
                </a:lnTo>
                <a:lnTo>
                  <a:pt x="184276" y="382777"/>
                </a:lnTo>
                <a:lnTo>
                  <a:pt x="173100" y="377316"/>
                </a:lnTo>
                <a:lnTo>
                  <a:pt x="150749" y="377316"/>
                </a:lnTo>
                <a:lnTo>
                  <a:pt x="140970" y="371855"/>
                </a:lnTo>
                <a:lnTo>
                  <a:pt x="135381" y="371855"/>
                </a:lnTo>
                <a:lnTo>
                  <a:pt x="129794" y="366395"/>
                </a:lnTo>
                <a:lnTo>
                  <a:pt x="124332" y="366395"/>
                </a:lnTo>
                <a:lnTo>
                  <a:pt x="113156" y="361061"/>
                </a:lnTo>
                <a:lnTo>
                  <a:pt x="108966" y="361061"/>
                </a:lnTo>
                <a:lnTo>
                  <a:pt x="103377" y="355600"/>
                </a:lnTo>
                <a:lnTo>
                  <a:pt x="97790" y="351536"/>
                </a:lnTo>
                <a:lnTo>
                  <a:pt x="86614" y="340613"/>
                </a:lnTo>
                <a:lnTo>
                  <a:pt x="81025" y="335279"/>
                </a:lnTo>
                <a:lnTo>
                  <a:pt x="81025" y="329819"/>
                </a:lnTo>
                <a:lnTo>
                  <a:pt x="75438" y="329819"/>
                </a:lnTo>
                <a:lnTo>
                  <a:pt x="75438" y="318897"/>
                </a:lnTo>
                <a:lnTo>
                  <a:pt x="71247" y="318897"/>
                </a:lnTo>
                <a:lnTo>
                  <a:pt x="71247" y="309499"/>
                </a:lnTo>
                <a:lnTo>
                  <a:pt x="65658" y="304038"/>
                </a:lnTo>
                <a:lnTo>
                  <a:pt x="65658" y="0"/>
                </a:lnTo>
                <a:close/>
              </a:path>
              <a:path w="382904" h="440054">
                <a:moveTo>
                  <a:pt x="382650" y="0"/>
                </a:moveTo>
                <a:lnTo>
                  <a:pt x="318389" y="0"/>
                </a:lnTo>
                <a:lnTo>
                  <a:pt x="318389" y="287782"/>
                </a:lnTo>
                <a:lnTo>
                  <a:pt x="312800" y="298576"/>
                </a:lnTo>
                <a:lnTo>
                  <a:pt x="312800" y="309499"/>
                </a:lnTo>
                <a:lnTo>
                  <a:pt x="307213" y="318897"/>
                </a:lnTo>
                <a:lnTo>
                  <a:pt x="303022" y="324358"/>
                </a:lnTo>
                <a:lnTo>
                  <a:pt x="297433" y="335279"/>
                </a:lnTo>
                <a:lnTo>
                  <a:pt x="291846" y="346075"/>
                </a:lnTo>
                <a:lnTo>
                  <a:pt x="280670" y="351536"/>
                </a:lnTo>
                <a:lnTo>
                  <a:pt x="275081" y="355600"/>
                </a:lnTo>
                <a:lnTo>
                  <a:pt x="265302" y="361061"/>
                </a:lnTo>
                <a:lnTo>
                  <a:pt x="254126" y="366395"/>
                </a:lnTo>
                <a:lnTo>
                  <a:pt x="231775" y="377316"/>
                </a:lnTo>
                <a:lnTo>
                  <a:pt x="216407" y="377316"/>
                </a:lnTo>
                <a:lnTo>
                  <a:pt x="205231" y="382777"/>
                </a:lnTo>
                <a:lnTo>
                  <a:pt x="340741" y="382777"/>
                </a:lnTo>
                <a:lnTo>
                  <a:pt x="350520" y="371855"/>
                </a:lnTo>
                <a:lnTo>
                  <a:pt x="361696" y="355600"/>
                </a:lnTo>
                <a:lnTo>
                  <a:pt x="367283" y="340613"/>
                </a:lnTo>
                <a:lnTo>
                  <a:pt x="372872" y="324358"/>
                </a:lnTo>
                <a:lnTo>
                  <a:pt x="378459" y="309499"/>
                </a:lnTo>
                <a:lnTo>
                  <a:pt x="378459" y="293115"/>
                </a:lnTo>
                <a:lnTo>
                  <a:pt x="382650" y="278257"/>
                </a:lnTo>
                <a:lnTo>
                  <a:pt x="382650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68" name="object 73"/>
          <p:cNvSpPr>
            <a:spLocks noChangeArrowheads="1"/>
          </p:cNvSpPr>
          <p:nvPr/>
        </p:nvSpPr>
        <p:spPr bwMode="auto">
          <a:xfrm>
            <a:off x="8904288" y="3079751"/>
            <a:ext cx="0" cy="371475"/>
          </a:xfrm>
          <a:custGeom>
            <a:avLst/>
            <a:gdLst>
              <a:gd name="T0" fmla="*/ 0 h 372110"/>
              <a:gd name="T1" fmla="*/ 372110 h 372110"/>
            </a:gdLst>
            <a:ahLst/>
            <a:cxnLst/>
            <a:rect l="0" t="T0" r="0" b="T1"/>
            <a:pathLst>
              <a:path h="372110">
                <a:moveTo>
                  <a:pt x="0" y="0"/>
                </a:moveTo>
                <a:lnTo>
                  <a:pt x="0" y="371601"/>
                </a:lnTo>
              </a:path>
            </a:pathLst>
          </a:custGeom>
          <a:noFill/>
          <a:ln w="64389">
            <a:solidFill>
              <a:srgbClr val="FDF8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69" name="object 74"/>
          <p:cNvSpPr>
            <a:spLocks noChangeArrowheads="1"/>
          </p:cNvSpPr>
          <p:nvPr/>
        </p:nvSpPr>
        <p:spPr bwMode="auto">
          <a:xfrm>
            <a:off x="8710614" y="3051175"/>
            <a:ext cx="388937" cy="0"/>
          </a:xfrm>
          <a:custGeom>
            <a:avLst/>
            <a:gdLst>
              <a:gd name="T0" fmla="*/ 0 w 389254"/>
              <a:gd name="T1" fmla="*/ 389254 w 389254"/>
            </a:gdLst>
            <a:ahLst/>
            <a:cxnLst/>
            <a:rect l="T0" t="0" r="T1" b="0"/>
            <a:pathLst>
              <a:path w="389254">
                <a:moveTo>
                  <a:pt x="0" y="0"/>
                </a:moveTo>
                <a:lnTo>
                  <a:pt x="388874" y="0"/>
                </a:lnTo>
              </a:path>
            </a:pathLst>
          </a:custGeom>
          <a:noFill/>
          <a:ln w="57023">
            <a:solidFill>
              <a:srgbClr val="FDF8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70" name="object 75"/>
          <p:cNvSpPr>
            <a:spLocks noChangeArrowheads="1"/>
          </p:cNvSpPr>
          <p:nvPr/>
        </p:nvSpPr>
        <p:spPr bwMode="auto">
          <a:xfrm>
            <a:off x="9183688" y="3022601"/>
            <a:ext cx="0" cy="428625"/>
          </a:xfrm>
          <a:custGeom>
            <a:avLst/>
            <a:gdLst>
              <a:gd name="T0" fmla="*/ 0 h 428625"/>
              <a:gd name="T1" fmla="*/ 428625 h 428625"/>
            </a:gdLst>
            <a:ahLst/>
            <a:cxnLst/>
            <a:rect l="0" t="T0" r="0" b="T1"/>
            <a:pathLst>
              <a:path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58738">
            <a:solidFill>
              <a:srgbClr val="FDF8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71" name="object 76"/>
          <p:cNvSpPr>
            <a:spLocks noChangeArrowheads="1"/>
          </p:cNvSpPr>
          <p:nvPr/>
        </p:nvSpPr>
        <p:spPr bwMode="auto">
          <a:xfrm>
            <a:off x="9288463" y="3016250"/>
            <a:ext cx="469900" cy="446088"/>
          </a:xfrm>
          <a:custGeom>
            <a:avLst/>
            <a:gdLst>
              <a:gd name="T0" fmla="*/ 0 w 469900"/>
              <a:gd name="T1" fmla="*/ 0 h 446404"/>
              <a:gd name="T2" fmla="*/ 469900 w 469900"/>
              <a:gd name="T3" fmla="*/ 446404 h 446404"/>
            </a:gdLst>
            <a:ahLst/>
            <a:cxnLst/>
            <a:rect l="T0" t="T1" r="T2" b="T3"/>
            <a:pathLst>
              <a:path w="469900" h="446404">
                <a:moveTo>
                  <a:pt x="258699" y="440689"/>
                </a:moveTo>
                <a:lnTo>
                  <a:pt x="211074" y="440689"/>
                </a:lnTo>
                <a:lnTo>
                  <a:pt x="220852" y="446150"/>
                </a:lnTo>
                <a:lnTo>
                  <a:pt x="248920" y="446150"/>
                </a:lnTo>
                <a:lnTo>
                  <a:pt x="258699" y="440689"/>
                </a:lnTo>
                <a:close/>
              </a:path>
              <a:path w="469900" h="446404">
                <a:moveTo>
                  <a:pt x="292226" y="435228"/>
                </a:moveTo>
                <a:lnTo>
                  <a:pt x="178943" y="435228"/>
                </a:lnTo>
                <a:lnTo>
                  <a:pt x="188722" y="440689"/>
                </a:lnTo>
                <a:lnTo>
                  <a:pt x="281050" y="440689"/>
                </a:lnTo>
                <a:lnTo>
                  <a:pt x="292226" y="435228"/>
                </a:lnTo>
                <a:close/>
              </a:path>
              <a:path w="469900" h="446404">
                <a:moveTo>
                  <a:pt x="313181" y="10922"/>
                </a:moveTo>
                <a:lnTo>
                  <a:pt x="156591" y="10922"/>
                </a:lnTo>
                <a:lnTo>
                  <a:pt x="145415" y="16383"/>
                </a:lnTo>
                <a:lnTo>
                  <a:pt x="135635" y="21716"/>
                </a:lnTo>
                <a:lnTo>
                  <a:pt x="124459" y="25780"/>
                </a:lnTo>
                <a:lnTo>
                  <a:pt x="101980" y="36702"/>
                </a:lnTo>
                <a:lnTo>
                  <a:pt x="97790" y="42163"/>
                </a:lnTo>
                <a:lnTo>
                  <a:pt x="86614" y="47625"/>
                </a:lnTo>
                <a:lnTo>
                  <a:pt x="75438" y="58420"/>
                </a:lnTo>
                <a:lnTo>
                  <a:pt x="69850" y="62611"/>
                </a:lnTo>
                <a:lnTo>
                  <a:pt x="60071" y="73405"/>
                </a:lnTo>
                <a:lnTo>
                  <a:pt x="43306" y="89788"/>
                </a:lnTo>
                <a:lnTo>
                  <a:pt x="37719" y="99313"/>
                </a:lnTo>
                <a:lnTo>
                  <a:pt x="32130" y="104775"/>
                </a:lnTo>
                <a:lnTo>
                  <a:pt x="26543" y="115570"/>
                </a:lnTo>
                <a:lnTo>
                  <a:pt x="22351" y="126491"/>
                </a:lnTo>
                <a:lnTo>
                  <a:pt x="16764" y="136016"/>
                </a:lnTo>
                <a:lnTo>
                  <a:pt x="11175" y="146938"/>
                </a:lnTo>
                <a:lnTo>
                  <a:pt x="11175" y="157734"/>
                </a:lnTo>
                <a:lnTo>
                  <a:pt x="5588" y="168655"/>
                </a:lnTo>
                <a:lnTo>
                  <a:pt x="5588" y="178180"/>
                </a:lnTo>
                <a:lnTo>
                  <a:pt x="0" y="189102"/>
                </a:lnTo>
                <a:lnTo>
                  <a:pt x="0" y="251587"/>
                </a:lnTo>
                <a:lnTo>
                  <a:pt x="5588" y="262509"/>
                </a:lnTo>
                <a:lnTo>
                  <a:pt x="5588" y="273303"/>
                </a:lnTo>
                <a:lnTo>
                  <a:pt x="11175" y="284225"/>
                </a:lnTo>
                <a:lnTo>
                  <a:pt x="11175" y="293750"/>
                </a:lnTo>
                <a:lnTo>
                  <a:pt x="16764" y="304673"/>
                </a:lnTo>
                <a:lnTo>
                  <a:pt x="22351" y="315467"/>
                </a:lnTo>
                <a:lnTo>
                  <a:pt x="26543" y="324992"/>
                </a:lnTo>
                <a:lnTo>
                  <a:pt x="37719" y="346837"/>
                </a:lnTo>
                <a:lnTo>
                  <a:pt x="43306" y="352298"/>
                </a:lnTo>
                <a:lnTo>
                  <a:pt x="54482" y="361823"/>
                </a:lnTo>
                <a:lnTo>
                  <a:pt x="60071" y="372617"/>
                </a:lnTo>
                <a:lnTo>
                  <a:pt x="69850" y="378078"/>
                </a:lnTo>
                <a:lnTo>
                  <a:pt x="75438" y="389000"/>
                </a:lnTo>
                <a:lnTo>
                  <a:pt x="86614" y="394462"/>
                </a:lnTo>
                <a:lnTo>
                  <a:pt x="92201" y="398525"/>
                </a:lnTo>
                <a:lnTo>
                  <a:pt x="101980" y="409321"/>
                </a:lnTo>
                <a:lnTo>
                  <a:pt x="135635" y="425703"/>
                </a:lnTo>
                <a:lnTo>
                  <a:pt x="145415" y="425703"/>
                </a:lnTo>
                <a:lnTo>
                  <a:pt x="156591" y="431164"/>
                </a:lnTo>
                <a:lnTo>
                  <a:pt x="167767" y="435228"/>
                </a:lnTo>
                <a:lnTo>
                  <a:pt x="302005" y="435228"/>
                </a:lnTo>
                <a:lnTo>
                  <a:pt x="313181" y="431164"/>
                </a:lnTo>
                <a:lnTo>
                  <a:pt x="324357" y="431164"/>
                </a:lnTo>
                <a:lnTo>
                  <a:pt x="334137" y="425703"/>
                </a:lnTo>
                <a:lnTo>
                  <a:pt x="367792" y="409321"/>
                </a:lnTo>
                <a:lnTo>
                  <a:pt x="377571" y="398525"/>
                </a:lnTo>
                <a:lnTo>
                  <a:pt x="383158" y="394462"/>
                </a:lnTo>
                <a:lnTo>
                  <a:pt x="394334" y="389000"/>
                </a:lnTo>
                <a:lnTo>
                  <a:pt x="399922" y="383539"/>
                </a:lnTo>
                <a:lnTo>
                  <a:pt x="194309" y="383539"/>
                </a:lnTo>
                <a:lnTo>
                  <a:pt x="183133" y="378078"/>
                </a:lnTo>
                <a:lnTo>
                  <a:pt x="178943" y="378078"/>
                </a:lnTo>
                <a:lnTo>
                  <a:pt x="167767" y="372617"/>
                </a:lnTo>
                <a:lnTo>
                  <a:pt x="162178" y="367157"/>
                </a:lnTo>
                <a:lnTo>
                  <a:pt x="156591" y="367157"/>
                </a:lnTo>
                <a:lnTo>
                  <a:pt x="145415" y="361823"/>
                </a:lnTo>
                <a:lnTo>
                  <a:pt x="141224" y="357632"/>
                </a:lnTo>
                <a:lnTo>
                  <a:pt x="135635" y="352298"/>
                </a:lnTo>
                <a:lnTo>
                  <a:pt x="130048" y="346837"/>
                </a:lnTo>
                <a:lnTo>
                  <a:pt x="118872" y="341375"/>
                </a:lnTo>
                <a:lnTo>
                  <a:pt x="113156" y="335914"/>
                </a:lnTo>
                <a:lnTo>
                  <a:pt x="92201" y="315467"/>
                </a:lnTo>
                <a:lnTo>
                  <a:pt x="92201" y="304673"/>
                </a:lnTo>
                <a:lnTo>
                  <a:pt x="81025" y="293750"/>
                </a:lnTo>
                <a:lnTo>
                  <a:pt x="81025" y="284225"/>
                </a:lnTo>
                <a:lnTo>
                  <a:pt x="75438" y="278764"/>
                </a:lnTo>
                <a:lnTo>
                  <a:pt x="75438" y="267970"/>
                </a:lnTo>
                <a:lnTo>
                  <a:pt x="69850" y="262509"/>
                </a:lnTo>
                <a:lnTo>
                  <a:pt x="69850" y="247523"/>
                </a:lnTo>
                <a:lnTo>
                  <a:pt x="64262" y="236600"/>
                </a:lnTo>
                <a:lnTo>
                  <a:pt x="64262" y="205359"/>
                </a:lnTo>
                <a:lnTo>
                  <a:pt x="69850" y="199898"/>
                </a:lnTo>
                <a:lnTo>
                  <a:pt x="69850" y="183641"/>
                </a:lnTo>
                <a:lnTo>
                  <a:pt x="75438" y="172720"/>
                </a:lnTo>
                <a:lnTo>
                  <a:pt x="75438" y="168655"/>
                </a:lnTo>
                <a:lnTo>
                  <a:pt x="81025" y="157734"/>
                </a:lnTo>
                <a:lnTo>
                  <a:pt x="81025" y="152273"/>
                </a:lnTo>
                <a:lnTo>
                  <a:pt x="86614" y="141477"/>
                </a:lnTo>
                <a:lnTo>
                  <a:pt x="92201" y="136016"/>
                </a:lnTo>
                <a:lnTo>
                  <a:pt x="92201" y="131952"/>
                </a:lnTo>
                <a:lnTo>
                  <a:pt x="97790" y="126491"/>
                </a:lnTo>
                <a:lnTo>
                  <a:pt x="101980" y="115570"/>
                </a:lnTo>
                <a:lnTo>
                  <a:pt x="107569" y="110109"/>
                </a:lnTo>
                <a:lnTo>
                  <a:pt x="113156" y="104775"/>
                </a:lnTo>
                <a:lnTo>
                  <a:pt x="124459" y="99313"/>
                </a:lnTo>
                <a:lnTo>
                  <a:pt x="130048" y="95250"/>
                </a:lnTo>
                <a:lnTo>
                  <a:pt x="141224" y="84327"/>
                </a:lnTo>
                <a:lnTo>
                  <a:pt x="151002" y="78866"/>
                </a:lnTo>
                <a:lnTo>
                  <a:pt x="156591" y="78866"/>
                </a:lnTo>
                <a:lnTo>
                  <a:pt x="162178" y="73405"/>
                </a:lnTo>
                <a:lnTo>
                  <a:pt x="173354" y="67945"/>
                </a:lnTo>
                <a:lnTo>
                  <a:pt x="178943" y="67945"/>
                </a:lnTo>
                <a:lnTo>
                  <a:pt x="188722" y="62611"/>
                </a:lnTo>
                <a:lnTo>
                  <a:pt x="199898" y="62611"/>
                </a:lnTo>
                <a:lnTo>
                  <a:pt x="211074" y="58420"/>
                </a:lnTo>
                <a:lnTo>
                  <a:pt x="394334" y="58420"/>
                </a:lnTo>
                <a:lnTo>
                  <a:pt x="383158" y="53086"/>
                </a:lnTo>
                <a:lnTo>
                  <a:pt x="377571" y="42163"/>
                </a:lnTo>
                <a:lnTo>
                  <a:pt x="367792" y="36702"/>
                </a:lnTo>
                <a:lnTo>
                  <a:pt x="345313" y="25780"/>
                </a:lnTo>
                <a:lnTo>
                  <a:pt x="334137" y="21716"/>
                </a:lnTo>
                <a:lnTo>
                  <a:pt x="324357" y="16383"/>
                </a:lnTo>
                <a:lnTo>
                  <a:pt x="313181" y="10922"/>
                </a:lnTo>
                <a:close/>
              </a:path>
              <a:path w="469900" h="446404">
                <a:moveTo>
                  <a:pt x="394334" y="58420"/>
                </a:moveTo>
                <a:lnTo>
                  <a:pt x="258699" y="58420"/>
                </a:lnTo>
                <a:lnTo>
                  <a:pt x="269875" y="62611"/>
                </a:lnTo>
                <a:lnTo>
                  <a:pt x="286639" y="62611"/>
                </a:lnTo>
                <a:lnTo>
                  <a:pt x="292226" y="67945"/>
                </a:lnTo>
                <a:lnTo>
                  <a:pt x="296418" y="67945"/>
                </a:lnTo>
                <a:lnTo>
                  <a:pt x="307594" y="73405"/>
                </a:lnTo>
                <a:lnTo>
                  <a:pt x="313181" y="78866"/>
                </a:lnTo>
                <a:lnTo>
                  <a:pt x="324357" y="78866"/>
                </a:lnTo>
                <a:lnTo>
                  <a:pt x="329946" y="84327"/>
                </a:lnTo>
                <a:lnTo>
                  <a:pt x="334137" y="89788"/>
                </a:lnTo>
                <a:lnTo>
                  <a:pt x="339725" y="95250"/>
                </a:lnTo>
                <a:lnTo>
                  <a:pt x="345313" y="99313"/>
                </a:lnTo>
                <a:lnTo>
                  <a:pt x="356616" y="104775"/>
                </a:lnTo>
                <a:lnTo>
                  <a:pt x="362203" y="110109"/>
                </a:lnTo>
                <a:lnTo>
                  <a:pt x="367792" y="121030"/>
                </a:lnTo>
                <a:lnTo>
                  <a:pt x="371982" y="126491"/>
                </a:lnTo>
                <a:lnTo>
                  <a:pt x="377571" y="131952"/>
                </a:lnTo>
                <a:lnTo>
                  <a:pt x="377571" y="136016"/>
                </a:lnTo>
                <a:lnTo>
                  <a:pt x="383158" y="146938"/>
                </a:lnTo>
                <a:lnTo>
                  <a:pt x="388747" y="152273"/>
                </a:lnTo>
                <a:lnTo>
                  <a:pt x="388747" y="157734"/>
                </a:lnTo>
                <a:lnTo>
                  <a:pt x="394334" y="168655"/>
                </a:lnTo>
                <a:lnTo>
                  <a:pt x="394334" y="172720"/>
                </a:lnTo>
                <a:lnTo>
                  <a:pt x="399923" y="183641"/>
                </a:lnTo>
                <a:lnTo>
                  <a:pt x="399923" y="199898"/>
                </a:lnTo>
                <a:lnTo>
                  <a:pt x="405510" y="205359"/>
                </a:lnTo>
                <a:lnTo>
                  <a:pt x="405510" y="236600"/>
                </a:lnTo>
                <a:lnTo>
                  <a:pt x="399923" y="247523"/>
                </a:lnTo>
                <a:lnTo>
                  <a:pt x="399923" y="262509"/>
                </a:lnTo>
                <a:lnTo>
                  <a:pt x="394334" y="267970"/>
                </a:lnTo>
                <a:lnTo>
                  <a:pt x="394334" y="278764"/>
                </a:lnTo>
                <a:lnTo>
                  <a:pt x="388747" y="284225"/>
                </a:lnTo>
                <a:lnTo>
                  <a:pt x="388747" y="293750"/>
                </a:lnTo>
                <a:lnTo>
                  <a:pt x="377571" y="304673"/>
                </a:lnTo>
                <a:lnTo>
                  <a:pt x="377571" y="315467"/>
                </a:lnTo>
                <a:lnTo>
                  <a:pt x="356616" y="335914"/>
                </a:lnTo>
                <a:lnTo>
                  <a:pt x="350900" y="341375"/>
                </a:lnTo>
                <a:lnTo>
                  <a:pt x="339725" y="346837"/>
                </a:lnTo>
                <a:lnTo>
                  <a:pt x="334137" y="352298"/>
                </a:lnTo>
                <a:lnTo>
                  <a:pt x="329946" y="357632"/>
                </a:lnTo>
                <a:lnTo>
                  <a:pt x="324357" y="361823"/>
                </a:lnTo>
                <a:lnTo>
                  <a:pt x="313181" y="367157"/>
                </a:lnTo>
                <a:lnTo>
                  <a:pt x="307594" y="372617"/>
                </a:lnTo>
                <a:lnTo>
                  <a:pt x="302005" y="372617"/>
                </a:lnTo>
                <a:lnTo>
                  <a:pt x="292226" y="378078"/>
                </a:lnTo>
                <a:lnTo>
                  <a:pt x="286639" y="378078"/>
                </a:lnTo>
                <a:lnTo>
                  <a:pt x="275463" y="383539"/>
                </a:lnTo>
                <a:lnTo>
                  <a:pt x="399922" y="383539"/>
                </a:lnTo>
                <a:lnTo>
                  <a:pt x="405510" y="378078"/>
                </a:lnTo>
                <a:lnTo>
                  <a:pt x="409701" y="372617"/>
                </a:lnTo>
                <a:lnTo>
                  <a:pt x="415290" y="361823"/>
                </a:lnTo>
                <a:lnTo>
                  <a:pt x="426466" y="357632"/>
                </a:lnTo>
                <a:lnTo>
                  <a:pt x="432053" y="346837"/>
                </a:lnTo>
                <a:lnTo>
                  <a:pt x="443229" y="324992"/>
                </a:lnTo>
                <a:lnTo>
                  <a:pt x="448818" y="320928"/>
                </a:lnTo>
                <a:lnTo>
                  <a:pt x="453008" y="310134"/>
                </a:lnTo>
                <a:lnTo>
                  <a:pt x="458597" y="299212"/>
                </a:lnTo>
                <a:lnTo>
                  <a:pt x="458597" y="288289"/>
                </a:lnTo>
                <a:lnTo>
                  <a:pt x="464184" y="278764"/>
                </a:lnTo>
                <a:lnTo>
                  <a:pt x="464184" y="267970"/>
                </a:lnTo>
                <a:lnTo>
                  <a:pt x="469900" y="257048"/>
                </a:lnTo>
                <a:lnTo>
                  <a:pt x="469900" y="189102"/>
                </a:lnTo>
                <a:lnTo>
                  <a:pt x="464184" y="178180"/>
                </a:lnTo>
                <a:lnTo>
                  <a:pt x="464184" y="168655"/>
                </a:lnTo>
                <a:lnTo>
                  <a:pt x="458597" y="157734"/>
                </a:lnTo>
                <a:lnTo>
                  <a:pt x="458597" y="146938"/>
                </a:lnTo>
                <a:lnTo>
                  <a:pt x="453008" y="136016"/>
                </a:lnTo>
                <a:lnTo>
                  <a:pt x="448818" y="126491"/>
                </a:lnTo>
                <a:lnTo>
                  <a:pt x="443229" y="115570"/>
                </a:lnTo>
                <a:lnTo>
                  <a:pt x="437642" y="110109"/>
                </a:lnTo>
                <a:lnTo>
                  <a:pt x="432053" y="99313"/>
                </a:lnTo>
                <a:lnTo>
                  <a:pt x="426466" y="89788"/>
                </a:lnTo>
                <a:lnTo>
                  <a:pt x="415290" y="84327"/>
                </a:lnTo>
                <a:lnTo>
                  <a:pt x="409701" y="73405"/>
                </a:lnTo>
                <a:lnTo>
                  <a:pt x="399923" y="62611"/>
                </a:lnTo>
                <a:lnTo>
                  <a:pt x="394334" y="58420"/>
                </a:lnTo>
                <a:close/>
              </a:path>
              <a:path w="469900" h="446404">
                <a:moveTo>
                  <a:pt x="292226" y="5461"/>
                </a:moveTo>
                <a:lnTo>
                  <a:pt x="178943" y="5461"/>
                </a:lnTo>
                <a:lnTo>
                  <a:pt x="167767" y="10922"/>
                </a:lnTo>
                <a:lnTo>
                  <a:pt x="302005" y="10922"/>
                </a:lnTo>
                <a:lnTo>
                  <a:pt x="292226" y="5461"/>
                </a:lnTo>
                <a:close/>
              </a:path>
              <a:path w="469900" h="446404">
                <a:moveTo>
                  <a:pt x="269875" y="0"/>
                </a:moveTo>
                <a:lnTo>
                  <a:pt x="199898" y="0"/>
                </a:lnTo>
                <a:lnTo>
                  <a:pt x="188722" y="5461"/>
                </a:lnTo>
                <a:lnTo>
                  <a:pt x="281050" y="5461"/>
                </a:lnTo>
                <a:lnTo>
                  <a:pt x="269875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72" name="object 77"/>
          <p:cNvSpPr>
            <a:spLocks noChangeArrowheads="1"/>
          </p:cNvSpPr>
          <p:nvPr/>
        </p:nvSpPr>
        <p:spPr bwMode="auto">
          <a:xfrm>
            <a:off x="9828214" y="3022601"/>
            <a:ext cx="407987" cy="428625"/>
          </a:xfrm>
          <a:custGeom>
            <a:avLst/>
            <a:gdLst>
              <a:gd name="T0" fmla="*/ 0 w 408304"/>
              <a:gd name="T1" fmla="*/ 0 h 428625"/>
              <a:gd name="T2" fmla="*/ 408304 w 408304"/>
              <a:gd name="T3" fmla="*/ 428625 h 428625"/>
            </a:gdLst>
            <a:ahLst/>
            <a:cxnLst/>
            <a:rect l="T0" t="T1" r="T2" b="T3"/>
            <a:pathLst>
              <a:path w="408304" h="428625">
                <a:moveTo>
                  <a:pt x="59817" y="0"/>
                </a:moveTo>
                <a:lnTo>
                  <a:pt x="0" y="0"/>
                </a:lnTo>
                <a:lnTo>
                  <a:pt x="0" y="428625"/>
                </a:lnTo>
                <a:lnTo>
                  <a:pt x="64007" y="428625"/>
                </a:lnTo>
                <a:lnTo>
                  <a:pt x="64007" y="99060"/>
                </a:lnTo>
                <a:lnTo>
                  <a:pt x="145471" y="99060"/>
                </a:lnTo>
                <a:lnTo>
                  <a:pt x="59817" y="0"/>
                </a:lnTo>
                <a:close/>
              </a:path>
              <a:path w="408304" h="428625">
                <a:moveTo>
                  <a:pt x="145471" y="99060"/>
                </a:moveTo>
                <a:lnTo>
                  <a:pt x="64007" y="99060"/>
                </a:lnTo>
                <a:lnTo>
                  <a:pt x="354965" y="428625"/>
                </a:lnTo>
                <a:lnTo>
                  <a:pt x="407924" y="428625"/>
                </a:lnTo>
                <a:lnTo>
                  <a:pt x="407924" y="335025"/>
                </a:lnTo>
                <a:lnTo>
                  <a:pt x="349503" y="335025"/>
                </a:lnTo>
                <a:lnTo>
                  <a:pt x="145471" y="99060"/>
                </a:lnTo>
                <a:close/>
              </a:path>
              <a:path w="408304" h="428625">
                <a:moveTo>
                  <a:pt x="407924" y="0"/>
                </a:moveTo>
                <a:lnTo>
                  <a:pt x="349503" y="0"/>
                </a:lnTo>
                <a:lnTo>
                  <a:pt x="349503" y="335025"/>
                </a:lnTo>
                <a:lnTo>
                  <a:pt x="407924" y="335025"/>
                </a:lnTo>
                <a:lnTo>
                  <a:pt x="407924" y="0"/>
                </a:lnTo>
                <a:close/>
              </a:path>
            </a:pathLst>
          </a:custGeom>
          <a:solidFill>
            <a:srgbClr val="FDF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73" name="object 78"/>
          <p:cNvSpPr>
            <a:spLocks noChangeArrowheads="1"/>
          </p:cNvSpPr>
          <p:nvPr/>
        </p:nvSpPr>
        <p:spPr bwMode="auto">
          <a:xfrm>
            <a:off x="7418389" y="3016250"/>
            <a:ext cx="396875" cy="446088"/>
          </a:xfrm>
          <a:custGeom>
            <a:avLst/>
            <a:gdLst>
              <a:gd name="T0" fmla="*/ 0 w 396875"/>
              <a:gd name="T1" fmla="*/ 0 h 446404"/>
              <a:gd name="T2" fmla="*/ 396875 w 396875"/>
              <a:gd name="T3" fmla="*/ 446404 h 446404"/>
            </a:gdLst>
            <a:ahLst/>
            <a:cxnLst/>
            <a:rect l="T0" t="T1" r="T2" b="T3"/>
            <a:pathLst>
              <a:path w="396875" h="446404">
                <a:moveTo>
                  <a:pt x="396875" y="335914"/>
                </a:moveTo>
                <a:lnTo>
                  <a:pt x="396875" y="403987"/>
                </a:lnTo>
                <a:lnTo>
                  <a:pt x="387096" y="409321"/>
                </a:lnTo>
                <a:lnTo>
                  <a:pt x="381508" y="414782"/>
                </a:lnTo>
                <a:lnTo>
                  <a:pt x="370332" y="420242"/>
                </a:lnTo>
                <a:lnTo>
                  <a:pt x="359156" y="420242"/>
                </a:lnTo>
                <a:lnTo>
                  <a:pt x="349503" y="425703"/>
                </a:lnTo>
                <a:lnTo>
                  <a:pt x="338327" y="431164"/>
                </a:lnTo>
                <a:lnTo>
                  <a:pt x="327151" y="431164"/>
                </a:lnTo>
                <a:lnTo>
                  <a:pt x="321563" y="435228"/>
                </a:lnTo>
                <a:lnTo>
                  <a:pt x="311912" y="435228"/>
                </a:lnTo>
                <a:lnTo>
                  <a:pt x="300736" y="440689"/>
                </a:lnTo>
                <a:lnTo>
                  <a:pt x="289560" y="440689"/>
                </a:lnTo>
                <a:lnTo>
                  <a:pt x="279781" y="440689"/>
                </a:lnTo>
                <a:lnTo>
                  <a:pt x="268732" y="440689"/>
                </a:lnTo>
                <a:lnTo>
                  <a:pt x="257556" y="446150"/>
                </a:lnTo>
                <a:lnTo>
                  <a:pt x="251968" y="446150"/>
                </a:lnTo>
                <a:lnTo>
                  <a:pt x="242188" y="446150"/>
                </a:lnTo>
                <a:lnTo>
                  <a:pt x="231139" y="446150"/>
                </a:lnTo>
                <a:lnTo>
                  <a:pt x="219963" y="446150"/>
                </a:lnTo>
                <a:lnTo>
                  <a:pt x="214375" y="440689"/>
                </a:lnTo>
                <a:lnTo>
                  <a:pt x="203200" y="440689"/>
                </a:lnTo>
                <a:lnTo>
                  <a:pt x="193548" y="440689"/>
                </a:lnTo>
                <a:lnTo>
                  <a:pt x="187960" y="440689"/>
                </a:lnTo>
                <a:lnTo>
                  <a:pt x="176784" y="435228"/>
                </a:lnTo>
                <a:lnTo>
                  <a:pt x="165608" y="435228"/>
                </a:lnTo>
                <a:lnTo>
                  <a:pt x="161416" y="431164"/>
                </a:lnTo>
                <a:lnTo>
                  <a:pt x="150368" y="431164"/>
                </a:lnTo>
                <a:lnTo>
                  <a:pt x="144779" y="425703"/>
                </a:lnTo>
                <a:lnTo>
                  <a:pt x="133603" y="425703"/>
                </a:lnTo>
                <a:lnTo>
                  <a:pt x="128015" y="420242"/>
                </a:lnTo>
                <a:lnTo>
                  <a:pt x="118363" y="414782"/>
                </a:lnTo>
                <a:lnTo>
                  <a:pt x="112775" y="409321"/>
                </a:lnTo>
                <a:lnTo>
                  <a:pt x="101600" y="403987"/>
                </a:lnTo>
                <a:lnTo>
                  <a:pt x="90424" y="398525"/>
                </a:lnTo>
                <a:lnTo>
                  <a:pt x="80645" y="389000"/>
                </a:lnTo>
                <a:lnTo>
                  <a:pt x="69596" y="378078"/>
                </a:lnTo>
                <a:lnTo>
                  <a:pt x="58420" y="372617"/>
                </a:lnTo>
                <a:lnTo>
                  <a:pt x="48640" y="361823"/>
                </a:lnTo>
                <a:lnTo>
                  <a:pt x="43052" y="352298"/>
                </a:lnTo>
                <a:lnTo>
                  <a:pt x="32003" y="335914"/>
                </a:lnTo>
                <a:lnTo>
                  <a:pt x="26415" y="324992"/>
                </a:lnTo>
                <a:lnTo>
                  <a:pt x="20827" y="315467"/>
                </a:lnTo>
                <a:lnTo>
                  <a:pt x="15239" y="299212"/>
                </a:lnTo>
                <a:lnTo>
                  <a:pt x="11049" y="288289"/>
                </a:lnTo>
                <a:lnTo>
                  <a:pt x="5461" y="273303"/>
                </a:lnTo>
                <a:lnTo>
                  <a:pt x="5461" y="262509"/>
                </a:lnTo>
                <a:lnTo>
                  <a:pt x="0" y="247523"/>
                </a:lnTo>
                <a:lnTo>
                  <a:pt x="0" y="236600"/>
                </a:lnTo>
                <a:lnTo>
                  <a:pt x="0" y="220345"/>
                </a:lnTo>
                <a:lnTo>
                  <a:pt x="0" y="209423"/>
                </a:lnTo>
                <a:lnTo>
                  <a:pt x="0" y="199898"/>
                </a:lnTo>
                <a:lnTo>
                  <a:pt x="5461" y="189102"/>
                </a:lnTo>
                <a:lnTo>
                  <a:pt x="5461" y="178180"/>
                </a:lnTo>
                <a:lnTo>
                  <a:pt x="5461" y="168655"/>
                </a:lnTo>
                <a:lnTo>
                  <a:pt x="11049" y="157734"/>
                </a:lnTo>
                <a:lnTo>
                  <a:pt x="15239" y="146938"/>
                </a:lnTo>
                <a:lnTo>
                  <a:pt x="15239" y="136016"/>
                </a:lnTo>
                <a:lnTo>
                  <a:pt x="20827" y="126491"/>
                </a:lnTo>
                <a:lnTo>
                  <a:pt x="26415" y="115570"/>
                </a:lnTo>
                <a:lnTo>
                  <a:pt x="32003" y="104775"/>
                </a:lnTo>
                <a:lnTo>
                  <a:pt x="37591" y="99313"/>
                </a:lnTo>
                <a:lnTo>
                  <a:pt x="48640" y="89788"/>
                </a:lnTo>
                <a:lnTo>
                  <a:pt x="52832" y="78866"/>
                </a:lnTo>
                <a:lnTo>
                  <a:pt x="58420" y="73405"/>
                </a:lnTo>
                <a:lnTo>
                  <a:pt x="69596" y="62611"/>
                </a:lnTo>
                <a:lnTo>
                  <a:pt x="80645" y="58420"/>
                </a:lnTo>
                <a:lnTo>
                  <a:pt x="86233" y="47625"/>
                </a:lnTo>
                <a:lnTo>
                  <a:pt x="96012" y="42163"/>
                </a:lnTo>
                <a:lnTo>
                  <a:pt x="107187" y="36702"/>
                </a:lnTo>
                <a:lnTo>
                  <a:pt x="118363" y="31241"/>
                </a:lnTo>
                <a:lnTo>
                  <a:pt x="128015" y="25780"/>
                </a:lnTo>
                <a:lnTo>
                  <a:pt x="139191" y="21716"/>
                </a:lnTo>
                <a:lnTo>
                  <a:pt x="150368" y="16383"/>
                </a:lnTo>
                <a:lnTo>
                  <a:pt x="161416" y="10922"/>
                </a:lnTo>
                <a:lnTo>
                  <a:pt x="171196" y="10922"/>
                </a:lnTo>
                <a:lnTo>
                  <a:pt x="182372" y="5461"/>
                </a:lnTo>
                <a:lnTo>
                  <a:pt x="193548" y="5461"/>
                </a:lnTo>
                <a:lnTo>
                  <a:pt x="203200" y="0"/>
                </a:lnTo>
                <a:lnTo>
                  <a:pt x="219963" y="0"/>
                </a:lnTo>
                <a:lnTo>
                  <a:pt x="283972" y="0"/>
                </a:lnTo>
                <a:lnTo>
                  <a:pt x="289560" y="5461"/>
                </a:lnTo>
                <a:lnTo>
                  <a:pt x="300736" y="5461"/>
                </a:lnTo>
                <a:lnTo>
                  <a:pt x="311912" y="5461"/>
                </a:lnTo>
                <a:lnTo>
                  <a:pt x="317500" y="10922"/>
                </a:lnTo>
                <a:lnTo>
                  <a:pt x="327151" y="10922"/>
                </a:lnTo>
                <a:lnTo>
                  <a:pt x="338327" y="10922"/>
                </a:lnTo>
                <a:lnTo>
                  <a:pt x="349503" y="16383"/>
                </a:lnTo>
                <a:lnTo>
                  <a:pt x="355091" y="21716"/>
                </a:lnTo>
                <a:lnTo>
                  <a:pt x="364744" y="21716"/>
                </a:lnTo>
                <a:lnTo>
                  <a:pt x="375920" y="25780"/>
                </a:lnTo>
                <a:lnTo>
                  <a:pt x="387096" y="31241"/>
                </a:lnTo>
                <a:lnTo>
                  <a:pt x="396875" y="36702"/>
                </a:lnTo>
                <a:lnTo>
                  <a:pt x="396875" y="99313"/>
                </a:lnTo>
                <a:lnTo>
                  <a:pt x="387096" y="95250"/>
                </a:lnTo>
                <a:lnTo>
                  <a:pt x="375920" y="89788"/>
                </a:lnTo>
                <a:lnTo>
                  <a:pt x="364744" y="84327"/>
                </a:lnTo>
                <a:lnTo>
                  <a:pt x="355091" y="84327"/>
                </a:lnTo>
                <a:lnTo>
                  <a:pt x="343915" y="78866"/>
                </a:lnTo>
                <a:lnTo>
                  <a:pt x="332739" y="73405"/>
                </a:lnTo>
                <a:lnTo>
                  <a:pt x="327151" y="73405"/>
                </a:lnTo>
                <a:lnTo>
                  <a:pt x="317500" y="67945"/>
                </a:lnTo>
                <a:lnTo>
                  <a:pt x="306324" y="67945"/>
                </a:lnTo>
                <a:lnTo>
                  <a:pt x="300736" y="62611"/>
                </a:lnTo>
                <a:lnTo>
                  <a:pt x="289560" y="62611"/>
                </a:lnTo>
                <a:lnTo>
                  <a:pt x="279781" y="58420"/>
                </a:lnTo>
                <a:lnTo>
                  <a:pt x="225551" y="58420"/>
                </a:lnTo>
                <a:lnTo>
                  <a:pt x="208787" y="62611"/>
                </a:lnTo>
                <a:lnTo>
                  <a:pt x="193548" y="62611"/>
                </a:lnTo>
                <a:lnTo>
                  <a:pt x="176784" y="67945"/>
                </a:lnTo>
                <a:lnTo>
                  <a:pt x="161416" y="73405"/>
                </a:lnTo>
                <a:lnTo>
                  <a:pt x="144779" y="84327"/>
                </a:lnTo>
                <a:lnTo>
                  <a:pt x="128015" y="95250"/>
                </a:lnTo>
                <a:lnTo>
                  <a:pt x="118363" y="104775"/>
                </a:lnTo>
                <a:lnTo>
                  <a:pt x="107187" y="115570"/>
                </a:lnTo>
                <a:lnTo>
                  <a:pt x="96012" y="131952"/>
                </a:lnTo>
                <a:lnTo>
                  <a:pt x="86233" y="141477"/>
                </a:lnTo>
                <a:lnTo>
                  <a:pt x="80645" y="157734"/>
                </a:lnTo>
                <a:lnTo>
                  <a:pt x="75184" y="172720"/>
                </a:lnTo>
                <a:lnTo>
                  <a:pt x="69596" y="189102"/>
                </a:lnTo>
                <a:lnTo>
                  <a:pt x="69596" y="205359"/>
                </a:lnTo>
                <a:lnTo>
                  <a:pt x="69596" y="220345"/>
                </a:lnTo>
                <a:lnTo>
                  <a:pt x="69596" y="242062"/>
                </a:lnTo>
                <a:lnTo>
                  <a:pt x="69596" y="257048"/>
                </a:lnTo>
                <a:lnTo>
                  <a:pt x="75184" y="273303"/>
                </a:lnTo>
                <a:lnTo>
                  <a:pt x="80645" y="288289"/>
                </a:lnTo>
                <a:lnTo>
                  <a:pt x="86233" y="299212"/>
                </a:lnTo>
                <a:lnTo>
                  <a:pt x="96012" y="315467"/>
                </a:lnTo>
                <a:lnTo>
                  <a:pt x="107187" y="324992"/>
                </a:lnTo>
                <a:lnTo>
                  <a:pt x="118363" y="341375"/>
                </a:lnTo>
                <a:lnTo>
                  <a:pt x="128015" y="352298"/>
                </a:lnTo>
                <a:lnTo>
                  <a:pt x="144779" y="357632"/>
                </a:lnTo>
                <a:lnTo>
                  <a:pt x="155956" y="367157"/>
                </a:lnTo>
                <a:lnTo>
                  <a:pt x="171196" y="372617"/>
                </a:lnTo>
                <a:lnTo>
                  <a:pt x="187960" y="378078"/>
                </a:lnTo>
                <a:lnTo>
                  <a:pt x="203200" y="383539"/>
                </a:lnTo>
                <a:lnTo>
                  <a:pt x="289560" y="383539"/>
                </a:lnTo>
                <a:lnTo>
                  <a:pt x="300736" y="378078"/>
                </a:lnTo>
                <a:lnTo>
                  <a:pt x="311912" y="378078"/>
                </a:lnTo>
                <a:lnTo>
                  <a:pt x="317500" y="372617"/>
                </a:lnTo>
                <a:lnTo>
                  <a:pt x="327151" y="367157"/>
                </a:lnTo>
                <a:lnTo>
                  <a:pt x="338327" y="367157"/>
                </a:lnTo>
                <a:lnTo>
                  <a:pt x="349503" y="361823"/>
                </a:lnTo>
                <a:lnTo>
                  <a:pt x="359156" y="357632"/>
                </a:lnTo>
                <a:lnTo>
                  <a:pt x="370332" y="352298"/>
                </a:lnTo>
                <a:lnTo>
                  <a:pt x="381508" y="346837"/>
                </a:lnTo>
                <a:lnTo>
                  <a:pt x="387096" y="341375"/>
                </a:lnTo>
                <a:lnTo>
                  <a:pt x="396875" y="335914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74" name="object 79"/>
          <p:cNvSpPr>
            <a:spLocks noChangeArrowheads="1"/>
          </p:cNvSpPr>
          <p:nvPr/>
        </p:nvSpPr>
        <p:spPr bwMode="auto">
          <a:xfrm>
            <a:off x="7972425" y="3116263"/>
            <a:ext cx="141288" cy="157162"/>
          </a:xfrm>
          <a:custGeom>
            <a:avLst/>
            <a:gdLst>
              <a:gd name="T0" fmla="*/ 0 w 141604"/>
              <a:gd name="T1" fmla="*/ 0 h 157479"/>
              <a:gd name="T2" fmla="*/ 141604 w 141604"/>
              <a:gd name="T3" fmla="*/ 157479 h 157479"/>
            </a:gdLst>
            <a:ahLst/>
            <a:cxnLst/>
            <a:rect l="T0" t="T1" r="T2" b="T3"/>
            <a:pathLst>
              <a:path w="141604" h="157479">
                <a:moveTo>
                  <a:pt x="0" y="157225"/>
                </a:moveTo>
                <a:lnTo>
                  <a:pt x="141350" y="157225"/>
                </a:lnTo>
                <a:lnTo>
                  <a:pt x="71374" y="0"/>
                </a:lnTo>
                <a:lnTo>
                  <a:pt x="0" y="15722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75" name="object 80"/>
          <p:cNvSpPr>
            <a:spLocks noChangeArrowheads="1"/>
          </p:cNvSpPr>
          <p:nvPr/>
        </p:nvSpPr>
        <p:spPr bwMode="auto">
          <a:xfrm>
            <a:off x="7826375" y="3022601"/>
            <a:ext cx="431800" cy="428625"/>
          </a:xfrm>
          <a:custGeom>
            <a:avLst/>
            <a:gdLst>
              <a:gd name="T0" fmla="*/ 0 w 431800"/>
              <a:gd name="T1" fmla="*/ 0 h 428625"/>
              <a:gd name="T2" fmla="*/ 431800 w 431800"/>
              <a:gd name="T3" fmla="*/ 428625 h 428625"/>
            </a:gdLst>
            <a:ahLst/>
            <a:cxnLst/>
            <a:rect l="T0" t="T1" r="T2" b="T3"/>
            <a:pathLst>
              <a:path w="431800" h="428625">
                <a:moveTo>
                  <a:pt x="0" y="428625"/>
                </a:moveTo>
                <a:lnTo>
                  <a:pt x="194183" y="0"/>
                </a:lnTo>
                <a:lnTo>
                  <a:pt x="237617" y="0"/>
                </a:lnTo>
                <a:lnTo>
                  <a:pt x="431800" y="428625"/>
                </a:lnTo>
                <a:lnTo>
                  <a:pt x="367538" y="428625"/>
                </a:lnTo>
                <a:lnTo>
                  <a:pt x="313054" y="303784"/>
                </a:lnTo>
                <a:lnTo>
                  <a:pt x="124333" y="303784"/>
                </a:lnTo>
                <a:lnTo>
                  <a:pt x="64262" y="428625"/>
                </a:lnTo>
                <a:lnTo>
                  <a:pt x="0" y="42862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76" name="object 81"/>
          <p:cNvSpPr>
            <a:spLocks noChangeArrowheads="1"/>
          </p:cNvSpPr>
          <p:nvPr/>
        </p:nvSpPr>
        <p:spPr bwMode="auto">
          <a:xfrm>
            <a:off x="8280400" y="3022600"/>
            <a:ext cx="382588" cy="439738"/>
          </a:xfrm>
          <a:custGeom>
            <a:avLst/>
            <a:gdLst>
              <a:gd name="T0" fmla="*/ 0 w 382904"/>
              <a:gd name="T1" fmla="*/ 0 h 440054"/>
              <a:gd name="T2" fmla="*/ 382904 w 382904"/>
              <a:gd name="T3" fmla="*/ 440054 h 440054"/>
            </a:gdLst>
            <a:ahLst/>
            <a:cxnLst/>
            <a:rect l="T0" t="T1" r="T2" b="T3"/>
            <a:pathLst>
              <a:path w="382904" h="440054">
                <a:moveTo>
                  <a:pt x="0" y="0"/>
                </a:moveTo>
                <a:lnTo>
                  <a:pt x="65658" y="0"/>
                </a:lnTo>
                <a:lnTo>
                  <a:pt x="65658" y="245617"/>
                </a:lnTo>
                <a:lnTo>
                  <a:pt x="65658" y="256539"/>
                </a:lnTo>
                <a:lnTo>
                  <a:pt x="65658" y="304038"/>
                </a:lnTo>
                <a:lnTo>
                  <a:pt x="71247" y="309499"/>
                </a:lnTo>
                <a:lnTo>
                  <a:pt x="71247" y="314833"/>
                </a:lnTo>
                <a:lnTo>
                  <a:pt x="71247" y="318897"/>
                </a:lnTo>
                <a:lnTo>
                  <a:pt x="75438" y="318897"/>
                </a:lnTo>
                <a:lnTo>
                  <a:pt x="75438" y="324358"/>
                </a:lnTo>
                <a:lnTo>
                  <a:pt x="75438" y="329819"/>
                </a:lnTo>
                <a:lnTo>
                  <a:pt x="81025" y="329819"/>
                </a:lnTo>
                <a:lnTo>
                  <a:pt x="81025" y="335279"/>
                </a:lnTo>
                <a:lnTo>
                  <a:pt x="86614" y="340613"/>
                </a:lnTo>
                <a:lnTo>
                  <a:pt x="92201" y="346075"/>
                </a:lnTo>
                <a:lnTo>
                  <a:pt x="97790" y="351536"/>
                </a:lnTo>
                <a:lnTo>
                  <a:pt x="103377" y="355600"/>
                </a:lnTo>
                <a:lnTo>
                  <a:pt x="108966" y="361061"/>
                </a:lnTo>
                <a:lnTo>
                  <a:pt x="113156" y="361061"/>
                </a:lnTo>
                <a:lnTo>
                  <a:pt x="124332" y="366395"/>
                </a:lnTo>
                <a:lnTo>
                  <a:pt x="129794" y="366395"/>
                </a:lnTo>
                <a:lnTo>
                  <a:pt x="135381" y="371855"/>
                </a:lnTo>
                <a:lnTo>
                  <a:pt x="140970" y="371855"/>
                </a:lnTo>
                <a:lnTo>
                  <a:pt x="150749" y="377316"/>
                </a:lnTo>
                <a:lnTo>
                  <a:pt x="156336" y="377316"/>
                </a:lnTo>
                <a:lnTo>
                  <a:pt x="167513" y="377316"/>
                </a:lnTo>
                <a:lnTo>
                  <a:pt x="173100" y="377316"/>
                </a:lnTo>
                <a:lnTo>
                  <a:pt x="184276" y="382777"/>
                </a:lnTo>
                <a:lnTo>
                  <a:pt x="188468" y="382777"/>
                </a:lnTo>
                <a:lnTo>
                  <a:pt x="205231" y="382777"/>
                </a:lnTo>
                <a:lnTo>
                  <a:pt x="216407" y="377316"/>
                </a:lnTo>
                <a:lnTo>
                  <a:pt x="231775" y="377316"/>
                </a:lnTo>
                <a:lnTo>
                  <a:pt x="242950" y="371855"/>
                </a:lnTo>
                <a:lnTo>
                  <a:pt x="254126" y="366395"/>
                </a:lnTo>
                <a:lnTo>
                  <a:pt x="265302" y="361061"/>
                </a:lnTo>
                <a:lnTo>
                  <a:pt x="275081" y="355600"/>
                </a:lnTo>
                <a:lnTo>
                  <a:pt x="280670" y="351536"/>
                </a:lnTo>
                <a:lnTo>
                  <a:pt x="291846" y="346075"/>
                </a:lnTo>
                <a:lnTo>
                  <a:pt x="297433" y="335279"/>
                </a:lnTo>
                <a:lnTo>
                  <a:pt x="303022" y="324358"/>
                </a:lnTo>
                <a:lnTo>
                  <a:pt x="307213" y="318897"/>
                </a:lnTo>
                <a:lnTo>
                  <a:pt x="312800" y="309499"/>
                </a:lnTo>
                <a:lnTo>
                  <a:pt x="312800" y="298576"/>
                </a:lnTo>
                <a:lnTo>
                  <a:pt x="318389" y="287782"/>
                </a:lnTo>
                <a:lnTo>
                  <a:pt x="318389" y="278257"/>
                </a:lnTo>
                <a:lnTo>
                  <a:pt x="318389" y="0"/>
                </a:lnTo>
                <a:lnTo>
                  <a:pt x="382650" y="0"/>
                </a:lnTo>
                <a:lnTo>
                  <a:pt x="382650" y="278257"/>
                </a:lnTo>
                <a:lnTo>
                  <a:pt x="378459" y="293115"/>
                </a:lnTo>
                <a:lnTo>
                  <a:pt x="378459" y="309499"/>
                </a:lnTo>
                <a:lnTo>
                  <a:pt x="372872" y="324358"/>
                </a:lnTo>
                <a:lnTo>
                  <a:pt x="367283" y="340613"/>
                </a:lnTo>
                <a:lnTo>
                  <a:pt x="361696" y="355600"/>
                </a:lnTo>
                <a:lnTo>
                  <a:pt x="350520" y="371855"/>
                </a:lnTo>
                <a:lnTo>
                  <a:pt x="340741" y="382777"/>
                </a:lnTo>
                <a:lnTo>
                  <a:pt x="329565" y="392175"/>
                </a:lnTo>
                <a:lnTo>
                  <a:pt x="312800" y="403098"/>
                </a:lnTo>
                <a:lnTo>
                  <a:pt x="297433" y="413892"/>
                </a:lnTo>
                <a:lnTo>
                  <a:pt x="286257" y="419353"/>
                </a:lnTo>
                <a:lnTo>
                  <a:pt x="265302" y="428878"/>
                </a:lnTo>
                <a:lnTo>
                  <a:pt x="248539" y="428878"/>
                </a:lnTo>
                <a:lnTo>
                  <a:pt x="231775" y="434339"/>
                </a:lnTo>
                <a:lnTo>
                  <a:pt x="210820" y="439800"/>
                </a:lnTo>
                <a:lnTo>
                  <a:pt x="188468" y="439800"/>
                </a:lnTo>
                <a:lnTo>
                  <a:pt x="178689" y="439800"/>
                </a:lnTo>
                <a:lnTo>
                  <a:pt x="167513" y="434339"/>
                </a:lnTo>
                <a:lnTo>
                  <a:pt x="150749" y="434339"/>
                </a:lnTo>
                <a:lnTo>
                  <a:pt x="140970" y="434339"/>
                </a:lnTo>
                <a:lnTo>
                  <a:pt x="129794" y="428878"/>
                </a:lnTo>
                <a:lnTo>
                  <a:pt x="118745" y="428878"/>
                </a:lnTo>
                <a:lnTo>
                  <a:pt x="108966" y="424814"/>
                </a:lnTo>
                <a:lnTo>
                  <a:pt x="97790" y="419353"/>
                </a:lnTo>
                <a:lnTo>
                  <a:pt x="92201" y="413892"/>
                </a:lnTo>
                <a:lnTo>
                  <a:pt x="81025" y="413892"/>
                </a:lnTo>
                <a:lnTo>
                  <a:pt x="71247" y="403098"/>
                </a:lnTo>
                <a:lnTo>
                  <a:pt x="60071" y="397637"/>
                </a:lnTo>
                <a:lnTo>
                  <a:pt x="54482" y="392175"/>
                </a:lnTo>
                <a:lnTo>
                  <a:pt x="43306" y="388112"/>
                </a:lnTo>
                <a:lnTo>
                  <a:pt x="37719" y="377316"/>
                </a:lnTo>
                <a:lnTo>
                  <a:pt x="33527" y="371855"/>
                </a:lnTo>
                <a:lnTo>
                  <a:pt x="27940" y="366395"/>
                </a:lnTo>
                <a:lnTo>
                  <a:pt x="22351" y="361061"/>
                </a:lnTo>
                <a:lnTo>
                  <a:pt x="22351" y="355600"/>
                </a:lnTo>
                <a:lnTo>
                  <a:pt x="16764" y="351536"/>
                </a:lnTo>
                <a:lnTo>
                  <a:pt x="11175" y="346075"/>
                </a:lnTo>
                <a:lnTo>
                  <a:pt x="11175" y="335279"/>
                </a:lnTo>
                <a:lnTo>
                  <a:pt x="11175" y="329819"/>
                </a:lnTo>
                <a:lnTo>
                  <a:pt x="5588" y="324358"/>
                </a:lnTo>
                <a:lnTo>
                  <a:pt x="5588" y="318897"/>
                </a:lnTo>
                <a:lnTo>
                  <a:pt x="5588" y="314833"/>
                </a:lnTo>
                <a:lnTo>
                  <a:pt x="0" y="304038"/>
                </a:lnTo>
                <a:lnTo>
                  <a:pt x="0" y="293115"/>
                </a:lnTo>
                <a:lnTo>
                  <a:pt x="0" y="282321"/>
                </a:lnTo>
                <a:lnTo>
                  <a:pt x="0" y="272796"/>
                </a:lnTo>
                <a:lnTo>
                  <a:pt x="0" y="262000"/>
                </a:lnTo>
                <a:lnTo>
                  <a:pt x="0" y="251078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77" name="object 82"/>
          <p:cNvSpPr>
            <a:spLocks noChangeArrowheads="1"/>
          </p:cNvSpPr>
          <p:nvPr/>
        </p:nvSpPr>
        <p:spPr bwMode="auto">
          <a:xfrm>
            <a:off x="8710614" y="3022601"/>
            <a:ext cx="388937" cy="428625"/>
          </a:xfrm>
          <a:custGeom>
            <a:avLst/>
            <a:gdLst>
              <a:gd name="T0" fmla="*/ 0 w 389254"/>
              <a:gd name="T1" fmla="*/ 0 h 428625"/>
              <a:gd name="T2" fmla="*/ 389254 w 389254"/>
              <a:gd name="T3" fmla="*/ 428625 h 428625"/>
            </a:gdLst>
            <a:ahLst/>
            <a:cxnLst/>
            <a:rect l="T0" t="T1" r="T2" b="T3"/>
            <a:pathLst>
              <a:path w="389254" h="428625">
                <a:moveTo>
                  <a:pt x="162178" y="428625"/>
                </a:moveTo>
                <a:lnTo>
                  <a:pt x="162178" y="57023"/>
                </a:lnTo>
                <a:lnTo>
                  <a:pt x="0" y="57023"/>
                </a:lnTo>
                <a:lnTo>
                  <a:pt x="0" y="0"/>
                </a:lnTo>
                <a:lnTo>
                  <a:pt x="388874" y="0"/>
                </a:lnTo>
                <a:lnTo>
                  <a:pt x="388874" y="57023"/>
                </a:lnTo>
                <a:lnTo>
                  <a:pt x="226568" y="57023"/>
                </a:lnTo>
                <a:lnTo>
                  <a:pt x="226568" y="428625"/>
                </a:lnTo>
                <a:lnTo>
                  <a:pt x="162178" y="42862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78" name="object 83"/>
          <p:cNvSpPr>
            <a:spLocks noChangeArrowheads="1"/>
          </p:cNvSpPr>
          <p:nvPr/>
        </p:nvSpPr>
        <p:spPr bwMode="auto">
          <a:xfrm>
            <a:off x="9153525" y="3022601"/>
            <a:ext cx="58738" cy="428625"/>
          </a:xfrm>
          <a:custGeom>
            <a:avLst/>
            <a:gdLst>
              <a:gd name="T0" fmla="*/ 0 w 59054"/>
              <a:gd name="T1" fmla="*/ 0 h 428625"/>
              <a:gd name="T2" fmla="*/ 59054 w 59054"/>
              <a:gd name="T3" fmla="*/ 428625 h 428625"/>
            </a:gdLst>
            <a:ahLst/>
            <a:cxnLst/>
            <a:rect l="T0" t="T1" r="T2" b="T3"/>
            <a:pathLst>
              <a:path w="59054" h="428625">
                <a:moveTo>
                  <a:pt x="0" y="428625"/>
                </a:moveTo>
                <a:lnTo>
                  <a:pt x="58738" y="428625"/>
                </a:lnTo>
                <a:lnTo>
                  <a:pt x="58738" y="0"/>
                </a:lnTo>
                <a:lnTo>
                  <a:pt x="0" y="0"/>
                </a:lnTo>
                <a:lnTo>
                  <a:pt x="0" y="428625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79" name="object 84"/>
          <p:cNvSpPr>
            <a:spLocks noChangeArrowheads="1"/>
          </p:cNvSpPr>
          <p:nvPr/>
        </p:nvSpPr>
        <p:spPr bwMode="auto">
          <a:xfrm>
            <a:off x="9351963" y="3074989"/>
            <a:ext cx="341312" cy="325437"/>
          </a:xfrm>
          <a:custGeom>
            <a:avLst/>
            <a:gdLst>
              <a:gd name="T0" fmla="*/ 0 w 341629"/>
              <a:gd name="T1" fmla="*/ 0 h 325754"/>
              <a:gd name="T2" fmla="*/ 341629 w 341629"/>
              <a:gd name="T3" fmla="*/ 325754 h 325754"/>
            </a:gdLst>
            <a:ahLst/>
            <a:cxnLst/>
            <a:rect l="T0" t="T1" r="T2" b="T3"/>
            <a:pathLst>
              <a:path w="341629" h="325754">
                <a:moveTo>
                  <a:pt x="0" y="162051"/>
                </a:moveTo>
                <a:lnTo>
                  <a:pt x="0" y="172974"/>
                </a:lnTo>
                <a:lnTo>
                  <a:pt x="0" y="178435"/>
                </a:lnTo>
                <a:lnTo>
                  <a:pt x="5588" y="189356"/>
                </a:lnTo>
                <a:lnTo>
                  <a:pt x="5588" y="193421"/>
                </a:lnTo>
                <a:lnTo>
                  <a:pt x="5588" y="204342"/>
                </a:lnTo>
                <a:lnTo>
                  <a:pt x="11175" y="209803"/>
                </a:lnTo>
                <a:lnTo>
                  <a:pt x="11175" y="220599"/>
                </a:lnTo>
                <a:lnTo>
                  <a:pt x="16764" y="226060"/>
                </a:lnTo>
                <a:lnTo>
                  <a:pt x="16764" y="235585"/>
                </a:lnTo>
                <a:lnTo>
                  <a:pt x="22351" y="241046"/>
                </a:lnTo>
                <a:lnTo>
                  <a:pt x="27940" y="246506"/>
                </a:lnTo>
                <a:lnTo>
                  <a:pt x="27940" y="257428"/>
                </a:lnTo>
                <a:lnTo>
                  <a:pt x="33527" y="262889"/>
                </a:lnTo>
                <a:lnTo>
                  <a:pt x="37719" y="266953"/>
                </a:lnTo>
                <a:lnTo>
                  <a:pt x="43306" y="272414"/>
                </a:lnTo>
                <a:lnTo>
                  <a:pt x="48895" y="277875"/>
                </a:lnTo>
                <a:lnTo>
                  <a:pt x="54482" y="283337"/>
                </a:lnTo>
                <a:lnTo>
                  <a:pt x="65658" y="288798"/>
                </a:lnTo>
                <a:lnTo>
                  <a:pt x="71247" y="294131"/>
                </a:lnTo>
                <a:lnTo>
                  <a:pt x="76834" y="299592"/>
                </a:lnTo>
                <a:lnTo>
                  <a:pt x="81025" y="303656"/>
                </a:lnTo>
                <a:lnTo>
                  <a:pt x="92201" y="309117"/>
                </a:lnTo>
                <a:lnTo>
                  <a:pt x="97917" y="309117"/>
                </a:lnTo>
                <a:lnTo>
                  <a:pt x="103504" y="314578"/>
                </a:lnTo>
                <a:lnTo>
                  <a:pt x="114680" y="320039"/>
                </a:lnTo>
                <a:lnTo>
                  <a:pt x="118872" y="320039"/>
                </a:lnTo>
                <a:lnTo>
                  <a:pt x="130048" y="325500"/>
                </a:lnTo>
                <a:lnTo>
                  <a:pt x="211200" y="325500"/>
                </a:lnTo>
                <a:lnTo>
                  <a:pt x="222376" y="320039"/>
                </a:lnTo>
                <a:lnTo>
                  <a:pt x="227965" y="320039"/>
                </a:lnTo>
                <a:lnTo>
                  <a:pt x="237744" y="314578"/>
                </a:lnTo>
                <a:lnTo>
                  <a:pt x="243331" y="314578"/>
                </a:lnTo>
                <a:lnTo>
                  <a:pt x="248920" y="309117"/>
                </a:lnTo>
                <a:lnTo>
                  <a:pt x="260096" y="303656"/>
                </a:lnTo>
                <a:lnTo>
                  <a:pt x="265683" y="299592"/>
                </a:lnTo>
                <a:lnTo>
                  <a:pt x="269875" y="294131"/>
                </a:lnTo>
                <a:lnTo>
                  <a:pt x="275463" y="288798"/>
                </a:lnTo>
                <a:lnTo>
                  <a:pt x="286639" y="283337"/>
                </a:lnTo>
                <a:lnTo>
                  <a:pt x="292353" y="277875"/>
                </a:lnTo>
                <a:lnTo>
                  <a:pt x="297942" y="272414"/>
                </a:lnTo>
                <a:lnTo>
                  <a:pt x="303529" y="266953"/>
                </a:lnTo>
                <a:lnTo>
                  <a:pt x="307721" y="262889"/>
                </a:lnTo>
                <a:lnTo>
                  <a:pt x="313308" y="257428"/>
                </a:lnTo>
                <a:lnTo>
                  <a:pt x="313308" y="246506"/>
                </a:lnTo>
                <a:lnTo>
                  <a:pt x="318897" y="241046"/>
                </a:lnTo>
                <a:lnTo>
                  <a:pt x="324484" y="235585"/>
                </a:lnTo>
                <a:lnTo>
                  <a:pt x="324484" y="226060"/>
                </a:lnTo>
                <a:lnTo>
                  <a:pt x="330073" y="220599"/>
                </a:lnTo>
                <a:lnTo>
                  <a:pt x="330073" y="209803"/>
                </a:lnTo>
                <a:lnTo>
                  <a:pt x="335660" y="204342"/>
                </a:lnTo>
                <a:lnTo>
                  <a:pt x="335660" y="193421"/>
                </a:lnTo>
                <a:lnTo>
                  <a:pt x="335660" y="189356"/>
                </a:lnTo>
                <a:lnTo>
                  <a:pt x="341249" y="178435"/>
                </a:lnTo>
                <a:lnTo>
                  <a:pt x="341249" y="172974"/>
                </a:lnTo>
                <a:lnTo>
                  <a:pt x="341249" y="162051"/>
                </a:lnTo>
                <a:lnTo>
                  <a:pt x="341249" y="156717"/>
                </a:lnTo>
                <a:lnTo>
                  <a:pt x="341249" y="147065"/>
                </a:lnTo>
                <a:lnTo>
                  <a:pt x="335660" y="141731"/>
                </a:lnTo>
                <a:lnTo>
                  <a:pt x="335660" y="130810"/>
                </a:lnTo>
                <a:lnTo>
                  <a:pt x="335660" y="125349"/>
                </a:lnTo>
                <a:lnTo>
                  <a:pt x="330073" y="114426"/>
                </a:lnTo>
                <a:lnTo>
                  <a:pt x="330073" y="110362"/>
                </a:lnTo>
                <a:lnTo>
                  <a:pt x="324484" y="99440"/>
                </a:lnTo>
                <a:lnTo>
                  <a:pt x="324484" y="93979"/>
                </a:lnTo>
                <a:lnTo>
                  <a:pt x="318897" y="88518"/>
                </a:lnTo>
                <a:lnTo>
                  <a:pt x="313308" y="77724"/>
                </a:lnTo>
                <a:lnTo>
                  <a:pt x="313308" y="73533"/>
                </a:lnTo>
                <a:lnTo>
                  <a:pt x="307721" y="68199"/>
                </a:lnTo>
                <a:lnTo>
                  <a:pt x="303529" y="62737"/>
                </a:lnTo>
                <a:lnTo>
                  <a:pt x="297942" y="51815"/>
                </a:lnTo>
                <a:lnTo>
                  <a:pt x="292353" y="46354"/>
                </a:lnTo>
                <a:lnTo>
                  <a:pt x="281050" y="40893"/>
                </a:lnTo>
                <a:lnTo>
                  <a:pt x="275463" y="36829"/>
                </a:lnTo>
                <a:lnTo>
                  <a:pt x="269875" y="31368"/>
                </a:lnTo>
                <a:lnTo>
                  <a:pt x="265683" y="25908"/>
                </a:lnTo>
                <a:lnTo>
                  <a:pt x="260096" y="20447"/>
                </a:lnTo>
                <a:lnTo>
                  <a:pt x="248920" y="20447"/>
                </a:lnTo>
                <a:lnTo>
                  <a:pt x="243331" y="14986"/>
                </a:lnTo>
                <a:lnTo>
                  <a:pt x="232155" y="9651"/>
                </a:lnTo>
                <a:lnTo>
                  <a:pt x="227965" y="9651"/>
                </a:lnTo>
                <a:lnTo>
                  <a:pt x="222376" y="4190"/>
                </a:lnTo>
                <a:lnTo>
                  <a:pt x="211200" y="4190"/>
                </a:lnTo>
                <a:lnTo>
                  <a:pt x="205613" y="4190"/>
                </a:lnTo>
                <a:lnTo>
                  <a:pt x="194309" y="0"/>
                </a:lnTo>
                <a:lnTo>
                  <a:pt x="190119" y="0"/>
                </a:lnTo>
                <a:lnTo>
                  <a:pt x="146812" y="0"/>
                </a:lnTo>
                <a:lnTo>
                  <a:pt x="135635" y="4190"/>
                </a:lnTo>
                <a:lnTo>
                  <a:pt x="130048" y="4190"/>
                </a:lnTo>
                <a:lnTo>
                  <a:pt x="124459" y="4190"/>
                </a:lnTo>
                <a:lnTo>
                  <a:pt x="114680" y="9651"/>
                </a:lnTo>
                <a:lnTo>
                  <a:pt x="109093" y="9651"/>
                </a:lnTo>
                <a:lnTo>
                  <a:pt x="97917" y="14986"/>
                </a:lnTo>
                <a:lnTo>
                  <a:pt x="92201" y="20447"/>
                </a:lnTo>
                <a:lnTo>
                  <a:pt x="86614" y="20447"/>
                </a:lnTo>
                <a:lnTo>
                  <a:pt x="76834" y="25908"/>
                </a:lnTo>
                <a:lnTo>
                  <a:pt x="71247" y="31368"/>
                </a:lnTo>
                <a:lnTo>
                  <a:pt x="65658" y="36829"/>
                </a:lnTo>
                <a:lnTo>
                  <a:pt x="60071" y="40893"/>
                </a:lnTo>
                <a:lnTo>
                  <a:pt x="48895" y="46354"/>
                </a:lnTo>
                <a:lnTo>
                  <a:pt x="43306" y="51815"/>
                </a:lnTo>
                <a:lnTo>
                  <a:pt x="37719" y="57276"/>
                </a:lnTo>
                <a:lnTo>
                  <a:pt x="33527" y="68199"/>
                </a:lnTo>
                <a:lnTo>
                  <a:pt x="27940" y="73533"/>
                </a:lnTo>
                <a:lnTo>
                  <a:pt x="27940" y="77724"/>
                </a:lnTo>
                <a:lnTo>
                  <a:pt x="22351" y="83185"/>
                </a:lnTo>
                <a:lnTo>
                  <a:pt x="16764" y="93979"/>
                </a:lnTo>
                <a:lnTo>
                  <a:pt x="16764" y="99440"/>
                </a:lnTo>
                <a:lnTo>
                  <a:pt x="11175" y="110362"/>
                </a:lnTo>
                <a:lnTo>
                  <a:pt x="11175" y="114426"/>
                </a:lnTo>
                <a:lnTo>
                  <a:pt x="5588" y="125349"/>
                </a:lnTo>
                <a:lnTo>
                  <a:pt x="5588" y="130810"/>
                </a:lnTo>
                <a:lnTo>
                  <a:pt x="5588" y="141731"/>
                </a:lnTo>
                <a:lnTo>
                  <a:pt x="0" y="147065"/>
                </a:lnTo>
                <a:lnTo>
                  <a:pt x="0" y="156717"/>
                </a:lnTo>
                <a:lnTo>
                  <a:pt x="0" y="162051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80" name="object 85"/>
          <p:cNvSpPr>
            <a:spLocks noChangeArrowheads="1"/>
          </p:cNvSpPr>
          <p:nvPr/>
        </p:nvSpPr>
        <p:spPr bwMode="auto">
          <a:xfrm>
            <a:off x="9288463" y="3016250"/>
            <a:ext cx="469900" cy="446088"/>
          </a:xfrm>
          <a:custGeom>
            <a:avLst/>
            <a:gdLst>
              <a:gd name="T0" fmla="*/ 0 w 469900"/>
              <a:gd name="T1" fmla="*/ 0 h 446404"/>
              <a:gd name="T2" fmla="*/ 469900 w 469900"/>
              <a:gd name="T3" fmla="*/ 446404 h 446404"/>
            </a:gdLst>
            <a:ahLst/>
            <a:cxnLst/>
            <a:rect l="T0" t="T1" r="T2" b="T3"/>
            <a:pathLst>
              <a:path w="469900" h="446404">
                <a:moveTo>
                  <a:pt x="0" y="220345"/>
                </a:moveTo>
                <a:lnTo>
                  <a:pt x="0" y="209423"/>
                </a:lnTo>
                <a:lnTo>
                  <a:pt x="0" y="199898"/>
                </a:lnTo>
                <a:lnTo>
                  <a:pt x="0" y="189102"/>
                </a:lnTo>
                <a:lnTo>
                  <a:pt x="5588" y="178180"/>
                </a:lnTo>
                <a:lnTo>
                  <a:pt x="5588" y="168655"/>
                </a:lnTo>
                <a:lnTo>
                  <a:pt x="11175" y="157734"/>
                </a:lnTo>
                <a:lnTo>
                  <a:pt x="11175" y="146938"/>
                </a:lnTo>
                <a:lnTo>
                  <a:pt x="16764" y="136016"/>
                </a:lnTo>
                <a:lnTo>
                  <a:pt x="22351" y="126491"/>
                </a:lnTo>
                <a:lnTo>
                  <a:pt x="26543" y="115570"/>
                </a:lnTo>
                <a:lnTo>
                  <a:pt x="32130" y="104775"/>
                </a:lnTo>
                <a:lnTo>
                  <a:pt x="37719" y="99313"/>
                </a:lnTo>
                <a:lnTo>
                  <a:pt x="43306" y="89788"/>
                </a:lnTo>
                <a:lnTo>
                  <a:pt x="54482" y="78866"/>
                </a:lnTo>
                <a:lnTo>
                  <a:pt x="60071" y="73405"/>
                </a:lnTo>
                <a:lnTo>
                  <a:pt x="69850" y="62611"/>
                </a:lnTo>
                <a:lnTo>
                  <a:pt x="75438" y="58420"/>
                </a:lnTo>
                <a:lnTo>
                  <a:pt x="86614" y="47625"/>
                </a:lnTo>
                <a:lnTo>
                  <a:pt x="97790" y="42163"/>
                </a:lnTo>
                <a:lnTo>
                  <a:pt x="101980" y="36702"/>
                </a:lnTo>
                <a:lnTo>
                  <a:pt x="113156" y="31241"/>
                </a:lnTo>
                <a:lnTo>
                  <a:pt x="124459" y="25780"/>
                </a:lnTo>
                <a:lnTo>
                  <a:pt x="135635" y="21716"/>
                </a:lnTo>
                <a:lnTo>
                  <a:pt x="145415" y="16383"/>
                </a:lnTo>
                <a:lnTo>
                  <a:pt x="156591" y="10922"/>
                </a:lnTo>
                <a:lnTo>
                  <a:pt x="167767" y="10922"/>
                </a:lnTo>
                <a:lnTo>
                  <a:pt x="178943" y="5461"/>
                </a:lnTo>
                <a:lnTo>
                  <a:pt x="188722" y="5461"/>
                </a:lnTo>
                <a:lnTo>
                  <a:pt x="199898" y="0"/>
                </a:lnTo>
                <a:lnTo>
                  <a:pt x="211074" y="0"/>
                </a:lnTo>
                <a:lnTo>
                  <a:pt x="269875" y="0"/>
                </a:lnTo>
                <a:lnTo>
                  <a:pt x="281050" y="5461"/>
                </a:lnTo>
                <a:lnTo>
                  <a:pt x="292226" y="5461"/>
                </a:lnTo>
                <a:lnTo>
                  <a:pt x="302005" y="10922"/>
                </a:lnTo>
                <a:lnTo>
                  <a:pt x="313181" y="10922"/>
                </a:lnTo>
                <a:lnTo>
                  <a:pt x="324357" y="16383"/>
                </a:lnTo>
                <a:lnTo>
                  <a:pt x="334137" y="21716"/>
                </a:lnTo>
                <a:lnTo>
                  <a:pt x="345313" y="25780"/>
                </a:lnTo>
                <a:lnTo>
                  <a:pt x="356616" y="31241"/>
                </a:lnTo>
                <a:lnTo>
                  <a:pt x="367792" y="36702"/>
                </a:lnTo>
                <a:lnTo>
                  <a:pt x="377571" y="42163"/>
                </a:lnTo>
                <a:lnTo>
                  <a:pt x="383158" y="53086"/>
                </a:lnTo>
                <a:lnTo>
                  <a:pt x="394334" y="58420"/>
                </a:lnTo>
                <a:lnTo>
                  <a:pt x="399923" y="62611"/>
                </a:lnTo>
                <a:lnTo>
                  <a:pt x="409701" y="73405"/>
                </a:lnTo>
                <a:lnTo>
                  <a:pt x="415290" y="84327"/>
                </a:lnTo>
                <a:lnTo>
                  <a:pt x="426466" y="89788"/>
                </a:lnTo>
                <a:lnTo>
                  <a:pt x="432053" y="99313"/>
                </a:lnTo>
                <a:lnTo>
                  <a:pt x="437642" y="110109"/>
                </a:lnTo>
                <a:lnTo>
                  <a:pt x="443229" y="115570"/>
                </a:lnTo>
                <a:lnTo>
                  <a:pt x="448818" y="126491"/>
                </a:lnTo>
                <a:lnTo>
                  <a:pt x="453008" y="136016"/>
                </a:lnTo>
                <a:lnTo>
                  <a:pt x="458597" y="146938"/>
                </a:lnTo>
                <a:lnTo>
                  <a:pt x="458597" y="157734"/>
                </a:lnTo>
                <a:lnTo>
                  <a:pt x="464184" y="168655"/>
                </a:lnTo>
                <a:lnTo>
                  <a:pt x="464184" y="178180"/>
                </a:lnTo>
                <a:lnTo>
                  <a:pt x="469900" y="189102"/>
                </a:lnTo>
                <a:lnTo>
                  <a:pt x="469900" y="199898"/>
                </a:lnTo>
                <a:lnTo>
                  <a:pt x="469900" y="209423"/>
                </a:lnTo>
                <a:lnTo>
                  <a:pt x="469900" y="225805"/>
                </a:lnTo>
                <a:lnTo>
                  <a:pt x="469900" y="236600"/>
                </a:lnTo>
                <a:lnTo>
                  <a:pt x="469900" y="247523"/>
                </a:lnTo>
                <a:lnTo>
                  <a:pt x="469900" y="257048"/>
                </a:lnTo>
                <a:lnTo>
                  <a:pt x="464184" y="267970"/>
                </a:lnTo>
                <a:lnTo>
                  <a:pt x="464184" y="278764"/>
                </a:lnTo>
                <a:lnTo>
                  <a:pt x="458597" y="288289"/>
                </a:lnTo>
                <a:lnTo>
                  <a:pt x="458597" y="299212"/>
                </a:lnTo>
                <a:lnTo>
                  <a:pt x="453008" y="310134"/>
                </a:lnTo>
                <a:lnTo>
                  <a:pt x="448818" y="320928"/>
                </a:lnTo>
                <a:lnTo>
                  <a:pt x="443229" y="324992"/>
                </a:lnTo>
                <a:lnTo>
                  <a:pt x="437642" y="335914"/>
                </a:lnTo>
                <a:lnTo>
                  <a:pt x="432053" y="346837"/>
                </a:lnTo>
                <a:lnTo>
                  <a:pt x="426466" y="357632"/>
                </a:lnTo>
                <a:lnTo>
                  <a:pt x="415290" y="361823"/>
                </a:lnTo>
                <a:lnTo>
                  <a:pt x="409701" y="372617"/>
                </a:lnTo>
                <a:lnTo>
                  <a:pt x="405510" y="378078"/>
                </a:lnTo>
                <a:lnTo>
                  <a:pt x="394334" y="389000"/>
                </a:lnTo>
                <a:lnTo>
                  <a:pt x="383158" y="394462"/>
                </a:lnTo>
                <a:lnTo>
                  <a:pt x="377571" y="398525"/>
                </a:lnTo>
                <a:lnTo>
                  <a:pt x="367792" y="409321"/>
                </a:lnTo>
                <a:lnTo>
                  <a:pt x="356616" y="414782"/>
                </a:lnTo>
                <a:lnTo>
                  <a:pt x="345313" y="420242"/>
                </a:lnTo>
                <a:lnTo>
                  <a:pt x="334137" y="425703"/>
                </a:lnTo>
                <a:lnTo>
                  <a:pt x="324357" y="431164"/>
                </a:lnTo>
                <a:lnTo>
                  <a:pt x="313181" y="431164"/>
                </a:lnTo>
                <a:lnTo>
                  <a:pt x="302005" y="435228"/>
                </a:lnTo>
                <a:lnTo>
                  <a:pt x="292226" y="435228"/>
                </a:lnTo>
                <a:lnTo>
                  <a:pt x="281050" y="440689"/>
                </a:lnTo>
                <a:lnTo>
                  <a:pt x="269875" y="440689"/>
                </a:lnTo>
                <a:lnTo>
                  <a:pt x="258699" y="440689"/>
                </a:lnTo>
                <a:lnTo>
                  <a:pt x="248920" y="446150"/>
                </a:lnTo>
                <a:lnTo>
                  <a:pt x="232028" y="446150"/>
                </a:lnTo>
                <a:lnTo>
                  <a:pt x="220852" y="446150"/>
                </a:lnTo>
                <a:lnTo>
                  <a:pt x="211074" y="440689"/>
                </a:lnTo>
                <a:lnTo>
                  <a:pt x="199898" y="440689"/>
                </a:lnTo>
                <a:lnTo>
                  <a:pt x="188722" y="440689"/>
                </a:lnTo>
                <a:lnTo>
                  <a:pt x="178943" y="435228"/>
                </a:lnTo>
                <a:lnTo>
                  <a:pt x="167767" y="435228"/>
                </a:lnTo>
                <a:lnTo>
                  <a:pt x="156591" y="431164"/>
                </a:lnTo>
                <a:lnTo>
                  <a:pt x="145415" y="425703"/>
                </a:lnTo>
                <a:lnTo>
                  <a:pt x="135635" y="425703"/>
                </a:lnTo>
                <a:lnTo>
                  <a:pt x="124459" y="420242"/>
                </a:lnTo>
                <a:lnTo>
                  <a:pt x="113156" y="414782"/>
                </a:lnTo>
                <a:lnTo>
                  <a:pt x="101980" y="409321"/>
                </a:lnTo>
                <a:lnTo>
                  <a:pt x="92201" y="398525"/>
                </a:lnTo>
                <a:lnTo>
                  <a:pt x="86614" y="394462"/>
                </a:lnTo>
                <a:lnTo>
                  <a:pt x="75438" y="389000"/>
                </a:lnTo>
                <a:lnTo>
                  <a:pt x="69850" y="378078"/>
                </a:lnTo>
                <a:lnTo>
                  <a:pt x="60071" y="372617"/>
                </a:lnTo>
                <a:lnTo>
                  <a:pt x="54482" y="361823"/>
                </a:lnTo>
                <a:lnTo>
                  <a:pt x="43306" y="352298"/>
                </a:lnTo>
                <a:lnTo>
                  <a:pt x="37719" y="346837"/>
                </a:lnTo>
                <a:lnTo>
                  <a:pt x="32130" y="335914"/>
                </a:lnTo>
                <a:lnTo>
                  <a:pt x="26543" y="324992"/>
                </a:lnTo>
                <a:lnTo>
                  <a:pt x="22351" y="315467"/>
                </a:lnTo>
                <a:lnTo>
                  <a:pt x="16764" y="304673"/>
                </a:lnTo>
                <a:lnTo>
                  <a:pt x="11175" y="293750"/>
                </a:lnTo>
                <a:lnTo>
                  <a:pt x="11175" y="284225"/>
                </a:lnTo>
                <a:lnTo>
                  <a:pt x="5588" y="273303"/>
                </a:lnTo>
                <a:lnTo>
                  <a:pt x="5588" y="262509"/>
                </a:lnTo>
                <a:lnTo>
                  <a:pt x="0" y="251587"/>
                </a:lnTo>
                <a:lnTo>
                  <a:pt x="0" y="242062"/>
                </a:lnTo>
                <a:lnTo>
                  <a:pt x="0" y="231266"/>
                </a:lnTo>
                <a:lnTo>
                  <a:pt x="0" y="220345"/>
                </a:lnTo>
              </a:path>
            </a:pathLst>
          </a:custGeom>
          <a:noFill/>
          <a:ln w="12699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81" name="object 86"/>
          <p:cNvSpPr>
            <a:spLocks noChangeArrowheads="1"/>
          </p:cNvSpPr>
          <p:nvPr/>
        </p:nvSpPr>
        <p:spPr bwMode="auto">
          <a:xfrm>
            <a:off x="9828214" y="3022601"/>
            <a:ext cx="407987" cy="428625"/>
          </a:xfrm>
          <a:custGeom>
            <a:avLst/>
            <a:gdLst>
              <a:gd name="T0" fmla="*/ 0 w 408304"/>
              <a:gd name="T1" fmla="*/ 0 h 428625"/>
              <a:gd name="T2" fmla="*/ 408304 w 408304"/>
              <a:gd name="T3" fmla="*/ 428625 h 428625"/>
            </a:gdLst>
            <a:ahLst/>
            <a:cxnLst/>
            <a:rect l="T0" t="T1" r="T2" b="T3"/>
            <a:pathLst>
              <a:path w="408304" h="428625">
                <a:moveTo>
                  <a:pt x="0" y="428625"/>
                </a:moveTo>
                <a:lnTo>
                  <a:pt x="0" y="0"/>
                </a:lnTo>
                <a:lnTo>
                  <a:pt x="59817" y="0"/>
                </a:lnTo>
                <a:lnTo>
                  <a:pt x="349503" y="335025"/>
                </a:lnTo>
                <a:lnTo>
                  <a:pt x="349503" y="0"/>
                </a:lnTo>
                <a:lnTo>
                  <a:pt x="407924" y="0"/>
                </a:lnTo>
                <a:lnTo>
                  <a:pt x="407924" y="428625"/>
                </a:lnTo>
                <a:lnTo>
                  <a:pt x="354965" y="428625"/>
                </a:lnTo>
                <a:lnTo>
                  <a:pt x="64007" y="99060"/>
                </a:lnTo>
                <a:lnTo>
                  <a:pt x="64007" y="428625"/>
                </a:lnTo>
                <a:lnTo>
                  <a:pt x="0" y="42862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82" name="object 87"/>
          <p:cNvSpPr>
            <a:spLocks noChangeArrowheads="1"/>
          </p:cNvSpPr>
          <p:nvPr/>
        </p:nvSpPr>
        <p:spPr bwMode="auto">
          <a:xfrm>
            <a:off x="7754938" y="3810000"/>
            <a:ext cx="0" cy="749300"/>
          </a:xfrm>
          <a:custGeom>
            <a:avLst/>
            <a:gdLst>
              <a:gd name="T0" fmla="*/ 0 h 749300"/>
              <a:gd name="T1" fmla="*/ 749300 h 749300"/>
            </a:gdLst>
            <a:ahLst/>
            <a:cxnLst/>
            <a:rect l="0" t="T0" r="0" b="T1"/>
            <a:pathLst>
              <a:path h="749300">
                <a:moveTo>
                  <a:pt x="0" y="0"/>
                </a:moveTo>
                <a:lnTo>
                  <a:pt x="0" y="749300"/>
                </a:lnTo>
              </a:path>
            </a:pathLst>
          </a:custGeom>
          <a:noFill/>
          <a:ln w="381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83" name="object 88"/>
          <p:cNvSpPr>
            <a:spLocks noChangeArrowheads="1"/>
          </p:cNvSpPr>
          <p:nvPr/>
        </p:nvSpPr>
        <p:spPr bwMode="auto">
          <a:xfrm>
            <a:off x="7735888" y="3810000"/>
            <a:ext cx="38100" cy="749300"/>
          </a:xfrm>
          <a:custGeom>
            <a:avLst/>
            <a:gdLst>
              <a:gd name="T0" fmla="*/ 0 w 38100"/>
              <a:gd name="T1" fmla="*/ 0 h 749300"/>
              <a:gd name="T2" fmla="*/ 38100 w 38100"/>
              <a:gd name="T3" fmla="*/ 749300 h 749300"/>
            </a:gdLst>
            <a:ahLst/>
            <a:cxnLst/>
            <a:rect l="T0" t="T1" r="T2" b="T3"/>
            <a:pathLst>
              <a:path w="38100" h="749300">
                <a:moveTo>
                  <a:pt x="0" y="749300"/>
                </a:moveTo>
                <a:lnTo>
                  <a:pt x="38100" y="749300"/>
                </a:lnTo>
                <a:lnTo>
                  <a:pt x="38100" y="0"/>
                </a:lnTo>
                <a:lnTo>
                  <a:pt x="0" y="0"/>
                </a:lnTo>
                <a:lnTo>
                  <a:pt x="0" y="749300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84" name="object 89"/>
          <p:cNvSpPr>
            <a:spLocks noChangeArrowheads="1"/>
          </p:cNvSpPr>
          <p:nvPr/>
        </p:nvSpPr>
        <p:spPr bwMode="auto">
          <a:xfrm>
            <a:off x="7551738" y="3851275"/>
            <a:ext cx="411162" cy="666750"/>
          </a:xfrm>
          <a:custGeom>
            <a:avLst/>
            <a:gdLst>
              <a:gd name="T0" fmla="*/ 0 w 411479"/>
              <a:gd name="T1" fmla="*/ 0 h 666750"/>
              <a:gd name="T2" fmla="*/ 411479 w 411479"/>
              <a:gd name="T3" fmla="*/ 666750 h 666750"/>
            </a:gdLst>
            <a:ahLst/>
            <a:cxnLst/>
            <a:rect l="T0" t="T1" r="T2" b="T3"/>
            <a:pathLst>
              <a:path w="411479" h="666750">
                <a:moveTo>
                  <a:pt x="32131" y="0"/>
                </a:moveTo>
                <a:lnTo>
                  <a:pt x="0" y="14986"/>
                </a:lnTo>
                <a:lnTo>
                  <a:pt x="377571" y="666750"/>
                </a:lnTo>
                <a:lnTo>
                  <a:pt x="411099" y="650367"/>
                </a:lnTo>
                <a:lnTo>
                  <a:pt x="32131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85" name="object 90"/>
          <p:cNvSpPr>
            <a:spLocks noChangeArrowheads="1"/>
          </p:cNvSpPr>
          <p:nvPr/>
        </p:nvSpPr>
        <p:spPr bwMode="auto">
          <a:xfrm>
            <a:off x="7551738" y="3851275"/>
            <a:ext cx="411162" cy="666750"/>
          </a:xfrm>
          <a:custGeom>
            <a:avLst/>
            <a:gdLst>
              <a:gd name="T0" fmla="*/ 0 w 411479"/>
              <a:gd name="T1" fmla="*/ 0 h 666750"/>
              <a:gd name="T2" fmla="*/ 411479 w 411479"/>
              <a:gd name="T3" fmla="*/ 666750 h 666750"/>
            </a:gdLst>
            <a:ahLst/>
            <a:cxnLst/>
            <a:rect l="T0" t="T1" r="T2" b="T3"/>
            <a:pathLst>
              <a:path w="411479" h="666750">
                <a:moveTo>
                  <a:pt x="0" y="14986"/>
                </a:moveTo>
                <a:lnTo>
                  <a:pt x="32131" y="0"/>
                </a:lnTo>
                <a:lnTo>
                  <a:pt x="411099" y="650367"/>
                </a:lnTo>
                <a:lnTo>
                  <a:pt x="377571" y="666750"/>
                </a:lnTo>
                <a:lnTo>
                  <a:pt x="0" y="14986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86" name="object 91"/>
          <p:cNvSpPr>
            <a:spLocks noChangeArrowheads="1"/>
          </p:cNvSpPr>
          <p:nvPr/>
        </p:nvSpPr>
        <p:spPr bwMode="auto">
          <a:xfrm>
            <a:off x="7412038" y="3976689"/>
            <a:ext cx="684212" cy="409575"/>
          </a:xfrm>
          <a:custGeom>
            <a:avLst/>
            <a:gdLst>
              <a:gd name="T0" fmla="*/ 0 w 684529"/>
              <a:gd name="T1" fmla="*/ 0 h 409575"/>
              <a:gd name="T2" fmla="*/ 684529 w 684529"/>
              <a:gd name="T3" fmla="*/ 409575 h 409575"/>
            </a:gdLst>
            <a:ahLst/>
            <a:cxnLst/>
            <a:rect l="T0" t="T1" r="T2" b="T3"/>
            <a:pathLst>
              <a:path w="684529" h="409575">
                <a:moveTo>
                  <a:pt x="20827" y="0"/>
                </a:moveTo>
                <a:lnTo>
                  <a:pt x="0" y="36830"/>
                </a:lnTo>
                <a:lnTo>
                  <a:pt x="668781" y="409575"/>
                </a:lnTo>
                <a:lnTo>
                  <a:pt x="684149" y="378332"/>
                </a:lnTo>
                <a:lnTo>
                  <a:pt x="20827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87" name="object 92"/>
          <p:cNvSpPr>
            <a:spLocks noChangeArrowheads="1"/>
          </p:cNvSpPr>
          <p:nvPr/>
        </p:nvSpPr>
        <p:spPr bwMode="auto">
          <a:xfrm>
            <a:off x="7412038" y="3976689"/>
            <a:ext cx="684212" cy="409575"/>
          </a:xfrm>
          <a:custGeom>
            <a:avLst/>
            <a:gdLst>
              <a:gd name="T0" fmla="*/ 0 w 684529"/>
              <a:gd name="T1" fmla="*/ 0 h 409575"/>
              <a:gd name="T2" fmla="*/ 684529 w 684529"/>
              <a:gd name="T3" fmla="*/ 409575 h 409575"/>
            </a:gdLst>
            <a:ahLst/>
            <a:cxnLst/>
            <a:rect l="T0" t="T1" r="T2" b="T3"/>
            <a:pathLst>
              <a:path w="684529" h="409575">
                <a:moveTo>
                  <a:pt x="0" y="36830"/>
                </a:moveTo>
                <a:lnTo>
                  <a:pt x="20827" y="0"/>
                </a:lnTo>
                <a:lnTo>
                  <a:pt x="684149" y="378332"/>
                </a:lnTo>
                <a:lnTo>
                  <a:pt x="668781" y="409575"/>
                </a:lnTo>
                <a:lnTo>
                  <a:pt x="0" y="3683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88" name="object 93"/>
          <p:cNvSpPr>
            <a:spLocks noChangeArrowheads="1"/>
          </p:cNvSpPr>
          <p:nvPr/>
        </p:nvSpPr>
        <p:spPr bwMode="auto">
          <a:xfrm>
            <a:off x="7542213" y="3851275"/>
            <a:ext cx="425450" cy="666750"/>
          </a:xfrm>
          <a:custGeom>
            <a:avLst/>
            <a:gdLst>
              <a:gd name="T0" fmla="*/ 0 w 425450"/>
              <a:gd name="T1" fmla="*/ 0 h 666750"/>
              <a:gd name="T2" fmla="*/ 425450 w 425450"/>
              <a:gd name="T3" fmla="*/ 666750 h 666750"/>
            </a:gdLst>
            <a:ahLst/>
            <a:cxnLst/>
            <a:rect l="T0" t="T1" r="T2" b="T3"/>
            <a:pathLst>
              <a:path w="425450" h="666750">
                <a:moveTo>
                  <a:pt x="391922" y="0"/>
                </a:moveTo>
                <a:lnTo>
                  <a:pt x="0" y="645032"/>
                </a:lnTo>
                <a:lnTo>
                  <a:pt x="37591" y="666750"/>
                </a:lnTo>
                <a:lnTo>
                  <a:pt x="425450" y="20447"/>
                </a:lnTo>
                <a:lnTo>
                  <a:pt x="391922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89" name="object 94"/>
          <p:cNvSpPr>
            <a:spLocks noChangeArrowheads="1"/>
          </p:cNvSpPr>
          <p:nvPr/>
        </p:nvSpPr>
        <p:spPr bwMode="auto">
          <a:xfrm>
            <a:off x="7542213" y="3851275"/>
            <a:ext cx="425450" cy="666750"/>
          </a:xfrm>
          <a:custGeom>
            <a:avLst/>
            <a:gdLst>
              <a:gd name="T0" fmla="*/ 0 w 425450"/>
              <a:gd name="T1" fmla="*/ 0 h 666750"/>
              <a:gd name="T2" fmla="*/ 425450 w 425450"/>
              <a:gd name="T3" fmla="*/ 666750 h 666750"/>
            </a:gdLst>
            <a:ahLst/>
            <a:cxnLst/>
            <a:rect l="T0" t="T1" r="T2" b="T3"/>
            <a:pathLst>
              <a:path w="425450" h="666750">
                <a:moveTo>
                  <a:pt x="37591" y="666750"/>
                </a:moveTo>
                <a:lnTo>
                  <a:pt x="0" y="645032"/>
                </a:lnTo>
                <a:lnTo>
                  <a:pt x="391922" y="0"/>
                </a:lnTo>
                <a:lnTo>
                  <a:pt x="425450" y="20447"/>
                </a:lnTo>
                <a:lnTo>
                  <a:pt x="37591" y="66675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90" name="object 95"/>
          <p:cNvSpPr>
            <a:spLocks noChangeArrowheads="1"/>
          </p:cNvSpPr>
          <p:nvPr/>
        </p:nvSpPr>
        <p:spPr bwMode="auto">
          <a:xfrm>
            <a:off x="7412038" y="3987800"/>
            <a:ext cx="690562" cy="393700"/>
          </a:xfrm>
          <a:custGeom>
            <a:avLst/>
            <a:gdLst>
              <a:gd name="T0" fmla="*/ 0 w 690879"/>
              <a:gd name="T1" fmla="*/ 0 h 393700"/>
              <a:gd name="T2" fmla="*/ 690879 w 690879"/>
              <a:gd name="T3" fmla="*/ 393700 h 393700"/>
            </a:gdLst>
            <a:ahLst/>
            <a:cxnLst/>
            <a:rect l="T0" t="T1" r="T2" b="T3"/>
            <a:pathLst>
              <a:path w="690879" h="393700">
                <a:moveTo>
                  <a:pt x="669544" y="0"/>
                </a:moveTo>
                <a:lnTo>
                  <a:pt x="0" y="361061"/>
                </a:lnTo>
                <a:lnTo>
                  <a:pt x="16763" y="393700"/>
                </a:lnTo>
                <a:lnTo>
                  <a:pt x="690499" y="31242"/>
                </a:lnTo>
                <a:lnTo>
                  <a:pt x="66954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91" name="object 96"/>
          <p:cNvSpPr>
            <a:spLocks noChangeArrowheads="1"/>
          </p:cNvSpPr>
          <p:nvPr/>
        </p:nvSpPr>
        <p:spPr bwMode="auto">
          <a:xfrm>
            <a:off x="7412038" y="3987800"/>
            <a:ext cx="690562" cy="393700"/>
          </a:xfrm>
          <a:custGeom>
            <a:avLst/>
            <a:gdLst>
              <a:gd name="T0" fmla="*/ 0 w 690879"/>
              <a:gd name="T1" fmla="*/ 0 h 393700"/>
              <a:gd name="T2" fmla="*/ 690879 w 690879"/>
              <a:gd name="T3" fmla="*/ 393700 h 393700"/>
            </a:gdLst>
            <a:ahLst/>
            <a:cxnLst/>
            <a:rect l="T0" t="T1" r="T2" b="T3"/>
            <a:pathLst>
              <a:path w="690879" h="393700">
                <a:moveTo>
                  <a:pt x="16763" y="393700"/>
                </a:moveTo>
                <a:lnTo>
                  <a:pt x="0" y="361061"/>
                </a:lnTo>
                <a:lnTo>
                  <a:pt x="669544" y="0"/>
                </a:lnTo>
                <a:lnTo>
                  <a:pt x="690499" y="31242"/>
                </a:lnTo>
                <a:lnTo>
                  <a:pt x="16763" y="39370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92" name="object 97"/>
          <p:cNvSpPr>
            <a:spLocks noChangeArrowheads="1"/>
          </p:cNvSpPr>
          <p:nvPr/>
        </p:nvSpPr>
        <p:spPr bwMode="auto">
          <a:xfrm>
            <a:off x="7369176" y="4181475"/>
            <a:ext cx="771525" cy="0"/>
          </a:xfrm>
          <a:custGeom>
            <a:avLst/>
            <a:gdLst>
              <a:gd name="T0" fmla="*/ 0 w 771525"/>
              <a:gd name="T1" fmla="*/ 771525 w 771525"/>
            </a:gdLst>
            <a:ahLst/>
            <a:cxnLst/>
            <a:rect l="T0" t="0" r="T1" b="0"/>
            <a:pathLst>
              <a:path w="77152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/>
          <a:ln w="41275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93" name="object 98"/>
          <p:cNvSpPr>
            <a:spLocks noChangeArrowheads="1"/>
          </p:cNvSpPr>
          <p:nvPr/>
        </p:nvSpPr>
        <p:spPr bwMode="auto">
          <a:xfrm>
            <a:off x="7369176" y="4160839"/>
            <a:ext cx="771525" cy="41275"/>
          </a:xfrm>
          <a:custGeom>
            <a:avLst/>
            <a:gdLst>
              <a:gd name="T0" fmla="*/ 0 w 771525"/>
              <a:gd name="T1" fmla="*/ 0 h 41275"/>
              <a:gd name="T2" fmla="*/ 771525 w 771525"/>
              <a:gd name="T3" fmla="*/ 41275 h 41275"/>
            </a:gdLst>
            <a:ahLst/>
            <a:cxnLst/>
            <a:rect l="T0" t="T1" r="T2" b="T3"/>
            <a:pathLst>
              <a:path w="771525" h="41275">
                <a:moveTo>
                  <a:pt x="0" y="41275"/>
                </a:moveTo>
                <a:lnTo>
                  <a:pt x="771525" y="41275"/>
                </a:lnTo>
                <a:lnTo>
                  <a:pt x="771525" y="0"/>
                </a:lnTo>
                <a:lnTo>
                  <a:pt x="0" y="0"/>
                </a:lnTo>
                <a:lnTo>
                  <a:pt x="0" y="41275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94" name="object 99"/>
          <p:cNvSpPr>
            <a:spLocks noChangeArrowheads="1"/>
          </p:cNvSpPr>
          <p:nvPr/>
        </p:nvSpPr>
        <p:spPr bwMode="auto">
          <a:xfrm>
            <a:off x="7670800" y="3914775"/>
            <a:ext cx="173038" cy="539750"/>
          </a:xfrm>
          <a:custGeom>
            <a:avLst/>
            <a:gdLst>
              <a:gd name="T0" fmla="*/ 0 w 173354"/>
              <a:gd name="T1" fmla="*/ 0 h 539750"/>
              <a:gd name="T2" fmla="*/ 173354 w 173354"/>
              <a:gd name="T3" fmla="*/ 539750 h 539750"/>
            </a:gdLst>
            <a:ahLst/>
            <a:cxnLst/>
            <a:rect l="T0" t="T1" r="T2" b="T3"/>
            <a:pathLst>
              <a:path w="173354" h="539750">
                <a:moveTo>
                  <a:pt x="27939" y="0"/>
                </a:moveTo>
                <a:lnTo>
                  <a:pt x="0" y="5461"/>
                </a:lnTo>
                <a:lnTo>
                  <a:pt x="140970" y="539750"/>
                </a:lnTo>
                <a:lnTo>
                  <a:pt x="173100" y="528955"/>
                </a:lnTo>
                <a:lnTo>
                  <a:pt x="27939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95" name="object 100"/>
          <p:cNvSpPr>
            <a:spLocks noChangeArrowheads="1"/>
          </p:cNvSpPr>
          <p:nvPr/>
        </p:nvSpPr>
        <p:spPr bwMode="auto">
          <a:xfrm>
            <a:off x="7670800" y="3914775"/>
            <a:ext cx="173038" cy="539750"/>
          </a:xfrm>
          <a:custGeom>
            <a:avLst/>
            <a:gdLst>
              <a:gd name="T0" fmla="*/ 0 w 173354"/>
              <a:gd name="T1" fmla="*/ 0 h 539750"/>
              <a:gd name="T2" fmla="*/ 173354 w 173354"/>
              <a:gd name="T3" fmla="*/ 539750 h 539750"/>
            </a:gdLst>
            <a:ahLst/>
            <a:cxnLst/>
            <a:rect l="T0" t="T1" r="T2" b="T3"/>
            <a:pathLst>
              <a:path w="173354" h="539750">
                <a:moveTo>
                  <a:pt x="0" y="5461"/>
                </a:moveTo>
                <a:lnTo>
                  <a:pt x="27939" y="0"/>
                </a:lnTo>
                <a:lnTo>
                  <a:pt x="173100" y="528955"/>
                </a:lnTo>
                <a:lnTo>
                  <a:pt x="140970" y="539750"/>
                </a:lnTo>
                <a:lnTo>
                  <a:pt x="0" y="5461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96" name="object 101"/>
          <p:cNvSpPr>
            <a:spLocks noChangeArrowheads="1"/>
          </p:cNvSpPr>
          <p:nvPr/>
        </p:nvSpPr>
        <p:spPr bwMode="auto">
          <a:xfrm>
            <a:off x="7546976" y="3976689"/>
            <a:ext cx="415925" cy="414337"/>
          </a:xfrm>
          <a:custGeom>
            <a:avLst/>
            <a:gdLst>
              <a:gd name="T0" fmla="*/ 0 w 415925"/>
              <a:gd name="T1" fmla="*/ 0 h 414654"/>
              <a:gd name="T2" fmla="*/ 415925 w 415925"/>
              <a:gd name="T3" fmla="*/ 414654 h 414654"/>
            </a:gdLst>
            <a:ahLst/>
            <a:cxnLst/>
            <a:rect l="T0" t="T1" r="T2" b="T3"/>
            <a:pathLst>
              <a:path w="415925" h="414654">
                <a:moveTo>
                  <a:pt x="22351" y="0"/>
                </a:moveTo>
                <a:lnTo>
                  <a:pt x="0" y="21843"/>
                </a:lnTo>
                <a:lnTo>
                  <a:pt x="393573" y="414400"/>
                </a:lnTo>
                <a:lnTo>
                  <a:pt x="415925" y="394081"/>
                </a:lnTo>
                <a:lnTo>
                  <a:pt x="22351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97" name="object 102"/>
          <p:cNvSpPr>
            <a:spLocks noChangeArrowheads="1"/>
          </p:cNvSpPr>
          <p:nvPr/>
        </p:nvSpPr>
        <p:spPr bwMode="auto">
          <a:xfrm>
            <a:off x="7546976" y="3976689"/>
            <a:ext cx="415925" cy="414337"/>
          </a:xfrm>
          <a:custGeom>
            <a:avLst/>
            <a:gdLst>
              <a:gd name="T0" fmla="*/ 0 w 415925"/>
              <a:gd name="T1" fmla="*/ 0 h 414654"/>
              <a:gd name="T2" fmla="*/ 415925 w 415925"/>
              <a:gd name="T3" fmla="*/ 414654 h 414654"/>
            </a:gdLst>
            <a:ahLst/>
            <a:cxnLst/>
            <a:rect l="T0" t="T1" r="T2" b="T3"/>
            <a:pathLst>
              <a:path w="415925" h="414654">
                <a:moveTo>
                  <a:pt x="0" y="21843"/>
                </a:moveTo>
                <a:lnTo>
                  <a:pt x="22351" y="0"/>
                </a:lnTo>
                <a:lnTo>
                  <a:pt x="415925" y="394081"/>
                </a:lnTo>
                <a:lnTo>
                  <a:pt x="393573" y="414400"/>
                </a:lnTo>
                <a:lnTo>
                  <a:pt x="0" y="21843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98" name="object 103"/>
          <p:cNvSpPr>
            <a:spLocks noChangeArrowheads="1"/>
          </p:cNvSpPr>
          <p:nvPr/>
        </p:nvSpPr>
        <p:spPr bwMode="auto">
          <a:xfrm>
            <a:off x="7481888" y="4097339"/>
            <a:ext cx="550862" cy="173037"/>
          </a:xfrm>
          <a:custGeom>
            <a:avLst/>
            <a:gdLst>
              <a:gd name="T0" fmla="*/ 0 w 551179"/>
              <a:gd name="T1" fmla="*/ 0 h 173354"/>
              <a:gd name="T2" fmla="*/ 551179 w 551179"/>
              <a:gd name="T3" fmla="*/ 173354 h 173354"/>
            </a:gdLst>
            <a:ahLst/>
            <a:cxnLst/>
            <a:rect l="T0" t="T1" r="T2" b="T3"/>
            <a:pathLst>
              <a:path w="551179" h="173354">
                <a:moveTo>
                  <a:pt x="5587" y="0"/>
                </a:moveTo>
                <a:lnTo>
                  <a:pt x="0" y="25907"/>
                </a:lnTo>
                <a:lnTo>
                  <a:pt x="539623" y="173100"/>
                </a:lnTo>
                <a:lnTo>
                  <a:pt x="550799" y="147193"/>
                </a:lnTo>
                <a:lnTo>
                  <a:pt x="5587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99" name="object 104"/>
          <p:cNvSpPr>
            <a:spLocks noChangeArrowheads="1"/>
          </p:cNvSpPr>
          <p:nvPr/>
        </p:nvSpPr>
        <p:spPr bwMode="auto">
          <a:xfrm>
            <a:off x="7481888" y="4097339"/>
            <a:ext cx="550862" cy="173037"/>
          </a:xfrm>
          <a:custGeom>
            <a:avLst/>
            <a:gdLst>
              <a:gd name="T0" fmla="*/ 0 w 551179"/>
              <a:gd name="T1" fmla="*/ 0 h 173354"/>
              <a:gd name="T2" fmla="*/ 551179 w 551179"/>
              <a:gd name="T3" fmla="*/ 173354 h 173354"/>
            </a:gdLst>
            <a:ahLst/>
            <a:cxnLst/>
            <a:rect l="T0" t="T1" r="T2" b="T3"/>
            <a:pathLst>
              <a:path w="551179" h="173354">
                <a:moveTo>
                  <a:pt x="0" y="25907"/>
                </a:moveTo>
                <a:lnTo>
                  <a:pt x="5587" y="0"/>
                </a:lnTo>
                <a:lnTo>
                  <a:pt x="550799" y="147193"/>
                </a:lnTo>
                <a:lnTo>
                  <a:pt x="539623" y="173100"/>
                </a:lnTo>
                <a:lnTo>
                  <a:pt x="0" y="25907"/>
                </a:lnTo>
              </a:path>
            </a:pathLst>
          </a:custGeom>
          <a:noFill/>
          <a:ln w="12699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00" name="object 105"/>
          <p:cNvSpPr>
            <a:spLocks noChangeArrowheads="1"/>
          </p:cNvSpPr>
          <p:nvPr/>
        </p:nvSpPr>
        <p:spPr bwMode="auto">
          <a:xfrm>
            <a:off x="7664450" y="3914775"/>
            <a:ext cx="185738" cy="534988"/>
          </a:xfrm>
          <a:custGeom>
            <a:avLst/>
            <a:gdLst>
              <a:gd name="T0" fmla="*/ 0 w 186054"/>
              <a:gd name="T1" fmla="*/ 0 h 535304"/>
              <a:gd name="T2" fmla="*/ 186054 w 186054"/>
              <a:gd name="T3" fmla="*/ 535304 h 535304"/>
            </a:gdLst>
            <a:ahLst/>
            <a:cxnLst/>
            <a:rect l="T0" t="T1" r="T2" b="T3"/>
            <a:pathLst>
              <a:path w="186054" h="535304">
                <a:moveTo>
                  <a:pt x="157607" y="0"/>
                </a:moveTo>
                <a:lnTo>
                  <a:pt x="0" y="529589"/>
                </a:lnTo>
                <a:lnTo>
                  <a:pt x="28194" y="534924"/>
                </a:lnTo>
                <a:lnTo>
                  <a:pt x="185800" y="10922"/>
                </a:lnTo>
                <a:lnTo>
                  <a:pt x="157607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01" name="object 106"/>
          <p:cNvSpPr>
            <a:spLocks noChangeArrowheads="1"/>
          </p:cNvSpPr>
          <p:nvPr/>
        </p:nvSpPr>
        <p:spPr bwMode="auto">
          <a:xfrm>
            <a:off x="7664450" y="3914775"/>
            <a:ext cx="185738" cy="534988"/>
          </a:xfrm>
          <a:custGeom>
            <a:avLst/>
            <a:gdLst>
              <a:gd name="T0" fmla="*/ 0 w 186054"/>
              <a:gd name="T1" fmla="*/ 0 h 535304"/>
              <a:gd name="T2" fmla="*/ 186054 w 186054"/>
              <a:gd name="T3" fmla="*/ 535304 h 535304"/>
            </a:gdLst>
            <a:ahLst/>
            <a:cxnLst/>
            <a:rect l="T0" t="T1" r="T2" b="T3"/>
            <a:pathLst>
              <a:path w="186054" h="535304">
                <a:moveTo>
                  <a:pt x="28194" y="534924"/>
                </a:moveTo>
                <a:lnTo>
                  <a:pt x="0" y="529589"/>
                </a:lnTo>
                <a:lnTo>
                  <a:pt x="157607" y="0"/>
                </a:lnTo>
                <a:lnTo>
                  <a:pt x="185800" y="10922"/>
                </a:lnTo>
                <a:lnTo>
                  <a:pt x="28194" y="534924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02" name="object 107"/>
          <p:cNvSpPr>
            <a:spLocks noChangeArrowheads="1"/>
          </p:cNvSpPr>
          <p:nvPr/>
        </p:nvSpPr>
        <p:spPr bwMode="auto">
          <a:xfrm>
            <a:off x="7542213" y="3981450"/>
            <a:ext cx="425450" cy="400050"/>
          </a:xfrm>
          <a:custGeom>
            <a:avLst/>
            <a:gdLst>
              <a:gd name="T0" fmla="*/ 0 w 425450"/>
              <a:gd name="T1" fmla="*/ 0 h 400050"/>
              <a:gd name="T2" fmla="*/ 425450 w 425450"/>
              <a:gd name="T3" fmla="*/ 400050 h 400050"/>
            </a:gdLst>
            <a:ahLst/>
            <a:cxnLst/>
            <a:rect l="T0" t="T1" r="T2" b="T3"/>
            <a:pathLst>
              <a:path w="425450" h="400050">
                <a:moveTo>
                  <a:pt x="408686" y="0"/>
                </a:moveTo>
                <a:lnTo>
                  <a:pt x="0" y="383667"/>
                </a:lnTo>
                <a:lnTo>
                  <a:pt x="20827" y="400050"/>
                </a:lnTo>
                <a:lnTo>
                  <a:pt x="425450" y="21717"/>
                </a:lnTo>
                <a:lnTo>
                  <a:pt x="408686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03" name="object 108"/>
          <p:cNvSpPr>
            <a:spLocks noChangeArrowheads="1"/>
          </p:cNvSpPr>
          <p:nvPr/>
        </p:nvSpPr>
        <p:spPr bwMode="auto">
          <a:xfrm>
            <a:off x="7542213" y="3981450"/>
            <a:ext cx="425450" cy="400050"/>
          </a:xfrm>
          <a:custGeom>
            <a:avLst/>
            <a:gdLst>
              <a:gd name="T0" fmla="*/ 0 w 425450"/>
              <a:gd name="T1" fmla="*/ 0 h 400050"/>
              <a:gd name="T2" fmla="*/ 425450 w 425450"/>
              <a:gd name="T3" fmla="*/ 400050 h 400050"/>
            </a:gdLst>
            <a:ahLst/>
            <a:cxnLst/>
            <a:rect l="T0" t="T1" r="T2" b="T3"/>
            <a:pathLst>
              <a:path w="425450" h="400050">
                <a:moveTo>
                  <a:pt x="20827" y="400050"/>
                </a:moveTo>
                <a:lnTo>
                  <a:pt x="0" y="383667"/>
                </a:lnTo>
                <a:lnTo>
                  <a:pt x="408686" y="0"/>
                </a:lnTo>
                <a:lnTo>
                  <a:pt x="425450" y="21717"/>
                </a:lnTo>
                <a:lnTo>
                  <a:pt x="20827" y="40005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04" name="object 109"/>
          <p:cNvSpPr>
            <a:spLocks noChangeArrowheads="1"/>
          </p:cNvSpPr>
          <p:nvPr/>
        </p:nvSpPr>
        <p:spPr bwMode="auto">
          <a:xfrm>
            <a:off x="7477126" y="4097339"/>
            <a:ext cx="555625" cy="168275"/>
          </a:xfrm>
          <a:custGeom>
            <a:avLst/>
            <a:gdLst>
              <a:gd name="T0" fmla="*/ 0 w 555625"/>
              <a:gd name="T1" fmla="*/ 0 h 168275"/>
              <a:gd name="T2" fmla="*/ 555625 w 555625"/>
              <a:gd name="T3" fmla="*/ 168275 h 168275"/>
            </a:gdLst>
            <a:ahLst/>
            <a:cxnLst/>
            <a:rect l="T0" t="T1" r="T2" b="T3"/>
            <a:pathLst>
              <a:path w="555625" h="168275">
                <a:moveTo>
                  <a:pt x="544449" y="0"/>
                </a:moveTo>
                <a:lnTo>
                  <a:pt x="0" y="141224"/>
                </a:lnTo>
                <a:lnTo>
                  <a:pt x="5587" y="168275"/>
                </a:lnTo>
                <a:lnTo>
                  <a:pt x="555625" y="31242"/>
                </a:lnTo>
                <a:lnTo>
                  <a:pt x="544449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05" name="object 110"/>
          <p:cNvSpPr>
            <a:spLocks noChangeArrowheads="1"/>
          </p:cNvSpPr>
          <p:nvPr/>
        </p:nvSpPr>
        <p:spPr bwMode="auto">
          <a:xfrm>
            <a:off x="7477126" y="4097339"/>
            <a:ext cx="555625" cy="168275"/>
          </a:xfrm>
          <a:custGeom>
            <a:avLst/>
            <a:gdLst>
              <a:gd name="T0" fmla="*/ 0 w 555625"/>
              <a:gd name="T1" fmla="*/ 0 h 168275"/>
              <a:gd name="T2" fmla="*/ 555625 w 555625"/>
              <a:gd name="T3" fmla="*/ 168275 h 168275"/>
            </a:gdLst>
            <a:ahLst/>
            <a:cxnLst/>
            <a:rect l="T0" t="T1" r="T2" b="T3"/>
            <a:pathLst>
              <a:path w="555625" h="168275">
                <a:moveTo>
                  <a:pt x="0" y="141224"/>
                </a:moveTo>
                <a:lnTo>
                  <a:pt x="544449" y="0"/>
                </a:lnTo>
                <a:lnTo>
                  <a:pt x="555625" y="31242"/>
                </a:lnTo>
                <a:lnTo>
                  <a:pt x="5587" y="168275"/>
                </a:lnTo>
                <a:lnTo>
                  <a:pt x="0" y="141224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06" name="object 111"/>
          <p:cNvSpPr>
            <a:spLocks noChangeArrowheads="1"/>
          </p:cNvSpPr>
          <p:nvPr/>
        </p:nvSpPr>
        <p:spPr bwMode="auto">
          <a:xfrm>
            <a:off x="7815264" y="4189413"/>
            <a:ext cx="2492375" cy="0"/>
          </a:xfrm>
          <a:custGeom>
            <a:avLst/>
            <a:gdLst>
              <a:gd name="T0" fmla="*/ 0 w 2492375"/>
              <a:gd name="T1" fmla="*/ 2492375 w 2492375"/>
            </a:gdLst>
            <a:ahLst/>
            <a:cxnLst/>
            <a:rect l="T0" t="0" r="T1" b="0"/>
            <a:pathLst>
              <a:path w="2492375">
                <a:moveTo>
                  <a:pt x="0" y="0"/>
                </a:moveTo>
                <a:lnTo>
                  <a:pt x="2492375" y="0"/>
                </a:lnTo>
              </a:path>
            </a:pathLst>
          </a:custGeom>
          <a:noFill/>
          <a:ln w="47625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07" name="object 112"/>
          <p:cNvSpPr>
            <a:spLocks noChangeArrowheads="1"/>
          </p:cNvSpPr>
          <p:nvPr/>
        </p:nvSpPr>
        <p:spPr bwMode="auto">
          <a:xfrm>
            <a:off x="7815264" y="4165601"/>
            <a:ext cx="2492375" cy="47625"/>
          </a:xfrm>
          <a:custGeom>
            <a:avLst/>
            <a:gdLst>
              <a:gd name="T0" fmla="*/ 0 w 2492375"/>
              <a:gd name="T1" fmla="*/ 0 h 47625"/>
              <a:gd name="T2" fmla="*/ 2492375 w 2492375"/>
              <a:gd name="T3" fmla="*/ 47625 h 47625"/>
            </a:gdLst>
            <a:ahLst/>
            <a:cxnLst/>
            <a:rect l="T0" t="T1" r="T2" b="T3"/>
            <a:pathLst>
              <a:path w="2492375" h="47625">
                <a:moveTo>
                  <a:pt x="0" y="47625"/>
                </a:moveTo>
                <a:lnTo>
                  <a:pt x="2492375" y="47625"/>
                </a:lnTo>
                <a:lnTo>
                  <a:pt x="2492375" y="0"/>
                </a:lnTo>
                <a:lnTo>
                  <a:pt x="0" y="0"/>
                </a:lnTo>
                <a:lnTo>
                  <a:pt x="0" y="47625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08" name="object 113"/>
          <p:cNvSpPr>
            <a:spLocks noChangeArrowheads="1"/>
          </p:cNvSpPr>
          <p:nvPr/>
        </p:nvSpPr>
        <p:spPr bwMode="auto">
          <a:xfrm>
            <a:off x="7621588" y="4056064"/>
            <a:ext cx="265112" cy="255587"/>
          </a:xfrm>
          <a:custGeom>
            <a:avLst/>
            <a:gdLst>
              <a:gd name="T0" fmla="*/ 0 w 265429"/>
              <a:gd name="T1" fmla="*/ 0 h 255904"/>
              <a:gd name="T2" fmla="*/ 265429 w 265429"/>
              <a:gd name="T3" fmla="*/ 255904 h 255904"/>
            </a:gdLst>
            <a:ahLst/>
            <a:cxnLst/>
            <a:rect l="T0" t="T1" r="T2" b="T3"/>
            <a:pathLst>
              <a:path w="265429" h="255904">
                <a:moveTo>
                  <a:pt x="129666" y="0"/>
                </a:moveTo>
                <a:lnTo>
                  <a:pt x="108712" y="5461"/>
                </a:lnTo>
                <a:lnTo>
                  <a:pt x="80899" y="10921"/>
                </a:lnTo>
                <a:lnTo>
                  <a:pt x="59944" y="27050"/>
                </a:lnTo>
                <a:lnTo>
                  <a:pt x="38988" y="36575"/>
                </a:lnTo>
                <a:lnTo>
                  <a:pt x="22225" y="58165"/>
                </a:lnTo>
                <a:lnTo>
                  <a:pt x="11049" y="78486"/>
                </a:lnTo>
                <a:lnTo>
                  <a:pt x="0" y="104139"/>
                </a:lnTo>
                <a:lnTo>
                  <a:pt x="0" y="156971"/>
                </a:lnTo>
                <a:lnTo>
                  <a:pt x="11049" y="177164"/>
                </a:lnTo>
                <a:lnTo>
                  <a:pt x="22225" y="198881"/>
                </a:lnTo>
                <a:lnTo>
                  <a:pt x="38988" y="219201"/>
                </a:lnTo>
                <a:lnTo>
                  <a:pt x="59944" y="235331"/>
                </a:lnTo>
                <a:lnTo>
                  <a:pt x="80899" y="246125"/>
                </a:lnTo>
                <a:lnTo>
                  <a:pt x="108712" y="255650"/>
                </a:lnTo>
                <a:lnTo>
                  <a:pt x="156210" y="255650"/>
                </a:lnTo>
                <a:lnTo>
                  <a:pt x="205104" y="235331"/>
                </a:lnTo>
                <a:lnTo>
                  <a:pt x="242697" y="198881"/>
                </a:lnTo>
                <a:lnTo>
                  <a:pt x="259461" y="156971"/>
                </a:lnTo>
                <a:lnTo>
                  <a:pt x="265049" y="131190"/>
                </a:lnTo>
                <a:lnTo>
                  <a:pt x="259461" y="104139"/>
                </a:lnTo>
                <a:lnTo>
                  <a:pt x="253873" y="78486"/>
                </a:lnTo>
                <a:lnTo>
                  <a:pt x="242697" y="58165"/>
                </a:lnTo>
                <a:lnTo>
                  <a:pt x="227329" y="36575"/>
                </a:lnTo>
                <a:lnTo>
                  <a:pt x="205104" y="27050"/>
                </a:lnTo>
                <a:lnTo>
                  <a:pt x="184150" y="10921"/>
                </a:lnTo>
                <a:lnTo>
                  <a:pt x="156210" y="5461"/>
                </a:lnTo>
                <a:lnTo>
                  <a:pt x="129666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09" name="object 114"/>
          <p:cNvSpPr txBox="1">
            <a:spLocks noChangeArrowheads="1"/>
          </p:cNvSpPr>
          <p:nvPr/>
        </p:nvSpPr>
        <p:spPr bwMode="auto">
          <a:xfrm>
            <a:off x="8199438" y="3705226"/>
            <a:ext cx="2146300" cy="118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4476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140"/>
              </a:lnSpc>
              <a:spcBef>
                <a:spcPts val="100"/>
              </a:spcBef>
            </a:pPr>
            <a:r>
              <a:rPr lang="en-US" altLang="en-US" sz="1000"/>
              <a:t>Laser Radiation-</a:t>
            </a:r>
            <a:endParaRPr lang="en-US" altLang="en-US" sz="1000"/>
          </a:p>
          <a:p>
            <a:pPr eaLnBrk="1" hangingPunct="1">
              <a:lnSpc>
                <a:spcPts val="1075"/>
              </a:lnSpc>
              <a:spcBef>
                <a:spcPts val="75"/>
              </a:spcBef>
            </a:pPr>
            <a:r>
              <a:rPr lang="en-US" altLang="en-US" sz="1000"/>
              <a:t>Do Not Stare Into Beam or View  Directly With Optical Instruments</a:t>
            </a:r>
            <a:endParaRPr lang="en-US" altLang="en-US" sz="1000"/>
          </a:p>
          <a:p>
            <a:pPr eaLnBrk="1" hangingPunct="1">
              <a:spcBef>
                <a:spcPts val="25"/>
              </a:spcBef>
            </a:pPr>
            <a:endParaRPr lang="en-US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en-US" sz="1400"/>
              <a:t>Helium Neon Laser  5 milliwatt max/cw</a:t>
            </a:r>
            <a:endParaRPr lang="en-US" altLang="en-US" sz="1400"/>
          </a:p>
          <a:p>
            <a:pPr eaLnBrk="1" hangingPunct="1">
              <a:spcBef>
                <a:spcPts val="15"/>
              </a:spcBef>
            </a:pPr>
            <a:r>
              <a:rPr lang="en-US" altLang="en-US" sz="900"/>
              <a:t>CLASS IIIa LASER PRODUCT</a:t>
            </a:r>
            <a:endParaRPr lang="en-US" altLang="en-US" sz="900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object 2"/>
          <p:cNvSpPr>
            <a:spLocks noChangeArrowheads="1"/>
          </p:cNvSpPr>
          <p:nvPr/>
        </p:nvSpPr>
        <p:spPr bwMode="auto">
          <a:xfrm>
            <a:off x="2057400" y="1981201"/>
            <a:ext cx="5257800" cy="4284663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3" name="object 3"/>
          <p:cNvSpPr>
            <a:spLocks noChangeArrowheads="1"/>
          </p:cNvSpPr>
          <p:nvPr/>
        </p:nvSpPr>
        <p:spPr bwMode="auto">
          <a:xfrm>
            <a:off x="2038350" y="1962151"/>
            <a:ext cx="5295900" cy="4322763"/>
          </a:xfrm>
          <a:custGeom>
            <a:avLst/>
            <a:gdLst>
              <a:gd name="T0" fmla="*/ 0 w 5295900"/>
              <a:gd name="T1" fmla="*/ 0 h 4323080"/>
              <a:gd name="T2" fmla="*/ 5295900 w 5295900"/>
              <a:gd name="T3" fmla="*/ 4323080 h 4323080"/>
            </a:gdLst>
            <a:ahLst/>
            <a:cxnLst/>
            <a:rect l="T0" t="T1" r="T2" b="T3"/>
            <a:pathLst>
              <a:path w="5295900" h="4323080">
                <a:moveTo>
                  <a:pt x="0" y="4322826"/>
                </a:moveTo>
                <a:lnTo>
                  <a:pt x="5295900" y="4322826"/>
                </a:lnTo>
                <a:lnTo>
                  <a:pt x="5295900" y="0"/>
                </a:lnTo>
                <a:lnTo>
                  <a:pt x="0" y="0"/>
                </a:lnTo>
                <a:lnTo>
                  <a:pt x="0" y="4322826"/>
                </a:lnTo>
                <a:close/>
              </a:path>
            </a:pathLst>
          </a:custGeom>
          <a:noFill/>
          <a:ln w="38099">
            <a:solidFill>
              <a:srgbClr val="C0C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52600" y="304801"/>
            <a:ext cx="3113088" cy="620939"/>
          </a:xfrm>
        </p:spPr>
        <p:txBody>
          <a:bodyPr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defRPr/>
            </a:pPr>
            <a:r>
              <a:rPr spc="-5" dirty="0">
                <a:solidFill>
                  <a:srgbClr val="1F487C"/>
                </a:solidFill>
                <a:latin typeface="Arial" panose="020B0604020202020204"/>
                <a:cs typeface="Arial" panose="020B0604020202020204"/>
              </a:rPr>
              <a:t>CLASS</a:t>
            </a:r>
            <a:r>
              <a:rPr spc="-95" dirty="0">
                <a:solidFill>
                  <a:srgbClr val="1F48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10" dirty="0">
                <a:solidFill>
                  <a:srgbClr val="1F487C"/>
                </a:solidFill>
                <a:latin typeface="Arial" panose="020B0604020202020204"/>
                <a:cs typeface="Arial" panose="020B0604020202020204"/>
              </a:rPr>
              <a:t>3B</a:t>
            </a:r>
            <a:endParaRPr spc="-10" dirty="0">
              <a:solidFill>
                <a:srgbClr val="1F487C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725" name="object 6"/>
          <p:cNvSpPr>
            <a:spLocks noChangeArrowheads="1"/>
          </p:cNvSpPr>
          <p:nvPr/>
        </p:nvSpPr>
        <p:spPr bwMode="auto">
          <a:xfrm>
            <a:off x="5086350" y="1428750"/>
            <a:ext cx="4457700" cy="1257300"/>
          </a:xfrm>
          <a:custGeom>
            <a:avLst/>
            <a:gdLst>
              <a:gd name="T0" fmla="*/ 0 w 4457700"/>
              <a:gd name="T1" fmla="*/ 0 h 1257300"/>
              <a:gd name="T2" fmla="*/ 4457700 w 4457700"/>
              <a:gd name="T3" fmla="*/ 1257300 h 1257300"/>
            </a:gdLst>
            <a:ahLst/>
            <a:cxnLst/>
            <a:rect l="T0" t="T1" r="T2" b="T3"/>
            <a:pathLst>
              <a:path w="4457700" h="1257300">
                <a:moveTo>
                  <a:pt x="0" y="1257300"/>
                </a:moveTo>
                <a:lnTo>
                  <a:pt x="4457700" y="1257300"/>
                </a:lnTo>
                <a:lnTo>
                  <a:pt x="4457700" y="0"/>
                </a:lnTo>
                <a:lnTo>
                  <a:pt x="0" y="0"/>
                </a:lnTo>
                <a:lnTo>
                  <a:pt x="0" y="1257300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6" name="object 7"/>
          <p:cNvSpPr>
            <a:spLocks noChangeArrowheads="1"/>
          </p:cNvSpPr>
          <p:nvPr/>
        </p:nvSpPr>
        <p:spPr bwMode="auto">
          <a:xfrm>
            <a:off x="4876800" y="1219200"/>
            <a:ext cx="4876800" cy="209550"/>
          </a:xfrm>
          <a:custGeom>
            <a:avLst/>
            <a:gdLst>
              <a:gd name="T0" fmla="*/ 0 w 4876800"/>
              <a:gd name="T1" fmla="*/ 0 h 209550"/>
              <a:gd name="T2" fmla="*/ 4876800 w 4876800"/>
              <a:gd name="T3" fmla="*/ 209550 h 209550"/>
            </a:gdLst>
            <a:ahLst/>
            <a:cxnLst/>
            <a:rect l="T0" t="T1" r="T2" b="T3"/>
            <a:pathLst>
              <a:path w="4876800" h="209550">
                <a:moveTo>
                  <a:pt x="4876800" y="0"/>
                </a:moveTo>
                <a:lnTo>
                  <a:pt x="0" y="0"/>
                </a:lnTo>
                <a:lnTo>
                  <a:pt x="209550" y="209550"/>
                </a:lnTo>
                <a:lnTo>
                  <a:pt x="4667250" y="209550"/>
                </a:lnTo>
                <a:lnTo>
                  <a:pt x="4876800" y="0"/>
                </a:lnTo>
                <a:close/>
              </a:path>
            </a:pathLst>
          </a:custGeom>
          <a:solidFill>
            <a:srgbClr val="FFAC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7" name="object 8"/>
          <p:cNvSpPr>
            <a:spLocks noChangeArrowheads="1"/>
          </p:cNvSpPr>
          <p:nvPr/>
        </p:nvSpPr>
        <p:spPr bwMode="auto">
          <a:xfrm>
            <a:off x="4876800" y="2686050"/>
            <a:ext cx="4876800" cy="209550"/>
          </a:xfrm>
          <a:custGeom>
            <a:avLst/>
            <a:gdLst>
              <a:gd name="T0" fmla="*/ 0 w 4876800"/>
              <a:gd name="T1" fmla="*/ 0 h 209550"/>
              <a:gd name="T2" fmla="*/ 4876800 w 4876800"/>
              <a:gd name="T3" fmla="*/ 209550 h 209550"/>
            </a:gdLst>
            <a:ahLst/>
            <a:cxnLst/>
            <a:rect l="T0" t="T1" r="T2" b="T3"/>
            <a:pathLst>
              <a:path w="4876800" h="209550">
                <a:moveTo>
                  <a:pt x="4667250" y="0"/>
                </a:moveTo>
                <a:lnTo>
                  <a:pt x="209550" y="0"/>
                </a:lnTo>
                <a:lnTo>
                  <a:pt x="0" y="209550"/>
                </a:lnTo>
                <a:lnTo>
                  <a:pt x="4876800" y="209550"/>
                </a:lnTo>
                <a:lnTo>
                  <a:pt x="4667250" y="0"/>
                </a:lnTo>
                <a:close/>
              </a:path>
            </a:pathLst>
          </a:custGeom>
          <a:solidFill>
            <a:srgbClr val="CD7A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8" name="object 9"/>
          <p:cNvSpPr>
            <a:spLocks noChangeArrowheads="1"/>
          </p:cNvSpPr>
          <p:nvPr/>
        </p:nvSpPr>
        <p:spPr bwMode="auto">
          <a:xfrm>
            <a:off x="4876800" y="1219200"/>
            <a:ext cx="209550" cy="1676400"/>
          </a:xfrm>
          <a:custGeom>
            <a:avLst/>
            <a:gdLst>
              <a:gd name="T0" fmla="*/ 0 w 209550"/>
              <a:gd name="T1" fmla="*/ 0 h 1676400"/>
              <a:gd name="T2" fmla="*/ 209550 w 209550"/>
              <a:gd name="T3" fmla="*/ 1676400 h 1676400"/>
            </a:gdLst>
            <a:ahLst/>
            <a:cxnLst/>
            <a:rect l="T0" t="T1" r="T2" b="T3"/>
            <a:pathLst>
              <a:path w="209550" h="1676400">
                <a:moveTo>
                  <a:pt x="0" y="0"/>
                </a:moveTo>
                <a:lnTo>
                  <a:pt x="0" y="1676400"/>
                </a:lnTo>
                <a:lnTo>
                  <a:pt x="209550" y="1466850"/>
                </a:lnTo>
                <a:lnTo>
                  <a:pt x="20955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FFC2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9" name="object 10"/>
          <p:cNvSpPr>
            <a:spLocks noChangeArrowheads="1"/>
          </p:cNvSpPr>
          <p:nvPr/>
        </p:nvSpPr>
        <p:spPr bwMode="auto">
          <a:xfrm>
            <a:off x="9544050" y="1219200"/>
            <a:ext cx="209550" cy="1676400"/>
          </a:xfrm>
          <a:custGeom>
            <a:avLst/>
            <a:gdLst>
              <a:gd name="T0" fmla="*/ 0 w 209550"/>
              <a:gd name="T1" fmla="*/ 0 h 1676400"/>
              <a:gd name="T2" fmla="*/ 209550 w 209550"/>
              <a:gd name="T3" fmla="*/ 1676400 h 1676400"/>
            </a:gdLst>
            <a:ahLst/>
            <a:cxnLst/>
            <a:rect l="T0" t="T1" r="T2" b="T3"/>
            <a:pathLst>
              <a:path w="209550" h="1676400">
                <a:moveTo>
                  <a:pt x="209550" y="0"/>
                </a:moveTo>
                <a:lnTo>
                  <a:pt x="0" y="209550"/>
                </a:lnTo>
                <a:lnTo>
                  <a:pt x="0" y="1466850"/>
                </a:lnTo>
                <a:lnTo>
                  <a:pt x="209550" y="1676400"/>
                </a:lnTo>
                <a:lnTo>
                  <a:pt x="209550" y="0"/>
                </a:lnTo>
                <a:close/>
              </a:path>
            </a:pathLst>
          </a:custGeom>
          <a:solidFill>
            <a:srgbClr val="995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30" name="object 11"/>
          <p:cNvSpPr>
            <a:spLocks noChangeArrowheads="1"/>
          </p:cNvSpPr>
          <p:nvPr/>
        </p:nvSpPr>
        <p:spPr bwMode="auto">
          <a:xfrm>
            <a:off x="4876800" y="1219200"/>
            <a:ext cx="4876800" cy="1676400"/>
          </a:xfrm>
          <a:custGeom>
            <a:avLst/>
            <a:gdLst>
              <a:gd name="T0" fmla="*/ 0 w 4876800"/>
              <a:gd name="T1" fmla="*/ 0 h 1676400"/>
              <a:gd name="T2" fmla="*/ 4876800 w 4876800"/>
              <a:gd name="T3" fmla="*/ 1676400 h 1676400"/>
            </a:gdLst>
            <a:ahLst/>
            <a:cxnLst/>
            <a:rect l="T0" t="T1" r="T2" b="T3"/>
            <a:pathLst>
              <a:path w="4876800" h="1676400">
                <a:moveTo>
                  <a:pt x="0" y="0"/>
                </a:moveTo>
                <a:lnTo>
                  <a:pt x="4876800" y="0"/>
                </a:lnTo>
                <a:lnTo>
                  <a:pt x="48768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31" name="object 12"/>
          <p:cNvSpPr>
            <a:spLocks noChangeArrowheads="1"/>
          </p:cNvSpPr>
          <p:nvPr/>
        </p:nvSpPr>
        <p:spPr bwMode="auto">
          <a:xfrm>
            <a:off x="5086350" y="1428750"/>
            <a:ext cx="4457700" cy="1257300"/>
          </a:xfrm>
          <a:custGeom>
            <a:avLst/>
            <a:gdLst>
              <a:gd name="T0" fmla="*/ 0 w 4457700"/>
              <a:gd name="T1" fmla="*/ 0 h 1257300"/>
              <a:gd name="T2" fmla="*/ 4457700 w 4457700"/>
              <a:gd name="T3" fmla="*/ 1257300 h 1257300"/>
            </a:gdLst>
            <a:ahLst/>
            <a:cxnLst/>
            <a:rect l="T0" t="T1" r="T2" b="T3"/>
            <a:pathLst>
              <a:path w="4457700" h="1257300">
                <a:moveTo>
                  <a:pt x="0" y="0"/>
                </a:moveTo>
                <a:lnTo>
                  <a:pt x="4457700" y="0"/>
                </a:lnTo>
                <a:lnTo>
                  <a:pt x="44577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32" name="object 13"/>
          <p:cNvSpPr>
            <a:spLocks noChangeArrowheads="1"/>
          </p:cNvSpPr>
          <p:nvPr/>
        </p:nvSpPr>
        <p:spPr bwMode="auto">
          <a:xfrm>
            <a:off x="4876800" y="1219200"/>
            <a:ext cx="209550" cy="209550"/>
          </a:xfrm>
          <a:custGeom>
            <a:avLst/>
            <a:gdLst>
              <a:gd name="T0" fmla="*/ 0 w 209550"/>
              <a:gd name="T1" fmla="*/ 0 h 209550"/>
              <a:gd name="T2" fmla="*/ 209550 w 209550"/>
              <a:gd name="T3" fmla="*/ 209550 h 209550"/>
            </a:gdLst>
            <a:ahLst/>
            <a:cxnLst/>
            <a:rect l="T0" t="T1" r="T2" b="T3"/>
            <a:pathLst>
              <a:path w="209550" h="209550">
                <a:moveTo>
                  <a:pt x="0" y="0"/>
                </a:moveTo>
                <a:lnTo>
                  <a:pt x="209550" y="20955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33" name="object 14"/>
          <p:cNvSpPr>
            <a:spLocks noChangeArrowheads="1"/>
          </p:cNvSpPr>
          <p:nvPr/>
        </p:nvSpPr>
        <p:spPr bwMode="auto">
          <a:xfrm>
            <a:off x="4876800" y="2686050"/>
            <a:ext cx="209550" cy="209550"/>
          </a:xfrm>
          <a:custGeom>
            <a:avLst/>
            <a:gdLst>
              <a:gd name="T0" fmla="*/ 0 w 209550"/>
              <a:gd name="T1" fmla="*/ 0 h 209550"/>
              <a:gd name="T2" fmla="*/ 209550 w 209550"/>
              <a:gd name="T3" fmla="*/ 209550 h 209550"/>
            </a:gdLst>
            <a:ahLst/>
            <a:cxnLst/>
            <a:rect l="T0" t="T1" r="T2" b="T3"/>
            <a:pathLst>
              <a:path w="209550" h="209550">
                <a:moveTo>
                  <a:pt x="0" y="209550"/>
                </a:moveTo>
                <a:lnTo>
                  <a:pt x="209550" y="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34" name="object 15"/>
          <p:cNvSpPr>
            <a:spLocks noChangeArrowheads="1"/>
          </p:cNvSpPr>
          <p:nvPr/>
        </p:nvSpPr>
        <p:spPr bwMode="auto">
          <a:xfrm>
            <a:off x="9544050" y="1219200"/>
            <a:ext cx="209550" cy="209550"/>
          </a:xfrm>
          <a:custGeom>
            <a:avLst/>
            <a:gdLst>
              <a:gd name="T0" fmla="*/ 0 w 209550"/>
              <a:gd name="T1" fmla="*/ 0 h 209550"/>
              <a:gd name="T2" fmla="*/ 209550 w 209550"/>
              <a:gd name="T3" fmla="*/ 209550 h 209550"/>
            </a:gdLst>
            <a:ahLst/>
            <a:cxnLst/>
            <a:rect l="T0" t="T1" r="T2" b="T3"/>
            <a:pathLst>
              <a:path w="209550" h="209550">
                <a:moveTo>
                  <a:pt x="209550" y="0"/>
                </a:moveTo>
                <a:lnTo>
                  <a:pt x="0" y="20955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35" name="object 16"/>
          <p:cNvSpPr>
            <a:spLocks noChangeArrowheads="1"/>
          </p:cNvSpPr>
          <p:nvPr/>
        </p:nvSpPr>
        <p:spPr bwMode="auto">
          <a:xfrm>
            <a:off x="9544050" y="2686050"/>
            <a:ext cx="209550" cy="209550"/>
          </a:xfrm>
          <a:custGeom>
            <a:avLst/>
            <a:gdLst>
              <a:gd name="T0" fmla="*/ 0 w 209550"/>
              <a:gd name="T1" fmla="*/ 0 h 209550"/>
              <a:gd name="T2" fmla="*/ 209550 w 209550"/>
              <a:gd name="T3" fmla="*/ 209550 h 209550"/>
            </a:gdLst>
            <a:ahLst/>
            <a:cxnLst/>
            <a:rect l="T0" t="T1" r="T2" b="T3"/>
            <a:pathLst>
              <a:path w="209550" h="209550">
                <a:moveTo>
                  <a:pt x="209550" y="20955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object 17"/>
          <p:cNvSpPr txBox="1"/>
          <p:nvPr/>
        </p:nvSpPr>
        <p:spPr>
          <a:xfrm>
            <a:off x="5318125" y="1660525"/>
            <a:ext cx="3684588" cy="260328"/>
          </a:xfrm>
          <a:prstGeom prst="rect">
            <a:avLst/>
          </a:prstGeom>
        </p:spPr>
        <p:txBody>
          <a:bodyPr lIns="0" tIns="13970" rIns="0" bIns="0">
            <a:spAutoFit/>
          </a:bodyPr>
          <a:lstStyle/>
          <a:p>
            <a:pPr marL="195580" indent="-182880">
              <a:spcBef>
                <a:spcPts val="110"/>
              </a:spcBef>
              <a:buFontTx/>
              <a:buChar char="•"/>
              <a:tabLst>
                <a:tab pos="195580" algn="l"/>
              </a:tabLst>
              <a:defRPr/>
            </a:pPr>
            <a:r>
              <a:rPr sz="1600" spc="-5" dirty="0">
                <a:latin typeface="Arial" panose="020B0604020202020204"/>
                <a:cs typeface="Arial" panose="020B0604020202020204"/>
              </a:rPr>
              <a:t>Direct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exposure </a:t>
            </a:r>
            <a:r>
              <a:rPr sz="1600" spc="5" dirty="0">
                <a:latin typeface="Arial" panose="020B0604020202020204"/>
                <a:cs typeface="Arial" panose="020B0604020202020204"/>
              </a:rPr>
              <a:t>to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beam </a:t>
            </a:r>
            <a:r>
              <a:rPr sz="1600" dirty="0">
                <a:latin typeface="Arial" panose="020B0604020202020204"/>
                <a:cs typeface="Arial" panose="020B0604020202020204"/>
              </a:rPr>
              <a:t>is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eye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hazard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8126" y="1905000"/>
            <a:ext cx="2911475" cy="514350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195580" indent="-182880">
              <a:spcBef>
                <a:spcPts val="105"/>
              </a:spcBef>
              <a:buFontTx/>
              <a:buChar char="•"/>
              <a:tabLst>
                <a:tab pos="195580" algn="l"/>
              </a:tabLst>
              <a:defRPr/>
            </a:pPr>
            <a:r>
              <a:rPr sz="1600" dirty="0">
                <a:latin typeface="Arial" panose="020B0604020202020204"/>
                <a:cs typeface="Arial" panose="020B0604020202020204"/>
              </a:rPr>
              <a:t>Visible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or</a:t>
            </a:r>
            <a:r>
              <a:rPr sz="16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invisible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95580" indent="-182880">
              <a:buFontTx/>
              <a:buChar char="•"/>
              <a:tabLst>
                <a:tab pos="195580" algn="l"/>
              </a:tabLst>
              <a:defRPr/>
            </a:pPr>
            <a:r>
              <a:rPr sz="1600" dirty="0">
                <a:latin typeface="Arial" panose="020B0604020202020204"/>
                <a:cs typeface="Arial" panose="020B0604020202020204"/>
              </a:rPr>
              <a:t>CW maximum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power 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500</a:t>
            </a:r>
            <a:r>
              <a:rPr sz="16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15" dirty="0">
                <a:latin typeface="Arial" panose="020B0604020202020204"/>
                <a:cs typeface="Arial" panose="020B0604020202020204"/>
              </a:rPr>
              <a:t>mW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738" name="object 19"/>
          <p:cNvSpPr>
            <a:spLocks noChangeArrowheads="1"/>
          </p:cNvSpPr>
          <p:nvPr/>
        </p:nvSpPr>
        <p:spPr bwMode="auto">
          <a:xfrm>
            <a:off x="6884989" y="3581400"/>
            <a:ext cx="3565525" cy="44450"/>
          </a:xfrm>
          <a:custGeom>
            <a:avLst/>
            <a:gdLst>
              <a:gd name="T0" fmla="*/ 0 w 3565525"/>
              <a:gd name="T1" fmla="*/ 0 h 44450"/>
              <a:gd name="T2" fmla="*/ 3565525 w 3565525"/>
              <a:gd name="T3" fmla="*/ 44450 h 44450"/>
            </a:gdLst>
            <a:ahLst/>
            <a:cxnLst/>
            <a:rect l="T0" t="T1" r="T2" b="T3"/>
            <a:pathLst>
              <a:path w="3565525" h="44450">
                <a:moveTo>
                  <a:pt x="3538220" y="0"/>
                </a:moveTo>
                <a:lnTo>
                  <a:pt x="0" y="0"/>
                </a:lnTo>
                <a:lnTo>
                  <a:pt x="0" y="44450"/>
                </a:lnTo>
                <a:lnTo>
                  <a:pt x="3538220" y="44450"/>
                </a:lnTo>
                <a:lnTo>
                  <a:pt x="3521202" y="27305"/>
                </a:lnTo>
                <a:lnTo>
                  <a:pt x="3565525" y="27305"/>
                </a:lnTo>
                <a:lnTo>
                  <a:pt x="3538220" y="0"/>
                </a:lnTo>
                <a:close/>
              </a:path>
              <a:path w="3565525" h="44450">
                <a:moveTo>
                  <a:pt x="3565525" y="0"/>
                </a:moveTo>
                <a:lnTo>
                  <a:pt x="3538220" y="0"/>
                </a:lnTo>
                <a:lnTo>
                  <a:pt x="3565525" y="27305"/>
                </a:lnTo>
                <a:lnTo>
                  <a:pt x="35655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39" name="object 20"/>
          <p:cNvSpPr>
            <a:spLocks noChangeArrowheads="1"/>
          </p:cNvSpPr>
          <p:nvPr/>
        </p:nvSpPr>
        <p:spPr bwMode="auto">
          <a:xfrm>
            <a:off x="10406063" y="3608389"/>
            <a:ext cx="44450" cy="2384425"/>
          </a:xfrm>
          <a:custGeom>
            <a:avLst/>
            <a:gdLst>
              <a:gd name="T0" fmla="*/ 0 w 44450"/>
              <a:gd name="T1" fmla="*/ 0 h 2384425"/>
              <a:gd name="T2" fmla="*/ 44450 w 44450"/>
              <a:gd name="T3" fmla="*/ 2384425 h 2384425"/>
            </a:gdLst>
            <a:ahLst/>
            <a:cxnLst/>
            <a:rect l="T0" t="T1" r="T2" b="T3"/>
            <a:pathLst>
              <a:path w="44450" h="2384425">
                <a:moveTo>
                  <a:pt x="44450" y="2339403"/>
                </a:moveTo>
                <a:lnTo>
                  <a:pt x="17018" y="2339403"/>
                </a:lnTo>
                <a:lnTo>
                  <a:pt x="17018" y="2384361"/>
                </a:lnTo>
                <a:lnTo>
                  <a:pt x="44450" y="2356700"/>
                </a:lnTo>
                <a:lnTo>
                  <a:pt x="44450" y="2339403"/>
                </a:lnTo>
                <a:close/>
              </a:path>
              <a:path w="44450" h="2384425">
                <a:moveTo>
                  <a:pt x="44450" y="2356700"/>
                </a:moveTo>
                <a:lnTo>
                  <a:pt x="17018" y="2384361"/>
                </a:lnTo>
                <a:lnTo>
                  <a:pt x="44450" y="2384361"/>
                </a:lnTo>
                <a:lnTo>
                  <a:pt x="44450" y="2356700"/>
                </a:lnTo>
                <a:close/>
              </a:path>
              <a:path w="44450" h="2384425">
                <a:moveTo>
                  <a:pt x="44450" y="0"/>
                </a:moveTo>
                <a:lnTo>
                  <a:pt x="0" y="0"/>
                </a:lnTo>
                <a:lnTo>
                  <a:pt x="0" y="2356700"/>
                </a:lnTo>
                <a:lnTo>
                  <a:pt x="17018" y="2339403"/>
                </a:lnTo>
                <a:lnTo>
                  <a:pt x="44450" y="2339403"/>
                </a:lnTo>
                <a:lnTo>
                  <a:pt x="4445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0" name="object 21"/>
          <p:cNvSpPr>
            <a:spLocks noChangeArrowheads="1"/>
          </p:cNvSpPr>
          <p:nvPr/>
        </p:nvSpPr>
        <p:spPr bwMode="auto">
          <a:xfrm>
            <a:off x="6858001" y="5948363"/>
            <a:ext cx="3565525" cy="44450"/>
          </a:xfrm>
          <a:custGeom>
            <a:avLst/>
            <a:gdLst>
              <a:gd name="T0" fmla="*/ 0 w 3565525"/>
              <a:gd name="T1" fmla="*/ 0 h 44450"/>
              <a:gd name="T2" fmla="*/ 3565525 w 3565525"/>
              <a:gd name="T3" fmla="*/ 44450 h 44450"/>
            </a:gdLst>
            <a:ahLst/>
            <a:cxnLst/>
            <a:rect l="T0" t="T1" r="T2" b="T3"/>
            <a:pathLst>
              <a:path w="3565525" h="44450">
                <a:moveTo>
                  <a:pt x="0" y="17094"/>
                </a:moveTo>
                <a:lnTo>
                  <a:pt x="0" y="44450"/>
                </a:lnTo>
                <a:lnTo>
                  <a:pt x="27177" y="44450"/>
                </a:lnTo>
                <a:lnTo>
                  <a:pt x="0" y="17094"/>
                </a:lnTo>
                <a:close/>
              </a:path>
              <a:path w="3565525" h="44450">
                <a:moveTo>
                  <a:pt x="3565525" y="0"/>
                </a:moveTo>
                <a:lnTo>
                  <a:pt x="27177" y="0"/>
                </a:lnTo>
                <a:lnTo>
                  <a:pt x="44196" y="17094"/>
                </a:lnTo>
                <a:lnTo>
                  <a:pt x="0" y="17094"/>
                </a:lnTo>
                <a:lnTo>
                  <a:pt x="27177" y="44450"/>
                </a:lnTo>
                <a:lnTo>
                  <a:pt x="3565525" y="44450"/>
                </a:lnTo>
                <a:lnTo>
                  <a:pt x="35655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1" name="object 22"/>
          <p:cNvSpPr>
            <a:spLocks noChangeArrowheads="1"/>
          </p:cNvSpPr>
          <p:nvPr/>
        </p:nvSpPr>
        <p:spPr bwMode="auto">
          <a:xfrm>
            <a:off x="6858000" y="3581401"/>
            <a:ext cx="44450" cy="2384425"/>
          </a:xfrm>
          <a:custGeom>
            <a:avLst/>
            <a:gdLst>
              <a:gd name="T0" fmla="*/ 0 w 44450"/>
              <a:gd name="T1" fmla="*/ 0 h 2384425"/>
              <a:gd name="T2" fmla="*/ 44450 w 44450"/>
              <a:gd name="T3" fmla="*/ 2384425 h 2384425"/>
            </a:gdLst>
            <a:ahLst/>
            <a:cxnLst/>
            <a:rect l="T0" t="T1" r="T2" b="T3"/>
            <a:pathLst>
              <a:path w="44450" h="2384425">
                <a:moveTo>
                  <a:pt x="27304" y="0"/>
                </a:moveTo>
                <a:lnTo>
                  <a:pt x="0" y="27686"/>
                </a:lnTo>
                <a:lnTo>
                  <a:pt x="0" y="2384425"/>
                </a:lnTo>
                <a:lnTo>
                  <a:pt x="44450" y="2384425"/>
                </a:lnTo>
                <a:lnTo>
                  <a:pt x="44450" y="44957"/>
                </a:lnTo>
                <a:lnTo>
                  <a:pt x="27304" y="44957"/>
                </a:lnTo>
                <a:lnTo>
                  <a:pt x="27304" y="0"/>
                </a:lnTo>
                <a:close/>
              </a:path>
              <a:path w="44450" h="2384425">
                <a:moveTo>
                  <a:pt x="44450" y="27686"/>
                </a:moveTo>
                <a:lnTo>
                  <a:pt x="27304" y="44957"/>
                </a:lnTo>
                <a:lnTo>
                  <a:pt x="44450" y="44957"/>
                </a:lnTo>
                <a:lnTo>
                  <a:pt x="44450" y="27686"/>
                </a:lnTo>
                <a:close/>
              </a:path>
              <a:path w="44450" h="2384425">
                <a:moveTo>
                  <a:pt x="27304" y="0"/>
                </a:moveTo>
                <a:lnTo>
                  <a:pt x="0" y="0"/>
                </a:lnTo>
                <a:lnTo>
                  <a:pt x="0" y="27686"/>
                </a:lnTo>
                <a:lnTo>
                  <a:pt x="2730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2" name="object 23"/>
          <p:cNvSpPr>
            <a:spLocks noChangeArrowheads="1"/>
          </p:cNvSpPr>
          <p:nvPr/>
        </p:nvSpPr>
        <p:spPr bwMode="auto">
          <a:xfrm>
            <a:off x="6884989" y="3608389"/>
            <a:ext cx="3538537" cy="1112837"/>
          </a:xfrm>
          <a:custGeom>
            <a:avLst/>
            <a:gdLst>
              <a:gd name="T0" fmla="*/ 0 w 3538854"/>
              <a:gd name="T1" fmla="*/ 0 h 1113154"/>
              <a:gd name="T2" fmla="*/ 3538854 w 3538854"/>
              <a:gd name="T3" fmla="*/ 1113154 h 1113154"/>
            </a:gdLst>
            <a:ahLst/>
            <a:cxnLst/>
            <a:rect l="T0" t="T1" r="T2" b="T3"/>
            <a:pathLst>
              <a:path w="3538854" h="1113154">
                <a:moveTo>
                  <a:pt x="0" y="1112837"/>
                </a:moveTo>
                <a:lnTo>
                  <a:pt x="3538601" y="1112837"/>
                </a:lnTo>
                <a:lnTo>
                  <a:pt x="3538601" y="0"/>
                </a:lnTo>
                <a:lnTo>
                  <a:pt x="0" y="0"/>
                </a:lnTo>
                <a:lnTo>
                  <a:pt x="0" y="1112837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3" name="object 24"/>
          <p:cNvSpPr>
            <a:spLocks noChangeArrowheads="1"/>
          </p:cNvSpPr>
          <p:nvPr/>
        </p:nvSpPr>
        <p:spPr bwMode="auto">
          <a:xfrm>
            <a:off x="6884988" y="3581400"/>
            <a:ext cx="3556000" cy="44450"/>
          </a:xfrm>
          <a:custGeom>
            <a:avLst/>
            <a:gdLst>
              <a:gd name="T0" fmla="*/ 0 w 3556000"/>
              <a:gd name="T1" fmla="*/ 0 h 44450"/>
              <a:gd name="T2" fmla="*/ 3556000 w 3556000"/>
              <a:gd name="T3" fmla="*/ 44450 h 44450"/>
            </a:gdLst>
            <a:ahLst/>
            <a:cxnLst/>
            <a:rect l="T0" t="T1" r="T2" b="T3"/>
            <a:pathLst>
              <a:path w="3556000" h="44450">
                <a:moveTo>
                  <a:pt x="3538981" y="0"/>
                </a:moveTo>
                <a:lnTo>
                  <a:pt x="0" y="0"/>
                </a:lnTo>
                <a:lnTo>
                  <a:pt x="0" y="44450"/>
                </a:lnTo>
                <a:lnTo>
                  <a:pt x="3538981" y="44450"/>
                </a:lnTo>
                <a:lnTo>
                  <a:pt x="3521964" y="27305"/>
                </a:lnTo>
                <a:lnTo>
                  <a:pt x="3556000" y="27305"/>
                </a:lnTo>
                <a:lnTo>
                  <a:pt x="3538981" y="0"/>
                </a:lnTo>
                <a:close/>
              </a:path>
              <a:path w="3556000" h="44450">
                <a:moveTo>
                  <a:pt x="3556000" y="0"/>
                </a:moveTo>
                <a:lnTo>
                  <a:pt x="3538981" y="0"/>
                </a:lnTo>
                <a:lnTo>
                  <a:pt x="3556000" y="27305"/>
                </a:lnTo>
                <a:lnTo>
                  <a:pt x="355600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4" name="object 25"/>
          <p:cNvSpPr>
            <a:spLocks noChangeArrowheads="1"/>
          </p:cNvSpPr>
          <p:nvPr/>
        </p:nvSpPr>
        <p:spPr bwMode="auto">
          <a:xfrm>
            <a:off x="10406064" y="3608388"/>
            <a:ext cx="34925" cy="1128712"/>
          </a:xfrm>
          <a:custGeom>
            <a:avLst/>
            <a:gdLst>
              <a:gd name="T0" fmla="*/ 0 w 34925"/>
              <a:gd name="T1" fmla="*/ 0 h 1129029"/>
              <a:gd name="T2" fmla="*/ 34925 w 34925"/>
              <a:gd name="T3" fmla="*/ 1129029 h 1129029"/>
            </a:gdLst>
            <a:ahLst/>
            <a:cxnLst/>
            <a:rect l="T0" t="T1" r="T2" b="T3"/>
            <a:pathLst>
              <a:path w="34925" h="1129029">
                <a:moveTo>
                  <a:pt x="34925" y="1094105"/>
                </a:moveTo>
                <a:lnTo>
                  <a:pt x="17399" y="1094105"/>
                </a:lnTo>
                <a:lnTo>
                  <a:pt x="17399" y="1128649"/>
                </a:lnTo>
                <a:lnTo>
                  <a:pt x="34925" y="1111377"/>
                </a:lnTo>
                <a:lnTo>
                  <a:pt x="34925" y="1094105"/>
                </a:lnTo>
                <a:close/>
              </a:path>
              <a:path w="34925" h="1129029">
                <a:moveTo>
                  <a:pt x="34925" y="1111377"/>
                </a:moveTo>
                <a:lnTo>
                  <a:pt x="17399" y="1128649"/>
                </a:lnTo>
                <a:lnTo>
                  <a:pt x="34925" y="1128649"/>
                </a:lnTo>
                <a:lnTo>
                  <a:pt x="34925" y="1111377"/>
                </a:lnTo>
                <a:close/>
              </a:path>
              <a:path w="34925" h="1129029">
                <a:moveTo>
                  <a:pt x="34925" y="0"/>
                </a:moveTo>
                <a:lnTo>
                  <a:pt x="0" y="0"/>
                </a:lnTo>
                <a:lnTo>
                  <a:pt x="0" y="1111377"/>
                </a:lnTo>
                <a:lnTo>
                  <a:pt x="17399" y="1094105"/>
                </a:lnTo>
                <a:lnTo>
                  <a:pt x="34925" y="1094105"/>
                </a:lnTo>
                <a:lnTo>
                  <a:pt x="349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5" name="object 26"/>
          <p:cNvSpPr>
            <a:spLocks noChangeArrowheads="1"/>
          </p:cNvSpPr>
          <p:nvPr/>
        </p:nvSpPr>
        <p:spPr bwMode="auto">
          <a:xfrm>
            <a:off x="6858001" y="4703764"/>
            <a:ext cx="3565525" cy="33337"/>
          </a:xfrm>
          <a:custGeom>
            <a:avLst/>
            <a:gdLst>
              <a:gd name="T0" fmla="*/ 0 w 3565525"/>
              <a:gd name="T1" fmla="*/ 0 h 33654"/>
              <a:gd name="T2" fmla="*/ 3565525 w 3565525"/>
              <a:gd name="T3" fmla="*/ 33654 h 33654"/>
            </a:gdLst>
            <a:ahLst/>
            <a:cxnLst/>
            <a:rect l="T0" t="T1" r="T2" b="T3"/>
            <a:pathLst>
              <a:path w="3565525" h="33654">
                <a:moveTo>
                  <a:pt x="0" y="16763"/>
                </a:moveTo>
                <a:lnTo>
                  <a:pt x="0" y="33400"/>
                </a:lnTo>
                <a:lnTo>
                  <a:pt x="27177" y="33400"/>
                </a:lnTo>
                <a:lnTo>
                  <a:pt x="0" y="16763"/>
                </a:lnTo>
                <a:close/>
              </a:path>
              <a:path w="3565525" h="33654">
                <a:moveTo>
                  <a:pt x="3565525" y="0"/>
                </a:moveTo>
                <a:lnTo>
                  <a:pt x="27177" y="0"/>
                </a:lnTo>
                <a:lnTo>
                  <a:pt x="44196" y="16763"/>
                </a:lnTo>
                <a:lnTo>
                  <a:pt x="0" y="16763"/>
                </a:lnTo>
                <a:lnTo>
                  <a:pt x="27177" y="33400"/>
                </a:lnTo>
                <a:lnTo>
                  <a:pt x="3565525" y="33400"/>
                </a:lnTo>
                <a:lnTo>
                  <a:pt x="35655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6" name="object 27"/>
          <p:cNvSpPr>
            <a:spLocks noChangeArrowheads="1"/>
          </p:cNvSpPr>
          <p:nvPr/>
        </p:nvSpPr>
        <p:spPr bwMode="auto">
          <a:xfrm>
            <a:off x="6858000" y="3581401"/>
            <a:ext cx="44450" cy="1139825"/>
          </a:xfrm>
          <a:custGeom>
            <a:avLst/>
            <a:gdLst>
              <a:gd name="T0" fmla="*/ 0 w 44450"/>
              <a:gd name="T1" fmla="*/ 0 h 1139825"/>
              <a:gd name="T2" fmla="*/ 44450 w 44450"/>
              <a:gd name="T3" fmla="*/ 1139825 h 1139825"/>
            </a:gdLst>
            <a:ahLst/>
            <a:cxnLst/>
            <a:rect l="T0" t="T1" r="T2" b="T3"/>
            <a:pathLst>
              <a:path w="44450" h="1139825">
                <a:moveTo>
                  <a:pt x="27304" y="0"/>
                </a:moveTo>
                <a:lnTo>
                  <a:pt x="0" y="27686"/>
                </a:lnTo>
                <a:lnTo>
                  <a:pt x="0" y="1139825"/>
                </a:lnTo>
                <a:lnTo>
                  <a:pt x="44450" y="1139825"/>
                </a:lnTo>
                <a:lnTo>
                  <a:pt x="44450" y="44957"/>
                </a:lnTo>
                <a:lnTo>
                  <a:pt x="27304" y="44957"/>
                </a:lnTo>
                <a:lnTo>
                  <a:pt x="27304" y="0"/>
                </a:lnTo>
                <a:close/>
              </a:path>
              <a:path w="44450" h="1139825">
                <a:moveTo>
                  <a:pt x="44450" y="27686"/>
                </a:moveTo>
                <a:lnTo>
                  <a:pt x="27304" y="44957"/>
                </a:lnTo>
                <a:lnTo>
                  <a:pt x="44450" y="44957"/>
                </a:lnTo>
                <a:lnTo>
                  <a:pt x="44450" y="27686"/>
                </a:lnTo>
                <a:close/>
              </a:path>
              <a:path w="44450" h="1139825">
                <a:moveTo>
                  <a:pt x="27304" y="0"/>
                </a:moveTo>
                <a:lnTo>
                  <a:pt x="0" y="0"/>
                </a:lnTo>
                <a:lnTo>
                  <a:pt x="0" y="27686"/>
                </a:lnTo>
                <a:lnTo>
                  <a:pt x="2730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7" name="object 28"/>
          <p:cNvSpPr>
            <a:spLocks noChangeArrowheads="1"/>
          </p:cNvSpPr>
          <p:nvPr/>
        </p:nvSpPr>
        <p:spPr bwMode="auto">
          <a:xfrm>
            <a:off x="6940551" y="3619500"/>
            <a:ext cx="3419475" cy="10731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8" name="object 29"/>
          <p:cNvSpPr>
            <a:spLocks noChangeArrowheads="1"/>
          </p:cNvSpPr>
          <p:nvPr/>
        </p:nvSpPr>
        <p:spPr bwMode="auto">
          <a:xfrm>
            <a:off x="7446963" y="4837114"/>
            <a:ext cx="0" cy="414337"/>
          </a:xfrm>
          <a:custGeom>
            <a:avLst/>
            <a:gdLst>
              <a:gd name="T0" fmla="*/ 0 h 414654"/>
              <a:gd name="T1" fmla="*/ 414654 h 414654"/>
            </a:gdLst>
            <a:ahLst/>
            <a:cxnLst/>
            <a:rect l="0" t="T0" r="0" b="T1"/>
            <a:pathLst>
              <a:path h="414654">
                <a:moveTo>
                  <a:pt x="0" y="0"/>
                </a:moveTo>
                <a:lnTo>
                  <a:pt x="0" y="414400"/>
                </a:lnTo>
              </a:path>
            </a:pathLst>
          </a:custGeom>
          <a:noFill/>
          <a:ln w="42862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9" name="object 30"/>
          <p:cNvSpPr>
            <a:spLocks noChangeArrowheads="1"/>
          </p:cNvSpPr>
          <p:nvPr/>
        </p:nvSpPr>
        <p:spPr bwMode="auto">
          <a:xfrm>
            <a:off x="7446963" y="5303838"/>
            <a:ext cx="0" cy="404812"/>
          </a:xfrm>
          <a:custGeom>
            <a:avLst/>
            <a:gdLst>
              <a:gd name="T0" fmla="*/ 0 h 405129"/>
              <a:gd name="T1" fmla="*/ 405129 h 405129"/>
            </a:gdLst>
            <a:ahLst/>
            <a:cxnLst/>
            <a:rect l="0" t="T0" r="0" b="T1"/>
            <a:pathLst>
              <a:path h="405129">
                <a:moveTo>
                  <a:pt x="0" y="0"/>
                </a:moveTo>
                <a:lnTo>
                  <a:pt x="0" y="404749"/>
                </a:lnTo>
              </a:path>
            </a:pathLst>
          </a:custGeom>
          <a:noFill/>
          <a:ln w="42862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50" name="object 31"/>
          <p:cNvSpPr>
            <a:spLocks noChangeArrowheads="1"/>
          </p:cNvSpPr>
          <p:nvPr/>
        </p:nvSpPr>
        <p:spPr bwMode="auto">
          <a:xfrm>
            <a:off x="7424738" y="4837114"/>
            <a:ext cx="42862" cy="871537"/>
          </a:xfrm>
          <a:custGeom>
            <a:avLst/>
            <a:gdLst>
              <a:gd name="T0" fmla="*/ 0 w 43179"/>
              <a:gd name="T1" fmla="*/ 0 h 871854"/>
              <a:gd name="T2" fmla="*/ 43179 w 43179"/>
              <a:gd name="T3" fmla="*/ 871854 h 871854"/>
            </a:gdLst>
            <a:ahLst/>
            <a:cxnLst/>
            <a:rect l="T0" t="T1" r="T2" b="T3"/>
            <a:pathLst>
              <a:path w="43179" h="871854">
                <a:moveTo>
                  <a:pt x="0" y="871537"/>
                </a:moveTo>
                <a:lnTo>
                  <a:pt x="42862" y="871537"/>
                </a:lnTo>
                <a:lnTo>
                  <a:pt x="42862" y="0"/>
                </a:lnTo>
                <a:lnTo>
                  <a:pt x="0" y="0"/>
                </a:lnTo>
                <a:lnTo>
                  <a:pt x="0" y="871537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51" name="object 32"/>
          <p:cNvSpPr>
            <a:spLocks noChangeArrowheads="1"/>
          </p:cNvSpPr>
          <p:nvPr/>
        </p:nvSpPr>
        <p:spPr bwMode="auto">
          <a:xfrm>
            <a:off x="7215189" y="4879976"/>
            <a:ext cx="460375" cy="785813"/>
          </a:xfrm>
          <a:custGeom>
            <a:avLst/>
            <a:gdLst>
              <a:gd name="T0" fmla="*/ 0 w 460375"/>
              <a:gd name="T1" fmla="*/ 0 h 786129"/>
              <a:gd name="T2" fmla="*/ 460375 w 460375"/>
              <a:gd name="T3" fmla="*/ 786129 h 786129"/>
            </a:gdLst>
            <a:ahLst/>
            <a:cxnLst/>
            <a:rect l="T0" t="T1" r="T2" b="T3"/>
            <a:pathLst>
              <a:path w="460375" h="786129">
                <a:moveTo>
                  <a:pt x="33909" y="0"/>
                </a:moveTo>
                <a:lnTo>
                  <a:pt x="0" y="25907"/>
                </a:lnTo>
                <a:lnTo>
                  <a:pt x="424688" y="785812"/>
                </a:lnTo>
                <a:lnTo>
                  <a:pt x="460375" y="766813"/>
                </a:lnTo>
                <a:lnTo>
                  <a:pt x="33909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52" name="object 33"/>
          <p:cNvSpPr>
            <a:spLocks noChangeArrowheads="1"/>
          </p:cNvSpPr>
          <p:nvPr/>
        </p:nvSpPr>
        <p:spPr bwMode="auto">
          <a:xfrm>
            <a:off x="7215189" y="4879976"/>
            <a:ext cx="460375" cy="785813"/>
          </a:xfrm>
          <a:custGeom>
            <a:avLst/>
            <a:gdLst>
              <a:gd name="T0" fmla="*/ 0 w 460375"/>
              <a:gd name="T1" fmla="*/ 0 h 786129"/>
              <a:gd name="T2" fmla="*/ 460375 w 460375"/>
              <a:gd name="T3" fmla="*/ 786129 h 786129"/>
            </a:gdLst>
            <a:ahLst/>
            <a:cxnLst/>
            <a:rect l="T0" t="T1" r="T2" b="T3"/>
            <a:pathLst>
              <a:path w="460375" h="786129">
                <a:moveTo>
                  <a:pt x="0" y="25907"/>
                </a:moveTo>
                <a:lnTo>
                  <a:pt x="33909" y="0"/>
                </a:lnTo>
                <a:lnTo>
                  <a:pt x="460375" y="766813"/>
                </a:lnTo>
                <a:lnTo>
                  <a:pt x="424688" y="785812"/>
                </a:lnTo>
                <a:lnTo>
                  <a:pt x="0" y="25907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53" name="object 34"/>
          <p:cNvSpPr>
            <a:spLocks noChangeArrowheads="1"/>
          </p:cNvSpPr>
          <p:nvPr/>
        </p:nvSpPr>
        <p:spPr bwMode="auto">
          <a:xfrm>
            <a:off x="7058025" y="5038725"/>
            <a:ext cx="774700" cy="476250"/>
          </a:xfrm>
          <a:custGeom>
            <a:avLst/>
            <a:gdLst>
              <a:gd name="T0" fmla="*/ 0 w 774700"/>
              <a:gd name="T1" fmla="*/ 0 h 476250"/>
              <a:gd name="T2" fmla="*/ 774700 w 774700"/>
              <a:gd name="T3" fmla="*/ 476250 h 476250"/>
            </a:gdLst>
            <a:ahLst/>
            <a:cxnLst/>
            <a:rect l="T0" t="T1" r="T2" b="T3"/>
            <a:pathLst>
              <a:path w="774700" h="476250">
                <a:moveTo>
                  <a:pt x="25526" y="0"/>
                </a:moveTo>
                <a:lnTo>
                  <a:pt x="0" y="34543"/>
                </a:lnTo>
                <a:lnTo>
                  <a:pt x="749173" y="476250"/>
                </a:lnTo>
                <a:lnTo>
                  <a:pt x="774700" y="440055"/>
                </a:lnTo>
                <a:lnTo>
                  <a:pt x="25526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54" name="object 35"/>
          <p:cNvSpPr>
            <a:spLocks noChangeArrowheads="1"/>
          </p:cNvSpPr>
          <p:nvPr/>
        </p:nvSpPr>
        <p:spPr bwMode="auto">
          <a:xfrm>
            <a:off x="7058025" y="5038725"/>
            <a:ext cx="774700" cy="476250"/>
          </a:xfrm>
          <a:custGeom>
            <a:avLst/>
            <a:gdLst>
              <a:gd name="T0" fmla="*/ 0 w 774700"/>
              <a:gd name="T1" fmla="*/ 0 h 476250"/>
              <a:gd name="T2" fmla="*/ 774700 w 774700"/>
              <a:gd name="T3" fmla="*/ 476250 h 476250"/>
            </a:gdLst>
            <a:ahLst/>
            <a:cxnLst/>
            <a:rect l="T0" t="T1" r="T2" b="T3"/>
            <a:pathLst>
              <a:path w="774700" h="476250">
                <a:moveTo>
                  <a:pt x="0" y="34543"/>
                </a:moveTo>
                <a:lnTo>
                  <a:pt x="25526" y="0"/>
                </a:lnTo>
                <a:lnTo>
                  <a:pt x="774700" y="440055"/>
                </a:lnTo>
                <a:lnTo>
                  <a:pt x="749173" y="476250"/>
                </a:lnTo>
                <a:lnTo>
                  <a:pt x="0" y="34543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55" name="object 36"/>
          <p:cNvSpPr>
            <a:spLocks noChangeArrowheads="1"/>
          </p:cNvSpPr>
          <p:nvPr/>
        </p:nvSpPr>
        <p:spPr bwMode="auto">
          <a:xfrm>
            <a:off x="7207250" y="4887914"/>
            <a:ext cx="477838" cy="777875"/>
          </a:xfrm>
          <a:custGeom>
            <a:avLst/>
            <a:gdLst>
              <a:gd name="T0" fmla="*/ 0 w 478154"/>
              <a:gd name="T1" fmla="*/ 0 h 778510"/>
              <a:gd name="T2" fmla="*/ 478154 w 478154"/>
              <a:gd name="T3" fmla="*/ 778510 h 778510"/>
            </a:gdLst>
            <a:ahLst/>
            <a:cxnLst/>
            <a:rect l="T0" t="T1" r="T2" b="T3"/>
            <a:pathLst>
              <a:path w="478154" h="778510">
                <a:moveTo>
                  <a:pt x="443864" y="0"/>
                </a:moveTo>
                <a:lnTo>
                  <a:pt x="0" y="750277"/>
                </a:lnTo>
                <a:lnTo>
                  <a:pt x="34036" y="777938"/>
                </a:lnTo>
                <a:lnTo>
                  <a:pt x="477900" y="27686"/>
                </a:lnTo>
                <a:lnTo>
                  <a:pt x="443864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56" name="object 37"/>
          <p:cNvSpPr>
            <a:spLocks noChangeArrowheads="1"/>
          </p:cNvSpPr>
          <p:nvPr/>
        </p:nvSpPr>
        <p:spPr bwMode="auto">
          <a:xfrm>
            <a:off x="7207250" y="4887914"/>
            <a:ext cx="477838" cy="777875"/>
          </a:xfrm>
          <a:custGeom>
            <a:avLst/>
            <a:gdLst>
              <a:gd name="T0" fmla="*/ 0 w 478154"/>
              <a:gd name="T1" fmla="*/ 0 h 778510"/>
              <a:gd name="T2" fmla="*/ 478154 w 478154"/>
              <a:gd name="T3" fmla="*/ 778510 h 778510"/>
            </a:gdLst>
            <a:ahLst/>
            <a:cxnLst/>
            <a:rect l="T0" t="T1" r="T2" b="T3"/>
            <a:pathLst>
              <a:path w="478154" h="778510">
                <a:moveTo>
                  <a:pt x="34036" y="777938"/>
                </a:moveTo>
                <a:lnTo>
                  <a:pt x="0" y="750277"/>
                </a:lnTo>
                <a:lnTo>
                  <a:pt x="443864" y="0"/>
                </a:lnTo>
                <a:lnTo>
                  <a:pt x="477900" y="27686"/>
                </a:lnTo>
                <a:lnTo>
                  <a:pt x="34036" y="777938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57" name="object 38"/>
          <p:cNvSpPr>
            <a:spLocks noChangeArrowheads="1"/>
          </p:cNvSpPr>
          <p:nvPr/>
        </p:nvSpPr>
        <p:spPr bwMode="auto">
          <a:xfrm>
            <a:off x="7058025" y="5046664"/>
            <a:ext cx="774700" cy="460375"/>
          </a:xfrm>
          <a:custGeom>
            <a:avLst/>
            <a:gdLst>
              <a:gd name="T0" fmla="*/ 0 w 774700"/>
              <a:gd name="T1" fmla="*/ 0 h 461010"/>
              <a:gd name="T2" fmla="*/ 774700 w 774700"/>
              <a:gd name="T3" fmla="*/ 461010 h 461010"/>
            </a:gdLst>
            <a:ahLst/>
            <a:cxnLst/>
            <a:rect l="T0" t="T1" r="T2" b="T3"/>
            <a:pathLst>
              <a:path w="774700" h="461010">
                <a:moveTo>
                  <a:pt x="757682" y="0"/>
                </a:moveTo>
                <a:lnTo>
                  <a:pt x="0" y="424053"/>
                </a:lnTo>
                <a:lnTo>
                  <a:pt x="17017" y="460501"/>
                </a:lnTo>
                <a:lnTo>
                  <a:pt x="774700" y="36449"/>
                </a:lnTo>
                <a:lnTo>
                  <a:pt x="757682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58" name="object 39"/>
          <p:cNvSpPr>
            <a:spLocks noChangeArrowheads="1"/>
          </p:cNvSpPr>
          <p:nvPr/>
        </p:nvSpPr>
        <p:spPr bwMode="auto">
          <a:xfrm>
            <a:off x="7058025" y="5046664"/>
            <a:ext cx="774700" cy="460375"/>
          </a:xfrm>
          <a:custGeom>
            <a:avLst/>
            <a:gdLst>
              <a:gd name="T0" fmla="*/ 0 w 774700"/>
              <a:gd name="T1" fmla="*/ 0 h 461010"/>
              <a:gd name="T2" fmla="*/ 774700 w 774700"/>
              <a:gd name="T3" fmla="*/ 461010 h 461010"/>
            </a:gdLst>
            <a:ahLst/>
            <a:cxnLst/>
            <a:rect l="T0" t="T1" r="T2" b="T3"/>
            <a:pathLst>
              <a:path w="774700" h="461010">
                <a:moveTo>
                  <a:pt x="17017" y="460501"/>
                </a:moveTo>
                <a:lnTo>
                  <a:pt x="0" y="424053"/>
                </a:lnTo>
                <a:lnTo>
                  <a:pt x="757682" y="0"/>
                </a:lnTo>
                <a:lnTo>
                  <a:pt x="774700" y="36449"/>
                </a:lnTo>
                <a:lnTo>
                  <a:pt x="17017" y="460501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59" name="object 40"/>
          <p:cNvSpPr>
            <a:spLocks noChangeArrowheads="1"/>
          </p:cNvSpPr>
          <p:nvPr/>
        </p:nvSpPr>
        <p:spPr bwMode="auto">
          <a:xfrm>
            <a:off x="7005638" y="5278438"/>
            <a:ext cx="514350" cy="0"/>
          </a:xfrm>
          <a:custGeom>
            <a:avLst/>
            <a:gdLst>
              <a:gd name="T0" fmla="*/ 0 w 514350"/>
              <a:gd name="T1" fmla="*/ 514350 w 514350"/>
            </a:gdLst>
            <a:ahLst/>
            <a:cxnLst/>
            <a:rect l="T0" t="0" r="T1" b="0"/>
            <a:pathLst>
              <a:path w="514350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/>
          <a:ln w="52387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60" name="object 41"/>
          <p:cNvSpPr>
            <a:spLocks noChangeArrowheads="1"/>
          </p:cNvSpPr>
          <p:nvPr/>
        </p:nvSpPr>
        <p:spPr bwMode="auto">
          <a:xfrm>
            <a:off x="7005639" y="5251450"/>
            <a:ext cx="871537" cy="52388"/>
          </a:xfrm>
          <a:custGeom>
            <a:avLst/>
            <a:gdLst>
              <a:gd name="T0" fmla="*/ 0 w 871854"/>
              <a:gd name="T1" fmla="*/ 0 h 52704"/>
              <a:gd name="T2" fmla="*/ 871854 w 871854"/>
              <a:gd name="T3" fmla="*/ 52704 h 52704"/>
            </a:gdLst>
            <a:ahLst/>
            <a:cxnLst/>
            <a:rect l="T0" t="T1" r="T2" b="T3"/>
            <a:pathLst>
              <a:path w="871854" h="52704">
                <a:moveTo>
                  <a:pt x="0" y="52387"/>
                </a:moveTo>
                <a:lnTo>
                  <a:pt x="871537" y="52387"/>
                </a:lnTo>
                <a:lnTo>
                  <a:pt x="871537" y="0"/>
                </a:lnTo>
                <a:lnTo>
                  <a:pt x="0" y="0"/>
                </a:lnTo>
                <a:lnTo>
                  <a:pt x="0" y="52387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61" name="object 42"/>
          <p:cNvSpPr>
            <a:spLocks noChangeArrowheads="1"/>
          </p:cNvSpPr>
          <p:nvPr/>
        </p:nvSpPr>
        <p:spPr bwMode="auto">
          <a:xfrm>
            <a:off x="7346950" y="4959350"/>
            <a:ext cx="190500" cy="636588"/>
          </a:xfrm>
          <a:custGeom>
            <a:avLst/>
            <a:gdLst>
              <a:gd name="T0" fmla="*/ 0 w 190500"/>
              <a:gd name="T1" fmla="*/ 0 h 636904"/>
              <a:gd name="T2" fmla="*/ 190500 w 190500"/>
              <a:gd name="T3" fmla="*/ 636904 h 636904"/>
            </a:gdLst>
            <a:ahLst/>
            <a:cxnLst/>
            <a:rect l="T0" t="T1" r="T2" b="T3"/>
            <a:pathLst>
              <a:path w="190500" h="636904">
                <a:moveTo>
                  <a:pt x="34036" y="0"/>
                </a:moveTo>
                <a:lnTo>
                  <a:pt x="0" y="8636"/>
                </a:lnTo>
                <a:lnTo>
                  <a:pt x="164973" y="636587"/>
                </a:lnTo>
                <a:lnTo>
                  <a:pt x="190500" y="627888"/>
                </a:lnTo>
                <a:lnTo>
                  <a:pt x="34036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62" name="object 43"/>
          <p:cNvSpPr>
            <a:spLocks noChangeArrowheads="1"/>
          </p:cNvSpPr>
          <p:nvPr/>
        </p:nvSpPr>
        <p:spPr bwMode="auto">
          <a:xfrm>
            <a:off x="7346950" y="4959350"/>
            <a:ext cx="190500" cy="636588"/>
          </a:xfrm>
          <a:custGeom>
            <a:avLst/>
            <a:gdLst>
              <a:gd name="T0" fmla="*/ 0 w 190500"/>
              <a:gd name="T1" fmla="*/ 0 h 636904"/>
              <a:gd name="T2" fmla="*/ 190500 w 190500"/>
              <a:gd name="T3" fmla="*/ 636904 h 636904"/>
            </a:gdLst>
            <a:ahLst/>
            <a:cxnLst/>
            <a:rect l="T0" t="T1" r="T2" b="T3"/>
            <a:pathLst>
              <a:path w="190500" h="636904">
                <a:moveTo>
                  <a:pt x="0" y="8636"/>
                </a:moveTo>
                <a:lnTo>
                  <a:pt x="34036" y="0"/>
                </a:lnTo>
                <a:lnTo>
                  <a:pt x="190500" y="627888"/>
                </a:lnTo>
                <a:lnTo>
                  <a:pt x="164973" y="636587"/>
                </a:lnTo>
                <a:lnTo>
                  <a:pt x="0" y="8636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63" name="object 44"/>
          <p:cNvSpPr>
            <a:spLocks noChangeArrowheads="1"/>
          </p:cNvSpPr>
          <p:nvPr/>
        </p:nvSpPr>
        <p:spPr bwMode="auto">
          <a:xfrm>
            <a:off x="7215189" y="5029201"/>
            <a:ext cx="460375" cy="485775"/>
          </a:xfrm>
          <a:custGeom>
            <a:avLst/>
            <a:gdLst>
              <a:gd name="T0" fmla="*/ 0 w 460375"/>
              <a:gd name="T1" fmla="*/ 0 h 485775"/>
              <a:gd name="T2" fmla="*/ 460375 w 460375"/>
              <a:gd name="T3" fmla="*/ 485775 h 485775"/>
            </a:gdLst>
            <a:ahLst/>
            <a:cxnLst/>
            <a:rect l="T0" t="T1" r="T2" b="T3"/>
            <a:pathLst>
              <a:path w="460375" h="485775">
                <a:moveTo>
                  <a:pt x="16890" y="0"/>
                </a:moveTo>
                <a:lnTo>
                  <a:pt x="0" y="25907"/>
                </a:lnTo>
                <a:lnTo>
                  <a:pt x="434848" y="485775"/>
                </a:lnTo>
                <a:lnTo>
                  <a:pt x="460375" y="468503"/>
                </a:lnTo>
                <a:lnTo>
                  <a:pt x="16890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64" name="object 45"/>
          <p:cNvSpPr>
            <a:spLocks noChangeArrowheads="1"/>
          </p:cNvSpPr>
          <p:nvPr/>
        </p:nvSpPr>
        <p:spPr bwMode="auto">
          <a:xfrm>
            <a:off x="7215189" y="5029201"/>
            <a:ext cx="460375" cy="485775"/>
          </a:xfrm>
          <a:custGeom>
            <a:avLst/>
            <a:gdLst>
              <a:gd name="T0" fmla="*/ 0 w 460375"/>
              <a:gd name="T1" fmla="*/ 0 h 485775"/>
              <a:gd name="T2" fmla="*/ 460375 w 460375"/>
              <a:gd name="T3" fmla="*/ 485775 h 485775"/>
            </a:gdLst>
            <a:ahLst/>
            <a:cxnLst/>
            <a:rect l="T0" t="T1" r="T2" b="T3"/>
            <a:pathLst>
              <a:path w="460375" h="485775">
                <a:moveTo>
                  <a:pt x="0" y="25907"/>
                </a:moveTo>
                <a:lnTo>
                  <a:pt x="16890" y="0"/>
                </a:lnTo>
                <a:lnTo>
                  <a:pt x="460375" y="468503"/>
                </a:lnTo>
                <a:lnTo>
                  <a:pt x="434848" y="485775"/>
                </a:lnTo>
                <a:lnTo>
                  <a:pt x="0" y="25907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65" name="object 46"/>
          <p:cNvSpPr>
            <a:spLocks noChangeArrowheads="1"/>
          </p:cNvSpPr>
          <p:nvPr/>
        </p:nvSpPr>
        <p:spPr bwMode="auto">
          <a:xfrm>
            <a:off x="7137400" y="5172076"/>
            <a:ext cx="617538" cy="201613"/>
          </a:xfrm>
          <a:custGeom>
            <a:avLst/>
            <a:gdLst>
              <a:gd name="T0" fmla="*/ 0 w 617854"/>
              <a:gd name="T1" fmla="*/ 0 h 201929"/>
              <a:gd name="T2" fmla="*/ 617854 w 617854"/>
              <a:gd name="T3" fmla="*/ 201929 h 201929"/>
            </a:gdLst>
            <a:ahLst/>
            <a:cxnLst/>
            <a:rect l="T0" t="T1" r="T2" b="T3"/>
            <a:pathLst>
              <a:path w="617854" h="201929">
                <a:moveTo>
                  <a:pt x="8509" y="0"/>
                </a:moveTo>
                <a:lnTo>
                  <a:pt x="0" y="34417"/>
                </a:lnTo>
                <a:lnTo>
                  <a:pt x="609091" y="201675"/>
                </a:lnTo>
                <a:lnTo>
                  <a:pt x="617601" y="175768"/>
                </a:lnTo>
                <a:lnTo>
                  <a:pt x="8509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66" name="object 47"/>
          <p:cNvSpPr>
            <a:spLocks noChangeArrowheads="1"/>
          </p:cNvSpPr>
          <p:nvPr/>
        </p:nvSpPr>
        <p:spPr bwMode="auto">
          <a:xfrm>
            <a:off x="7137400" y="5172076"/>
            <a:ext cx="617538" cy="201613"/>
          </a:xfrm>
          <a:custGeom>
            <a:avLst/>
            <a:gdLst>
              <a:gd name="T0" fmla="*/ 0 w 617854"/>
              <a:gd name="T1" fmla="*/ 0 h 201929"/>
              <a:gd name="T2" fmla="*/ 617854 w 617854"/>
              <a:gd name="T3" fmla="*/ 201929 h 201929"/>
            </a:gdLst>
            <a:ahLst/>
            <a:cxnLst/>
            <a:rect l="T0" t="T1" r="T2" b="T3"/>
            <a:pathLst>
              <a:path w="617854" h="201929">
                <a:moveTo>
                  <a:pt x="0" y="34417"/>
                </a:moveTo>
                <a:lnTo>
                  <a:pt x="8509" y="0"/>
                </a:lnTo>
                <a:lnTo>
                  <a:pt x="617601" y="175768"/>
                </a:lnTo>
                <a:lnTo>
                  <a:pt x="609091" y="201675"/>
                </a:lnTo>
                <a:lnTo>
                  <a:pt x="0" y="34417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67" name="object 48"/>
          <p:cNvSpPr>
            <a:spLocks noChangeArrowheads="1"/>
          </p:cNvSpPr>
          <p:nvPr/>
        </p:nvSpPr>
        <p:spPr bwMode="auto">
          <a:xfrm>
            <a:off x="7346950" y="4959351"/>
            <a:ext cx="198438" cy="627063"/>
          </a:xfrm>
          <a:custGeom>
            <a:avLst/>
            <a:gdLst>
              <a:gd name="T0" fmla="*/ 0 w 198754"/>
              <a:gd name="T1" fmla="*/ 0 h 627379"/>
              <a:gd name="T2" fmla="*/ 198754 w 198754"/>
              <a:gd name="T3" fmla="*/ 627379 h 627379"/>
            </a:gdLst>
            <a:ahLst/>
            <a:cxnLst/>
            <a:rect l="T0" t="T1" r="T2" b="T3"/>
            <a:pathLst>
              <a:path w="198754" h="627379">
                <a:moveTo>
                  <a:pt x="172974" y="0"/>
                </a:moveTo>
                <a:lnTo>
                  <a:pt x="0" y="618363"/>
                </a:lnTo>
                <a:lnTo>
                  <a:pt x="25400" y="627126"/>
                </a:lnTo>
                <a:lnTo>
                  <a:pt x="198500" y="8636"/>
                </a:lnTo>
                <a:lnTo>
                  <a:pt x="172974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68" name="object 49"/>
          <p:cNvSpPr>
            <a:spLocks noChangeArrowheads="1"/>
          </p:cNvSpPr>
          <p:nvPr/>
        </p:nvSpPr>
        <p:spPr bwMode="auto">
          <a:xfrm>
            <a:off x="7346950" y="4959351"/>
            <a:ext cx="198438" cy="627063"/>
          </a:xfrm>
          <a:custGeom>
            <a:avLst/>
            <a:gdLst>
              <a:gd name="T0" fmla="*/ 0 w 198754"/>
              <a:gd name="T1" fmla="*/ 0 h 627379"/>
              <a:gd name="T2" fmla="*/ 198754 w 198754"/>
              <a:gd name="T3" fmla="*/ 627379 h 627379"/>
            </a:gdLst>
            <a:ahLst/>
            <a:cxnLst/>
            <a:rect l="T0" t="T1" r="T2" b="T3"/>
            <a:pathLst>
              <a:path w="198754" h="627379">
                <a:moveTo>
                  <a:pt x="25400" y="627126"/>
                </a:moveTo>
                <a:lnTo>
                  <a:pt x="0" y="618363"/>
                </a:lnTo>
                <a:lnTo>
                  <a:pt x="172974" y="0"/>
                </a:lnTo>
                <a:lnTo>
                  <a:pt x="198500" y="8636"/>
                </a:lnTo>
                <a:lnTo>
                  <a:pt x="25400" y="627126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69" name="object 50"/>
          <p:cNvSpPr>
            <a:spLocks noChangeArrowheads="1"/>
          </p:cNvSpPr>
          <p:nvPr/>
        </p:nvSpPr>
        <p:spPr bwMode="auto">
          <a:xfrm>
            <a:off x="7207250" y="5038726"/>
            <a:ext cx="477838" cy="468313"/>
          </a:xfrm>
          <a:custGeom>
            <a:avLst/>
            <a:gdLst>
              <a:gd name="T0" fmla="*/ 0 w 478154"/>
              <a:gd name="T1" fmla="*/ 0 h 468629"/>
              <a:gd name="T2" fmla="*/ 478154 w 478154"/>
              <a:gd name="T3" fmla="*/ 468629 h 468629"/>
            </a:gdLst>
            <a:ahLst/>
            <a:cxnLst/>
            <a:rect l="T0" t="T1" r="T2" b="T3"/>
            <a:pathLst>
              <a:path w="478154" h="468629">
                <a:moveTo>
                  <a:pt x="460883" y="0"/>
                </a:moveTo>
                <a:lnTo>
                  <a:pt x="0" y="449325"/>
                </a:lnTo>
                <a:lnTo>
                  <a:pt x="17017" y="468375"/>
                </a:lnTo>
                <a:lnTo>
                  <a:pt x="477900" y="25907"/>
                </a:lnTo>
                <a:lnTo>
                  <a:pt x="460883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70" name="object 51"/>
          <p:cNvSpPr>
            <a:spLocks noChangeArrowheads="1"/>
          </p:cNvSpPr>
          <p:nvPr/>
        </p:nvSpPr>
        <p:spPr bwMode="auto">
          <a:xfrm>
            <a:off x="7207250" y="5038726"/>
            <a:ext cx="477838" cy="468313"/>
          </a:xfrm>
          <a:custGeom>
            <a:avLst/>
            <a:gdLst>
              <a:gd name="T0" fmla="*/ 0 w 478154"/>
              <a:gd name="T1" fmla="*/ 0 h 468629"/>
              <a:gd name="T2" fmla="*/ 478154 w 478154"/>
              <a:gd name="T3" fmla="*/ 468629 h 468629"/>
            </a:gdLst>
            <a:ahLst/>
            <a:cxnLst/>
            <a:rect l="T0" t="T1" r="T2" b="T3"/>
            <a:pathLst>
              <a:path w="478154" h="468629">
                <a:moveTo>
                  <a:pt x="17017" y="468375"/>
                </a:moveTo>
                <a:lnTo>
                  <a:pt x="0" y="449325"/>
                </a:lnTo>
                <a:lnTo>
                  <a:pt x="460883" y="0"/>
                </a:lnTo>
                <a:lnTo>
                  <a:pt x="477900" y="25907"/>
                </a:lnTo>
                <a:lnTo>
                  <a:pt x="17017" y="46837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71" name="object 52"/>
          <p:cNvSpPr>
            <a:spLocks noChangeArrowheads="1"/>
          </p:cNvSpPr>
          <p:nvPr/>
        </p:nvSpPr>
        <p:spPr bwMode="auto">
          <a:xfrm>
            <a:off x="7127876" y="5180014"/>
            <a:ext cx="627063" cy="193675"/>
          </a:xfrm>
          <a:custGeom>
            <a:avLst/>
            <a:gdLst>
              <a:gd name="T0" fmla="*/ 0 w 627379"/>
              <a:gd name="T1" fmla="*/ 0 h 194310"/>
              <a:gd name="T2" fmla="*/ 627379 w 627379"/>
              <a:gd name="T3" fmla="*/ 194310 h 194310"/>
            </a:gdLst>
            <a:ahLst/>
            <a:cxnLst/>
            <a:rect l="T0" t="T1" r="T2" b="T3"/>
            <a:pathLst>
              <a:path w="627379" h="194310">
                <a:moveTo>
                  <a:pt x="618489" y="0"/>
                </a:moveTo>
                <a:lnTo>
                  <a:pt x="0" y="159131"/>
                </a:lnTo>
                <a:lnTo>
                  <a:pt x="8509" y="193801"/>
                </a:lnTo>
                <a:lnTo>
                  <a:pt x="627126" y="34670"/>
                </a:lnTo>
                <a:lnTo>
                  <a:pt x="618489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72" name="object 53"/>
          <p:cNvSpPr>
            <a:spLocks noChangeArrowheads="1"/>
          </p:cNvSpPr>
          <p:nvPr/>
        </p:nvSpPr>
        <p:spPr bwMode="auto">
          <a:xfrm>
            <a:off x="7127876" y="5180014"/>
            <a:ext cx="627063" cy="193675"/>
          </a:xfrm>
          <a:custGeom>
            <a:avLst/>
            <a:gdLst>
              <a:gd name="T0" fmla="*/ 0 w 627379"/>
              <a:gd name="T1" fmla="*/ 0 h 194310"/>
              <a:gd name="T2" fmla="*/ 627379 w 627379"/>
              <a:gd name="T3" fmla="*/ 194310 h 194310"/>
            </a:gdLst>
            <a:ahLst/>
            <a:cxnLst/>
            <a:rect l="T0" t="T1" r="T2" b="T3"/>
            <a:pathLst>
              <a:path w="627379" h="194310">
                <a:moveTo>
                  <a:pt x="0" y="159131"/>
                </a:moveTo>
                <a:lnTo>
                  <a:pt x="618489" y="0"/>
                </a:lnTo>
                <a:lnTo>
                  <a:pt x="627126" y="34670"/>
                </a:lnTo>
                <a:lnTo>
                  <a:pt x="8509" y="193801"/>
                </a:lnTo>
                <a:lnTo>
                  <a:pt x="0" y="159131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73" name="object 54"/>
          <p:cNvSpPr>
            <a:spLocks noChangeArrowheads="1"/>
          </p:cNvSpPr>
          <p:nvPr/>
        </p:nvSpPr>
        <p:spPr bwMode="auto">
          <a:xfrm>
            <a:off x="7519989" y="5281613"/>
            <a:ext cx="2790825" cy="0"/>
          </a:xfrm>
          <a:custGeom>
            <a:avLst/>
            <a:gdLst>
              <a:gd name="T0" fmla="*/ 0 w 2790825"/>
              <a:gd name="T1" fmla="*/ 2790825 w 2790825"/>
            </a:gdLst>
            <a:ahLst/>
            <a:cxnLst/>
            <a:rect l="T0" t="0" r="T1" b="0"/>
            <a:pathLst>
              <a:path w="2790825">
                <a:moveTo>
                  <a:pt x="0" y="0"/>
                </a:moveTo>
                <a:lnTo>
                  <a:pt x="2790825" y="0"/>
                </a:lnTo>
              </a:path>
            </a:pathLst>
          </a:custGeom>
          <a:noFill/>
          <a:ln w="60325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74" name="object 55"/>
          <p:cNvSpPr>
            <a:spLocks noChangeArrowheads="1"/>
          </p:cNvSpPr>
          <p:nvPr/>
        </p:nvSpPr>
        <p:spPr bwMode="auto">
          <a:xfrm>
            <a:off x="7519989" y="5251451"/>
            <a:ext cx="2790825" cy="60325"/>
          </a:xfrm>
          <a:custGeom>
            <a:avLst/>
            <a:gdLst>
              <a:gd name="T0" fmla="*/ 0 w 2790825"/>
              <a:gd name="T1" fmla="*/ 0 h 60325"/>
              <a:gd name="T2" fmla="*/ 2790825 w 2790825"/>
              <a:gd name="T3" fmla="*/ 60325 h 60325"/>
            </a:gdLst>
            <a:ahLst/>
            <a:cxnLst/>
            <a:rect l="T0" t="T1" r="T2" b="T3"/>
            <a:pathLst>
              <a:path w="2790825" h="60325">
                <a:moveTo>
                  <a:pt x="0" y="60325"/>
                </a:moveTo>
                <a:lnTo>
                  <a:pt x="2790825" y="60325"/>
                </a:lnTo>
                <a:lnTo>
                  <a:pt x="2790825" y="0"/>
                </a:lnTo>
                <a:lnTo>
                  <a:pt x="0" y="0"/>
                </a:lnTo>
                <a:lnTo>
                  <a:pt x="0" y="60325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75" name="object 56"/>
          <p:cNvSpPr>
            <a:spLocks noChangeArrowheads="1"/>
          </p:cNvSpPr>
          <p:nvPr/>
        </p:nvSpPr>
        <p:spPr bwMode="auto">
          <a:xfrm>
            <a:off x="7292976" y="5126039"/>
            <a:ext cx="296863" cy="301625"/>
          </a:xfrm>
          <a:custGeom>
            <a:avLst/>
            <a:gdLst>
              <a:gd name="T0" fmla="*/ 0 w 297179"/>
              <a:gd name="T1" fmla="*/ 0 h 302260"/>
              <a:gd name="T2" fmla="*/ 297179 w 297179"/>
              <a:gd name="T3" fmla="*/ 302260 h 302260"/>
            </a:gdLst>
            <a:ahLst/>
            <a:cxnLst/>
            <a:rect l="T0" t="T1" r="T2" b="T3"/>
            <a:pathLst>
              <a:path w="297179" h="302260">
                <a:moveTo>
                  <a:pt x="209803" y="8762"/>
                </a:moveTo>
                <a:lnTo>
                  <a:pt x="95503" y="8762"/>
                </a:lnTo>
                <a:lnTo>
                  <a:pt x="69976" y="26034"/>
                </a:lnTo>
                <a:lnTo>
                  <a:pt x="44323" y="45084"/>
                </a:lnTo>
                <a:lnTo>
                  <a:pt x="25653" y="71119"/>
                </a:lnTo>
                <a:lnTo>
                  <a:pt x="17017" y="97155"/>
                </a:lnTo>
                <a:lnTo>
                  <a:pt x="8509" y="124840"/>
                </a:lnTo>
                <a:lnTo>
                  <a:pt x="0" y="150875"/>
                </a:lnTo>
                <a:lnTo>
                  <a:pt x="17017" y="213232"/>
                </a:lnTo>
                <a:lnTo>
                  <a:pt x="44323" y="256666"/>
                </a:lnTo>
                <a:lnTo>
                  <a:pt x="69976" y="273938"/>
                </a:lnTo>
                <a:lnTo>
                  <a:pt x="95503" y="292988"/>
                </a:lnTo>
                <a:lnTo>
                  <a:pt x="122809" y="301751"/>
                </a:lnTo>
                <a:lnTo>
                  <a:pt x="182499" y="301751"/>
                </a:lnTo>
                <a:lnTo>
                  <a:pt x="235458" y="273938"/>
                </a:lnTo>
                <a:lnTo>
                  <a:pt x="269621" y="239267"/>
                </a:lnTo>
                <a:lnTo>
                  <a:pt x="296925" y="185547"/>
                </a:lnTo>
                <a:lnTo>
                  <a:pt x="296925" y="124840"/>
                </a:lnTo>
                <a:lnTo>
                  <a:pt x="288289" y="97155"/>
                </a:lnTo>
                <a:lnTo>
                  <a:pt x="269621" y="71119"/>
                </a:lnTo>
                <a:lnTo>
                  <a:pt x="252475" y="45084"/>
                </a:lnTo>
                <a:lnTo>
                  <a:pt x="235458" y="26034"/>
                </a:lnTo>
                <a:lnTo>
                  <a:pt x="209803" y="8762"/>
                </a:lnTo>
                <a:close/>
              </a:path>
              <a:path w="297179" h="302260">
                <a:moveTo>
                  <a:pt x="148462" y="0"/>
                </a:moveTo>
                <a:lnTo>
                  <a:pt x="122809" y="8762"/>
                </a:lnTo>
                <a:lnTo>
                  <a:pt x="182499" y="8762"/>
                </a:lnTo>
                <a:lnTo>
                  <a:pt x="148462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76" name="object 57"/>
          <p:cNvSpPr txBox="1">
            <a:spLocks noChangeArrowheads="1"/>
          </p:cNvSpPr>
          <p:nvPr/>
        </p:nvSpPr>
        <p:spPr bwMode="auto">
          <a:xfrm>
            <a:off x="7953375" y="4905376"/>
            <a:ext cx="2286000" cy="120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463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100"/>
              </a:spcBef>
            </a:pPr>
            <a:r>
              <a:rPr lang="en-US" altLang="en-US" sz="1000"/>
              <a:t>LASER RADIATION-</a:t>
            </a:r>
            <a:endParaRPr lang="en-US" altLang="en-US" sz="1000"/>
          </a:p>
          <a:p>
            <a:pPr algn="ctr" eaLnBrk="1" hangingPunct="1"/>
            <a:r>
              <a:rPr lang="en-US" altLang="en-US" sz="1000"/>
              <a:t>AVOID DIRECT EXPOSURE TO BEAM</a:t>
            </a:r>
            <a:endParaRPr lang="en-US" altLang="en-US" sz="1000"/>
          </a:p>
          <a:p>
            <a:pPr eaLnBrk="1" hangingPunct="1"/>
            <a:endParaRPr lang="en-US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075"/>
              </a:lnSpc>
              <a:spcBef>
                <a:spcPts val="675"/>
              </a:spcBef>
            </a:pPr>
            <a:r>
              <a:rPr lang="en-US" altLang="en-US" sz="1000"/>
              <a:t>2</a:t>
            </a:r>
            <a:r>
              <a:rPr lang="en-US" altLang="en-US" sz="1000">
                <a:latin typeface="Symbol" panose="05050102010706020507" pitchFamily="18" charset="2"/>
              </a:rPr>
              <a:t></a:t>
            </a:r>
            <a:r>
              <a:rPr lang="en-US" alt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000"/>
              <a:t>ND:YAG </a:t>
            </a:r>
            <a:r>
              <a:rPr lang="en-US" altLang="en-US" sz="900"/>
              <a:t>Wavelength: 532 nm  Output Power 80 mW</a:t>
            </a:r>
            <a:endParaRPr lang="en-US" altLang="en-US" sz="900"/>
          </a:p>
          <a:p>
            <a:pPr eaLnBrk="1" hangingPunct="1">
              <a:spcBef>
                <a:spcPts val="365"/>
              </a:spcBef>
            </a:pPr>
            <a:r>
              <a:rPr lang="en-US" altLang="en-US" sz="900"/>
              <a:t>CLASS IIIb Laser Product</a:t>
            </a:r>
            <a:endParaRPr lang="en-US" altLang="en-US" sz="900"/>
          </a:p>
        </p:txBody>
      </p:sp>
      <p:sp>
        <p:nvSpPr>
          <p:cNvPr id="58" name="object 58"/>
          <p:cNvSpPr txBox="1"/>
          <p:nvPr/>
        </p:nvSpPr>
        <p:spPr>
          <a:xfrm>
            <a:off x="2060576" y="6357938"/>
            <a:ext cx="5605463" cy="19749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200" dirty="0">
                <a:latin typeface="Arial" panose="020B0604020202020204"/>
                <a:cs typeface="Arial" panose="020B0604020202020204"/>
              </a:rPr>
              <a:t>Courtesy of </a:t>
            </a:r>
            <a:r>
              <a:rPr sz="1200" spc="-20" dirty="0">
                <a:latin typeface="Arial" panose="020B0604020202020204"/>
                <a:cs typeface="Arial" panose="020B0604020202020204"/>
              </a:rPr>
              <a:t>Sam’s </a:t>
            </a:r>
            <a:r>
              <a:rPr sz="1200" dirty="0">
                <a:latin typeface="Arial" panose="020B0604020202020204"/>
                <a:cs typeface="Arial" panose="020B0604020202020204"/>
              </a:rPr>
              <a:t>Laser </a:t>
            </a:r>
            <a:r>
              <a:rPr sz="1200" spc="-20" dirty="0">
                <a:latin typeface="Arial" panose="020B0604020202020204"/>
                <a:cs typeface="Arial" panose="020B0604020202020204"/>
              </a:rPr>
              <a:t>FA</a:t>
            </a:r>
            <a:r>
              <a:rPr sz="1200" spc="-20" dirty="0">
                <a:latin typeface="Arial" panose="020B0604020202020204"/>
                <a:cs typeface="Arial" panose="020B0604020202020204"/>
                <a:hlinkClick r:id="rId3"/>
              </a:rPr>
              <a:t>Q, </a:t>
            </a:r>
            <a:r>
              <a:rPr sz="1200" spc="-10" dirty="0">
                <a:latin typeface="Arial" panose="020B0604020202020204"/>
                <a:cs typeface="Arial" panose="020B0604020202020204"/>
                <a:hlinkClick r:id="rId3"/>
              </a:rPr>
              <a:t>www.repairfaq.org/sam/lasersam.htm, </a:t>
            </a:r>
            <a:r>
              <a:rPr sz="1200" dirty="0">
                <a:latin typeface="Arial" panose="020B0604020202020204"/>
                <a:cs typeface="Arial" panose="020B0604020202020204"/>
              </a:rPr>
              <a:t>©</a:t>
            </a:r>
            <a:r>
              <a:rPr sz="1200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1994-2004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060575" y="1706563"/>
            <a:ext cx="2217738" cy="19749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200" spc="-10" dirty="0">
                <a:latin typeface="Arial" panose="020B0604020202020204"/>
                <a:cs typeface="Arial" panose="020B0604020202020204"/>
              </a:rPr>
              <a:t>DPSS </a:t>
            </a:r>
            <a:r>
              <a:rPr sz="1200" dirty="0">
                <a:latin typeface="Arial" panose="020B0604020202020204"/>
                <a:cs typeface="Arial" panose="020B0604020202020204"/>
              </a:rPr>
              <a:t>Laser </a:t>
            </a:r>
            <a:r>
              <a:rPr sz="1200" spc="-5" dirty="0">
                <a:latin typeface="Arial" panose="020B0604020202020204"/>
                <a:cs typeface="Arial" panose="020B0604020202020204"/>
              </a:rPr>
              <a:t>with cover</a:t>
            </a:r>
            <a:r>
              <a:rPr sz="1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latin typeface="Arial" panose="020B0604020202020204"/>
                <a:cs typeface="Arial" panose="020B0604020202020204"/>
              </a:rPr>
              <a:t>removed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bject 2"/>
          <p:cNvSpPr>
            <a:spLocks noChangeArrowheads="1"/>
          </p:cNvSpPr>
          <p:nvPr/>
        </p:nvSpPr>
        <p:spPr bwMode="auto">
          <a:xfrm>
            <a:off x="1676400" y="1449388"/>
            <a:ext cx="6324600" cy="4995862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47" name="object 3"/>
          <p:cNvSpPr>
            <a:spLocks noChangeArrowheads="1"/>
          </p:cNvSpPr>
          <p:nvPr/>
        </p:nvSpPr>
        <p:spPr bwMode="auto">
          <a:xfrm>
            <a:off x="1657350" y="1430338"/>
            <a:ext cx="6362700" cy="5033962"/>
          </a:xfrm>
          <a:custGeom>
            <a:avLst/>
            <a:gdLst>
              <a:gd name="T0" fmla="*/ 0 w 6362700"/>
              <a:gd name="T1" fmla="*/ 0 h 5034280"/>
              <a:gd name="T2" fmla="*/ 6362700 w 6362700"/>
              <a:gd name="T3" fmla="*/ 5034280 h 5034280"/>
            </a:gdLst>
            <a:ahLst/>
            <a:cxnLst/>
            <a:rect l="T0" t="T1" r="T2" b="T3"/>
            <a:pathLst>
              <a:path w="6362700" h="5034280">
                <a:moveTo>
                  <a:pt x="0" y="5033899"/>
                </a:moveTo>
                <a:lnTo>
                  <a:pt x="6362700" y="5033899"/>
                </a:lnTo>
                <a:lnTo>
                  <a:pt x="6362700" y="0"/>
                </a:lnTo>
                <a:lnTo>
                  <a:pt x="0" y="0"/>
                </a:lnTo>
                <a:lnTo>
                  <a:pt x="0" y="5033899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28800" y="228601"/>
            <a:ext cx="2559050" cy="620939"/>
          </a:xfrm>
        </p:spPr>
        <p:txBody>
          <a:bodyPr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defRPr/>
            </a:pPr>
            <a:r>
              <a:rPr spc="-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CLASS</a:t>
            </a:r>
            <a:r>
              <a:rPr spc="-10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4</a:t>
            </a:r>
            <a:endParaRPr spc="-5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1749" name="object 6"/>
          <p:cNvSpPr>
            <a:spLocks noChangeArrowheads="1"/>
          </p:cNvSpPr>
          <p:nvPr/>
        </p:nvSpPr>
        <p:spPr bwMode="auto">
          <a:xfrm>
            <a:off x="6781800" y="4344988"/>
            <a:ext cx="3733800" cy="2362200"/>
          </a:xfrm>
          <a:custGeom>
            <a:avLst/>
            <a:gdLst>
              <a:gd name="T0" fmla="*/ 0 w 3733800"/>
              <a:gd name="T1" fmla="*/ 0 h 2362200"/>
              <a:gd name="T2" fmla="*/ 3733800 w 3733800"/>
              <a:gd name="T3" fmla="*/ 2362200 h 2362200"/>
            </a:gdLst>
            <a:ahLst/>
            <a:cxnLst/>
            <a:rect l="T0" t="T1" r="T2" b="T3"/>
            <a:pathLst>
              <a:path w="3733800" h="2362200">
                <a:moveTo>
                  <a:pt x="0" y="2362200"/>
                </a:moveTo>
                <a:lnTo>
                  <a:pt x="3733800" y="2362200"/>
                </a:lnTo>
                <a:lnTo>
                  <a:pt x="3733800" y="0"/>
                </a:lnTo>
                <a:lnTo>
                  <a:pt x="0" y="0"/>
                </a:lnTo>
                <a:lnTo>
                  <a:pt x="0" y="236220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50" name="object 7"/>
          <p:cNvSpPr>
            <a:spLocks noChangeArrowheads="1"/>
          </p:cNvSpPr>
          <p:nvPr/>
        </p:nvSpPr>
        <p:spPr bwMode="auto">
          <a:xfrm>
            <a:off x="6810375" y="5461000"/>
            <a:ext cx="3676650" cy="1219200"/>
          </a:xfrm>
          <a:custGeom>
            <a:avLst/>
            <a:gdLst>
              <a:gd name="T0" fmla="*/ 0 w 3676650"/>
              <a:gd name="T1" fmla="*/ 0 h 1219200"/>
              <a:gd name="T2" fmla="*/ 3676650 w 3676650"/>
              <a:gd name="T3" fmla="*/ 1219200 h 1219200"/>
            </a:gdLst>
            <a:ahLst/>
            <a:cxnLst/>
            <a:rect l="T0" t="T1" r="T2" b="T3"/>
            <a:pathLst>
              <a:path w="3676650" h="1219200">
                <a:moveTo>
                  <a:pt x="0" y="1219200"/>
                </a:moveTo>
                <a:lnTo>
                  <a:pt x="3676650" y="1219200"/>
                </a:lnTo>
                <a:lnTo>
                  <a:pt x="3676650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51" name="object 8"/>
          <p:cNvSpPr>
            <a:spLocks noChangeArrowheads="1"/>
          </p:cNvSpPr>
          <p:nvPr/>
        </p:nvSpPr>
        <p:spPr bwMode="auto">
          <a:xfrm>
            <a:off x="6810376" y="4344988"/>
            <a:ext cx="3705225" cy="42862"/>
          </a:xfrm>
          <a:custGeom>
            <a:avLst/>
            <a:gdLst>
              <a:gd name="T0" fmla="*/ 0 w 3705225"/>
              <a:gd name="T1" fmla="*/ 0 h 43179"/>
              <a:gd name="T2" fmla="*/ 3705225 w 3705225"/>
              <a:gd name="T3" fmla="*/ 43179 h 43179"/>
            </a:gdLst>
            <a:ahLst/>
            <a:cxnLst/>
            <a:rect l="T0" t="T1" r="T2" b="T3"/>
            <a:pathLst>
              <a:path w="3705225" h="43179">
                <a:moveTo>
                  <a:pt x="3676904" y="0"/>
                </a:moveTo>
                <a:lnTo>
                  <a:pt x="0" y="0"/>
                </a:lnTo>
                <a:lnTo>
                  <a:pt x="0" y="42925"/>
                </a:lnTo>
                <a:lnTo>
                  <a:pt x="3676904" y="42925"/>
                </a:lnTo>
                <a:lnTo>
                  <a:pt x="3659251" y="26415"/>
                </a:lnTo>
                <a:lnTo>
                  <a:pt x="3705225" y="26415"/>
                </a:lnTo>
                <a:lnTo>
                  <a:pt x="3676904" y="0"/>
                </a:lnTo>
                <a:close/>
              </a:path>
              <a:path w="3705225" h="43179">
                <a:moveTo>
                  <a:pt x="3705225" y="0"/>
                </a:moveTo>
                <a:lnTo>
                  <a:pt x="3676904" y="0"/>
                </a:lnTo>
                <a:lnTo>
                  <a:pt x="3705225" y="26415"/>
                </a:lnTo>
                <a:lnTo>
                  <a:pt x="37052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52" name="object 9"/>
          <p:cNvSpPr>
            <a:spLocks noChangeArrowheads="1"/>
          </p:cNvSpPr>
          <p:nvPr/>
        </p:nvSpPr>
        <p:spPr bwMode="auto">
          <a:xfrm>
            <a:off x="10469564" y="4371976"/>
            <a:ext cx="46037" cy="2335213"/>
          </a:xfrm>
          <a:custGeom>
            <a:avLst/>
            <a:gdLst>
              <a:gd name="T0" fmla="*/ 0 w 46354"/>
              <a:gd name="T1" fmla="*/ 0 h 2335529"/>
              <a:gd name="T2" fmla="*/ 46354 w 46354"/>
              <a:gd name="T3" fmla="*/ 2335529 h 2335529"/>
            </a:gdLst>
            <a:ahLst/>
            <a:cxnLst/>
            <a:rect l="T0" t="T1" r="T2" b="T3"/>
            <a:pathLst>
              <a:path w="46354" h="2335529">
                <a:moveTo>
                  <a:pt x="45974" y="2291181"/>
                </a:moveTo>
                <a:lnTo>
                  <a:pt x="17652" y="2291181"/>
                </a:lnTo>
                <a:lnTo>
                  <a:pt x="17652" y="2335212"/>
                </a:lnTo>
                <a:lnTo>
                  <a:pt x="45974" y="2308123"/>
                </a:lnTo>
                <a:lnTo>
                  <a:pt x="45974" y="2291181"/>
                </a:lnTo>
                <a:close/>
              </a:path>
              <a:path w="46354" h="2335529">
                <a:moveTo>
                  <a:pt x="45974" y="2308123"/>
                </a:moveTo>
                <a:lnTo>
                  <a:pt x="17652" y="2335212"/>
                </a:lnTo>
                <a:lnTo>
                  <a:pt x="45974" y="2335212"/>
                </a:lnTo>
                <a:lnTo>
                  <a:pt x="45974" y="2308123"/>
                </a:lnTo>
                <a:close/>
              </a:path>
              <a:path w="46354" h="2335529">
                <a:moveTo>
                  <a:pt x="45974" y="0"/>
                </a:moveTo>
                <a:lnTo>
                  <a:pt x="0" y="0"/>
                </a:lnTo>
                <a:lnTo>
                  <a:pt x="0" y="2308123"/>
                </a:lnTo>
                <a:lnTo>
                  <a:pt x="17652" y="2291181"/>
                </a:lnTo>
                <a:lnTo>
                  <a:pt x="45974" y="2291181"/>
                </a:lnTo>
                <a:lnTo>
                  <a:pt x="45974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53" name="object 10"/>
          <p:cNvSpPr>
            <a:spLocks noChangeArrowheads="1"/>
          </p:cNvSpPr>
          <p:nvPr/>
        </p:nvSpPr>
        <p:spPr bwMode="auto">
          <a:xfrm>
            <a:off x="6781801" y="6664326"/>
            <a:ext cx="3705225" cy="42863"/>
          </a:xfrm>
          <a:custGeom>
            <a:avLst/>
            <a:gdLst>
              <a:gd name="T0" fmla="*/ 0 w 3705225"/>
              <a:gd name="T1" fmla="*/ 0 h 43179"/>
              <a:gd name="T2" fmla="*/ 3705225 w 3705225"/>
              <a:gd name="T3" fmla="*/ 43179 h 43179"/>
            </a:gdLst>
            <a:ahLst/>
            <a:cxnLst/>
            <a:rect l="T0" t="T1" r="T2" b="T3"/>
            <a:pathLst>
              <a:path w="3705225" h="43179">
                <a:moveTo>
                  <a:pt x="0" y="16484"/>
                </a:moveTo>
                <a:lnTo>
                  <a:pt x="0" y="42862"/>
                </a:lnTo>
                <a:lnTo>
                  <a:pt x="28321" y="42862"/>
                </a:lnTo>
                <a:lnTo>
                  <a:pt x="0" y="16484"/>
                </a:lnTo>
                <a:close/>
              </a:path>
              <a:path w="3705225" h="43179">
                <a:moveTo>
                  <a:pt x="3705225" y="0"/>
                </a:moveTo>
                <a:lnTo>
                  <a:pt x="28321" y="0"/>
                </a:lnTo>
                <a:lnTo>
                  <a:pt x="45974" y="16484"/>
                </a:lnTo>
                <a:lnTo>
                  <a:pt x="0" y="16484"/>
                </a:lnTo>
                <a:lnTo>
                  <a:pt x="28321" y="42862"/>
                </a:lnTo>
                <a:lnTo>
                  <a:pt x="3705225" y="42862"/>
                </a:lnTo>
                <a:lnTo>
                  <a:pt x="37052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54" name="object 11"/>
          <p:cNvSpPr>
            <a:spLocks noChangeArrowheads="1"/>
          </p:cNvSpPr>
          <p:nvPr/>
        </p:nvSpPr>
        <p:spPr bwMode="auto">
          <a:xfrm>
            <a:off x="6781800" y="4344988"/>
            <a:ext cx="46038" cy="2335212"/>
          </a:xfrm>
          <a:custGeom>
            <a:avLst/>
            <a:gdLst>
              <a:gd name="T0" fmla="*/ 0 w 46354"/>
              <a:gd name="T1" fmla="*/ 0 h 2335529"/>
              <a:gd name="T2" fmla="*/ 46354 w 46354"/>
              <a:gd name="T3" fmla="*/ 2335529 h 2335529"/>
            </a:gdLst>
            <a:ahLst/>
            <a:cxnLst/>
            <a:rect l="T0" t="T1" r="T2" b="T3"/>
            <a:pathLst>
              <a:path w="46354" h="2335529">
                <a:moveTo>
                  <a:pt x="28321" y="0"/>
                </a:moveTo>
                <a:lnTo>
                  <a:pt x="0" y="27177"/>
                </a:lnTo>
                <a:lnTo>
                  <a:pt x="0" y="2335276"/>
                </a:lnTo>
                <a:lnTo>
                  <a:pt x="46100" y="2335276"/>
                </a:lnTo>
                <a:lnTo>
                  <a:pt x="46100" y="44068"/>
                </a:lnTo>
                <a:lnTo>
                  <a:pt x="28321" y="44068"/>
                </a:lnTo>
                <a:lnTo>
                  <a:pt x="28321" y="0"/>
                </a:lnTo>
                <a:close/>
              </a:path>
              <a:path w="46354" h="2335529">
                <a:moveTo>
                  <a:pt x="46100" y="27177"/>
                </a:moveTo>
                <a:lnTo>
                  <a:pt x="28321" y="44068"/>
                </a:lnTo>
                <a:lnTo>
                  <a:pt x="46100" y="44068"/>
                </a:lnTo>
                <a:lnTo>
                  <a:pt x="46100" y="27177"/>
                </a:lnTo>
                <a:close/>
              </a:path>
              <a:path w="46354" h="2335529">
                <a:moveTo>
                  <a:pt x="28321" y="0"/>
                </a:moveTo>
                <a:lnTo>
                  <a:pt x="0" y="0"/>
                </a:lnTo>
                <a:lnTo>
                  <a:pt x="0" y="27177"/>
                </a:lnTo>
                <a:lnTo>
                  <a:pt x="28321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55" name="object 12"/>
          <p:cNvSpPr>
            <a:spLocks noChangeArrowheads="1"/>
          </p:cNvSpPr>
          <p:nvPr/>
        </p:nvSpPr>
        <p:spPr bwMode="auto">
          <a:xfrm>
            <a:off x="6810375" y="4371976"/>
            <a:ext cx="3676650" cy="1089025"/>
          </a:xfrm>
          <a:custGeom>
            <a:avLst/>
            <a:gdLst>
              <a:gd name="T0" fmla="*/ 0 w 3676650"/>
              <a:gd name="T1" fmla="*/ 0 h 1089025"/>
              <a:gd name="T2" fmla="*/ 3676650 w 3676650"/>
              <a:gd name="T3" fmla="*/ 1089025 h 1089025"/>
            </a:gdLst>
            <a:ahLst/>
            <a:cxnLst/>
            <a:rect l="T0" t="T1" r="T2" b="T3"/>
            <a:pathLst>
              <a:path w="3676650" h="1089025">
                <a:moveTo>
                  <a:pt x="0" y="1089025"/>
                </a:moveTo>
                <a:lnTo>
                  <a:pt x="3676650" y="1089025"/>
                </a:lnTo>
                <a:lnTo>
                  <a:pt x="3676650" y="0"/>
                </a:lnTo>
                <a:lnTo>
                  <a:pt x="0" y="0"/>
                </a:lnTo>
                <a:lnTo>
                  <a:pt x="0" y="1089025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56" name="object 13"/>
          <p:cNvSpPr>
            <a:spLocks noChangeArrowheads="1"/>
          </p:cNvSpPr>
          <p:nvPr/>
        </p:nvSpPr>
        <p:spPr bwMode="auto">
          <a:xfrm>
            <a:off x="6810375" y="4344988"/>
            <a:ext cx="3695700" cy="42862"/>
          </a:xfrm>
          <a:custGeom>
            <a:avLst/>
            <a:gdLst>
              <a:gd name="T0" fmla="*/ 0 w 3695700"/>
              <a:gd name="T1" fmla="*/ 0 h 43179"/>
              <a:gd name="T2" fmla="*/ 3695700 w 3695700"/>
              <a:gd name="T3" fmla="*/ 43179 h 43179"/>
            </a:gdLst>
            <a:ahLst/>
            <a:cxnLst/>
            <a:rect l="T0" t="T1" r="T2" b="T3"/>
            <a:pathLst>
              <a:path w="3695700" h="43179">
                <a:moveTo>
                  <a:pt x="3678047" y="0"/>
                </a:moveTo>
                <a:lnTo>
                  <a:pt x="0" y="0"/>
                </a:lnTo>
                <a:lnTo>
                  <a:pt x="0" y="42925"/>
                </a:lnTo>
                <a:lnTo>
                  <a:pt x="3678047" y="42925"/>
                </a:lnTo>
                <a:lnTo>
                  <a:pt x="3660394" y="26415"/>
                </a:lnTo>
                <a:lnTo>
                  <a:pt x="3695700" y="26415"/>
                </a:lnTo>
                <a:lnTo>
                  <a:pt x="3678047" y="0"/>
                </a:lnTo>
                <a:close/>
              </a:path>
              <a:path w="3695700" h="43179">
                <a:moveTo>
                  <a:pt x="3695700" y="0"/>
                </a:moveTo>
                <a:lnTo>
                  <a:pt x="3678047" y="0"/>
                </a:lnTo>
                <a:lnTo>
                  <a:pt x="3695700" y="26415"/>
                </a:lnTo>
                <a:lnTo>
                  <a:pt x="3695700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57" name="object 14"/>
          <p:cNvSpPr>
            <a:spLocks noChangeArrowheads="1"/>
          </p:cNvSpPr>
          <p:nvPr/>
        </p:nvSpPr>
        <p:spPr bwMode="auto">
          <a:xfrm>
            <a:off x="10469563" y="4371975"/>
            <a:ext cx="36512" cy="1104900"/>
          </a:xfrm>
          <a:custGeom>
            <a:avLst/>
            <a:gdLst>
              <a:gd name="T0" fmla="*/ 0 w 36829"/>
              <a:gd name="T1" fmla="*/ 0 h 1104900"/>
              <a:gd name="T2" fmla="*/ 36829 w 36829"/>
              <a:gd name="T3" fmla="*/ 1104900 h 1104900"/>
            </a:gdLst>
            <a:ahLst/>
            <a:cxnLst/>
            <a:rect l="T0" t="T1" r="T2" b="T3"/>
            <a:pathLst>
              <a:path w="36829" h="1104900">
                <a:moveTo>
                  <a:pt x="36449" y="1071118"/>
                </a:moveTo>
                <a:lnTo>
                  <a:pt x="18160" y="1071118"/>
                </a:lnTo>
                <a:lnTo>
                  <a:pt x="18160" y="1104900"/>
                </a:lnTo>
                <a:lnTo>
                  <a:pt x="36449" y="1088009"/>
                </a:lnTo>
                <a:lnTo>
                  <a:pt x="36449" y="1071118"/>
                </a:lnTo>
                <a:close/>
              </a:path>
              <a:path w="36829" h="1104900">
                <a:moveTo>
                  <a:pt x="36449" y="1088009"/>
                </a:moveTo>
                <a:lnTo>
                  <a:pt x="18160" y="1104900"/>
                </a:lnTo>
                <a:lnTo>
                  <a:pt x="36449" y="1104900"/>
                </a:lnTo>
                <a:lnTo>
                  <a:pt x="36449" y="1088009"/>
                </a:lnTo>
                <a:close/>
              </a:path>
              <a:path w="36829" h="1104900">
                <a:moveTo>
                  <a:pt x="36449" y="0"/>
                </a:moveTo>
                <a:lnTo>
                  <a:pt x="0" y="0"/>
                </a:lnTo>
                <a:lnTo>
                  <a:pt x="0" y="1088009"/>
                </a:lnTo>
                <a:lnTo>
                  <a:pt x="18160" y="1071118"/>
                </a:lnTo>
                <a:lnTo>
                  <a:pt x="36449" y="1071118"/>
                </a:lnTo>
                <a:lnTo>
                  <a:pt x="36449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58" name="object 15"/>
          <p:cNvSpPr>
            <a:spLocks noChangeArrowheads="1"/>
          </p:cNvSpPr>
          <p:nvPr/>
        </p:nvSpPr>
        <p:spPr bwMode="auto">
          <a:xfrm>
            <a:off x="6781801" y="5445125"/>
            <a:ext cx="3705225" cy="31750"/>
          </a:xfrm>
          <a:custGeom>
            <a:avLst/>
            <a:gdLst>
              <a:gd name="T0" fmla="*/ 0 w 3705225"/>
              <a:gd name="T1" fmla="*/ 0 h 31750"/>
              <a:gd name="T2" fmla="*/ 3705225 w 3705225"/>
              <a:gd name="T3" fmla="*/ 31750 h 31750"/>
            </a:gdLst>
            <a:ahLst/>
            <a:cxnLst/>
            <a:rect l="T0" t="T1" r="T2" b="T3"/>
            <a:pathLst>
              <a:path w="3705225" h="31750">
                <a:moveTo>
                  <a:pt x="0" y="15875"/>
                </a:moveTo>
                <a:lnTo>
                  <a:pt x="0" y="31750"/>
                </a:lnTo>
                <a:lnTo>
                  <a:pt x="28321" y="31750"/>
                </a:lnTo>
                <a:lnTo>
                  <a:pt x="0" y="15875"/>
                </a:lnTo>
                <a:close/>
              </a:path>
              <a:path w="3705225" h="31750">
                <a:moveTo>
                  <a:pt x="3705225" y="0"/>
                </a:moveTo>
                <a:lnTo>
                  <a:pt x="28321" y="0"/>
                </a:lnTo>
                <a:lnTo>
                  <a:pt x="45974" y="15875"/>
                </a:lnTo>
                <a:lnTo>
                  <a:pt x="0" y="15875"/>
                </a:lnTo>
                <a:lnTo>
                  <a:pt x="28321" y="31750"/>
                </a:lnTo>
                <a:lnTo>
                  <a:pt x="3705225" y="31750"/>
                </a:lnTo>
                <a:lnTo>
                  <a:pt x="3705225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59" name="object 16"/>
          <p:cNvSpPr>
            <a:spLocks noChangeArrowheads="1"/>
          </p:cNvSpPr>
          <p:nvPr/>
        </p:nvSpPr>
        <p:spPr bwMode="auto">
          <a:xfrm>
            <a:off x="6781800" y="4344988"/>
            <a:ext cx="46038" cy="1116012"/>
          </a:xfrm>
          <a:custGeom>
            <a:avLst/>
            <a:gdLst>
              <a:gd name="T0" fmla="*/ 0 w 46354"/>
              <a:gd name="T1" fmla="*/ 0 h 1116329"/>
              <a:gd name="T2" fmla="*/ 46354 w 46354"/>
              <a:gd name="T3" fmla="*/ 1116329 h 1116329"/>
            </a:gdLst>
            <a:ahLst/>
            <a:cxnLst/>
            <a:rect l="T0" t="T1" r="T2" b="T3"/>
            <a:pathLst>
              <a:path w="46354" h="1116329">
                <a:moveTo>
                  <a:pt x="28321" y="0"/>
                </a:moveTo>
                <a:lnTo>
                  <a:pt x="0" y="27177"/>
                </a:lnTo>
                <a:lnTo>
                  <a:pt x="0" y="1116076"/>
                </a:lnTo>
                <a:lnTo>
                  <a:pt x="46100" y="1116076"/>
                </a:lnTo>
                <a:lnTo>
                  <a:pt x="46100" y="44068"/>
                </a:lnTo>
                <a:lnTo>
                  <a:pt x="28321" y="44068"/>
                </a:lnTo>
                <a:lnTo>
                  <a:pt x="28321" y="0"/>
                </a:lnTo>
                <a:close/>
              </a:path>
              <a:path w="46354" h="1116329">
                <a:moveTo>
                  <a:pt x="46100" y="27177"/>
                </a:moveTo>
                <a:lnTo>
                  <a:pt x="28321" y="44068"/>
                </a:lnTo>
                <a:lnTo>
                  <a:pt x="46100" y="44068"/>
                </a:lnTo>
                <a:lnTo>
                  <a:pt x="46100" y="27177"/>
                </a:lnTo>
                <a:close/>
              </a:path>
              <a:path w="46354" h="1116329">
                <a:moveTo>
                  <a:pt x="28321" y="0"/>
                </a:moveTo>
                <a:lnTo>
                  <a:pt x="0" y="0"/>
                </a:lnTo>
                <a:lnTo>
                  <a:pt x="0" y="27177"/>
                </a:lnTo>
                <a:lnTo>
                  <a:pt x="28321" y="0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0" name="object 17"/>
          <p:cNvSpPr>
            <a:spLocks noChangeArrowheads="1"/>
          </p:cNvSpPr>
          <p:nvPr/>
        </p:nvSpPr>
        <p:spPr bwMode="auto">
          <a:xfrm>
            <a:off x="6867526" y="4381501"/>
            <a:ext cx="3554413" cy="105251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1" name="object 18"/>
          <p:cNvSpPr>
            <a:spLocks noChangeArrowheads="1"/>
          </p:cNvSpPr>
          <p:nvPr/>
        </p:nvSpPr>
        <p:spPr bwMode="auto">
          <a:xfrm>
            <a:off x="7392988" y="5575301"/>
            <a:ext cx="0" cy="854075"/>
          </a:xfrm>
          <a:custGeom>
            <a:avLst/>
            <a:gdLst>
              <a:gd name="T0" fmla="*/ 0 h 854075"/>
              <a:gd name="T1" fmla="*/ 854075 h 854075"/>
            </a:gdLst>
            <a:ahLst/>
            <a:cxnLst/>
            <a:rect l="0" t="T0" r="0" b="T1"/>
            <a:pathLst>
              <a:path h="854075">
                <a:moveTo>
                  <a:pt x="0" y="0"/>
                </a:moveTo>
                <a:lnTo>
                  <a:pt x="0" y="854075"/>
                </a:lnTo>
              </a:path>
            </a:pathLst>
          </a:custGeom>
          <a:noFill/>
          <a:ln w="44450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2" name="object 19"/>
          <p:cNvSpPr>
            <a:spLocks noChangeArrowheads="1"/>
          </p:cNvSpPr>
          <p:nvPr/>
        </p:nvSpPr>
        <p:spPr bwMode="auto">
          <a:xfrm>
            <a:off x="7370763" y="5575301"/>
            <a:ext cx="44450" cy="854075"/>
          </a:xfrm>
          <a:custGeom>
            <a:avLst/>
            <a:gdLst>
              <a:gd name="T0" fmla="*/ 0 w 44450"/>
              <a:gd name="T1" fmla="*/ 0 h 854075"/>
              <a:gd name="T2" fmla="*/ 44450 w 44450"/>
              <a:gd name="T3" fmla="*/ 854075 h 854075"/>
            </a:gdLst>
            <a:ahLst/>
            <a:cxnLst/>
            <a:rect l="T0" t="T1" r="T2" b="T3"/>
            <a:pathLst>
              <a:path w="44450" h="854075">
                <a:moveTo>
                  <a:pt x="0" y="854075"/>
                </a:moveTo>
                <a:lnTo>
                  <a:pt x="44450" y="854075"/>
                </a:lnTo>
                <a:lnTo>
                  <a:pt x="44450" y="0"/>
                </a:lnTo>
                <a:lnTo>
                  <a:pt x="0" y="0"/>
                </a:lnTo>
                <a:lnTo>
                  <a:pt x="0" y="854075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3" name="object 20"/>
          <p:cNvSpPr>
            <a:spLocks noChangeArrowheads="1"/>
          </p:cNvSpPr>
          <p:nvPr/>
        </p:nvSpPr>
        <p:spPr bwMode="auto">
          <a:xfrm>
            <a:off x="7153275" y="5616575"/>
            <a:ext cx="477838" cy="769938"/>
          </a:xfrm>
          <a:custGeom>
            <a:avLst/>
            <a:gdLst>
              <a:gd name="T0" fmla="*/ 0 w 478154"/>
              <a:gd name="T1" fmla="*/ 0 h 770254"/>
              <a:gd name="T2" fmla="*/ 478154 w 478154"/>
              <a:gd name="T3" fmla="*/ 770254 h 770254"/>
            </a:gdLst>
            <a:ahLst/>
            <a:cxnLst/>
            <a:rect l="T0" t="T1" r="T2" b="T3"/>
            <a:pathLst>
              <a:path w="478154" h="770254">
                <a:moveTo>
                  <a:pt x="35305" y="0"/>
                </a:moveTo>
                <a:lnTo>
                  <a:pt x="0" y="25387"/>
                </a:lnTo>
                <a:lnTo>
                  <a:pt x="440816" y="769937"/>
                </a:lnTo>
                <a:lnTo>
                  <a:pt x="477900" y="751319"/>
                </a:lnTo>
                <a:lnTo>
                  <a:pt x="35305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4" name="object 21"/>
          <p:cNvSpPr>
            <a:spLocks noChangeArrowheads="1"/>
          </p:cNvSpPr>
          <p:nvPr/>
        </p:nvSpPr>
        <p:spPr bwMode="auto">
          <a:xfrm>
            <a:off x="7153275" y="5616575"/>
            <a:ext cx="477838" cy="769938"/>
          </a:xfrm>
          <a:custGeom>
            <a:avLst/>
            <a:gdLst>
              <a:gd name="T0" fmla="*/ 0 w 478154"/>
              <a:gd name="T1" fmla="*/ 0 h 770254"/>
              <a:gd name="T2" fmla="*/ 478154 w 478154"/>
              <a:gd name="T3" fmla="*/ 770254 h 770254"/>
            </a:gdLst>
            <a:ahLst/>
            <a:cxnLst/>
            <a:rect l="T0" t="T1" r="T2" b="T3"/>
            <a:pathLst>
              <a:path w="478154" h="770254">
                <a:moveTo>
                  <a:pt x="0" y="25387"/>
                </a:moveTo>
                <a:lnTo>
                  <a:pt x="35305" y="0"/>
                </a:lnTo>
                <a:lnTo>
                  <a:pt x="477900" y="751319"/>
                </a:lnTo>
                <a:lnTo>
                  <a:pt x="440816" y="769937"/>
                </a:lnTo>
                <a:lnTo>
                  <a:pt x="0" y="25387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5" name="object 22"/>
          <p:cNvSpPr>
            <a:spLocks noChangeArrowheads="1"/>
          </p:cNvSpPr>
          <p:nvPr/>
        </p:nvSpPr>
        <p:spPr bwMode="auto">
          <a:xfrm>
            <a:off x="6989763" y="5772151"/>
            <a:ext cx="804862" cy="466725"/>
          </a:xfrm>
          <a:custGeom>
            <a:avLst/>
            <a:gdLst>
              <a:gd name="T0" fmla="*/ 0 w 805179"/>
              <a:gd name="T1" fmla="*/ 0 h 466725"/>
              <a:gd name="T2" fmla="*/ 805179 w 805179"/>
              <a:gd name="T3" fmla="*/ 466725 h 466725"/>
            </a:gdLst>
            <a:ahLst/>
            <a:cxnLst/>
            <a:rect l="T0" t="T1" r="T2" b="T3"/>
            <a:pathLst>
              <a:path w="805179" h="466725">
                <a:moveTo>
                  <a:pt x="26415" y="0"/>
                </a:moveTo>
                <a:lnTo>
                  <a:pt x="0" y="33820"/>
                </a:lnTo>
                <a:lnTo>
                  <a:pt x="778256" y="466725"/>
                </a:lnTo>
                <a:lnTo>
                  <a:pt x="804799" y="431215"/>
                </a:lnTo>
                <a:lnTo>
                  <a:pt x="26415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6" name="object 23"/>
          <p:cNvSpPr>
            <a:spLocks noChangeArrowheads="1"/>
          </p:cNvSpPr>
          <p:nvPr/>
        </p:nvSpPr>
        <p:spPr bwMode="auto">
          <a:xfrm>
            <a:off x="6989763" y="5772151"/>
            <a:ext cx="804862" cy="466725"/>
          </a:xfrm>
          <a:custGeom>
            <a:avLst/>
            <a:gdLst>
              <a:gd name="T0" fmla="*/ 0 w 805179"/>
              <a:gd name="T1" fmla="*/ 0 h 466725"/>
              <a:gd name="T2" fmla="*/ 805179 w 805179"/>
              <a:gd name="T3" fmla="*/ 466725 h 466725"/>
            </a:gdLst>
            <a:ahLst/>
            <a:cxnLst/>
            <a:rect l="T0" t="T1" r="T2" b="T3"/>
            <a:pathLst>
              <a:path w="805179" h="466725">
                <a:moveTo>
                  <a:pt x="0" y="33820"/>
                </a:moveTo>
                <a:lnTo>
                  <a:pt x="26415" y="0"/>
                </a:lnTo>
                <a:lnTo>
                  <a:pt x="804799" y="431215"/>
                </a:lnTo>
                <a:lnTo>
                  <a:pt x="778256" y="466725"/>
                </a:lnTo>
                <a:lnTo>
                  <a:pt x="0" y="3382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7" name="object 24"/>
          <p:cNvSpPr>
            <a:spLocks noChangeArrowheads="1"/>
          </p:cNvSpPr>
          <p:nvPr/>
        </p:nvSpPr>
        <p:spPr bwMode="auto">
          <a:xfrm>
            <a:off x="7145338" y="5624513"/>
            <a:ext cx="495300" cy="762000"/>
          </a:xfrm>
          <a:custGeom>
            <a:avLst/>
            <a:gdLst>
              <a:gd name="T0" fmla="*/ 0 w 495300"/>
              <a:gd name="T1" fmla="*/ 0 h 762000"/>
              <a:gd name="T2" fmla="*/ 495300 w 495300"/>
              <a:gd name="T3" fmla="*/ 762000 h 762000"/>
            </a:gdLst>
            <a:ahLst/>
            <a:cxnLst/>
            <a:rect l="T0" t="T1" r="T2" b="T3"/>
            <a:pathLst>
              <a:path w="495300" h="762000">
                <a:moveTo>
                  <a:pt x="459994" y="0"/>
                </a:moveTo>
                <a:lnTo>
                  <a:pt x="0" y="734910"/>
                </a:lnTo>
                <a:lnTo>
                  <a:pt x="35178" y="762000"/>
                </a:lnTo>
                <a:lnTo>
                  <a:pt x="495300" y="27089"/>
                </a:lnTo>
                <a:lnTo>
                  <a:pt x="459994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8" name="object 25"/>
          <p:cNvSpPr>
            <a:spLocks noChangeArrowheads="1"/>
          </p:cNvSpPr>
          <p:nvPr/>
        </p:nvSpPr>
        <p:spPr bwMode="auto">
          <a:xfrm>
            <a:off x="7145338" y="5624513"/>
            <a:ext cx="495300" cy="762000"/>
          </a:xfrm>
          <a:custGeom>
            <a:avLst/>
            <a:gdLst>
              <a:gd name="T0" fmla="*/ 0 w 495300"/>
              <a:gd name="T1" fmla="*/ 0 h 762000"/>
              <a:gd name="T2" fmla="*/ 495300 w 495300"/>
              <a:gd name="T3" fmla="*/ 762000 h 762000"/>
            </a:gdLst>
            <a:ahLst/>
            <a:cxnLst/>
            <a:rect l="T0" t="T1" r="T2" b="T3"/>
            <a:pathLst>
              <a:path w="495300" h="762000">
                <a:moveTo>
                  <a:pt x="35178" y="762000"/>
                </a:moveTo>
                <a:lnTo>
                  <a:pt x="0" y="734910"/>
                </a:lnTo>
                <a:lnTo>
                  <a:pt x="459994" y="0"/>
                </a:lnTo>
                <a:lnTo>
                  <a:pt x="495300" y="27089"/>
                </a:lnTo>
                <a:lnTo>
                  <a:pt x="35178" y="76200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9" name="object 26"/>
          <p:cNvSpPr>
            <a:spLocks noChangeArrowheads="1"/>
          </p:cNvSpPr>
          <p:nvPr/>
        </p:nvSpPr>
        <p:spPr bwMode="auto">
          <a:xfrm>
            <a:off x="6989763" y="5780088"/>
            <a:ext cx="804862" cy="450850"/>
          </a:xfrm>
          <a:custGeom>
            <a:avLst/>
            <a:gdLst>
              <a:gd name="T0" fmla="*/ 0 w 805179"/>
              <a:gd name="T1" fmla="*/ 0 h 450850"/>
              <a:gd name="T2" fmla="*/ 805179 w 805179"/>
              <a:gd name="T3" fmla="*/ 450850 h 450850"/>
            </a:gdLst>
            <a:ahLst/>
            <a:cxnLst/>
            <a:rect l="T0" t="T1" r="T2" b="T3"/>
            <a:pathLst>
              <a:path w="805179" h="450850">
                <a:moveTo>
                  <a:pt x="787146" y="0"/>
                </a:moveTo>
                <a:lnTo>
                  <a:pt x="0" y="415251"/>
                </a:lnTo>
                <a:lnTo>
                  <a:pt x="17652" y="450850"/>
                </a:lnTo>
                <a:lnTo>
                  <a:pt x="804799" y="35598"/>
                </a:lnTo>
                <a:lnTo>
                  <a:pt x="787146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0" name="object 27"/>
          <p:cNvSpPr>
            <a:spLocks noChangeArrowheads="1"/>
          </p:cNvSpPr>
          <p:nvPr/>
        </p:nvSpPr>
        <p:spPr bwMode="auto">
          <a:xfrm>
            <a:off x="6989763" y="5780088"/>
            <a:ext cx="804862" cy="450850"/>
          </a:xfrm>
          <a:custGeom>
            <a:avLst/>
            <a:gdLst>
              <a:gd name="T0" fmla="*/ 0 w 805179"/>
              <a:gd name="T1" fmla="*/ 0 h 450850"/>
              <a:gd name="T2" fmla="*/ 805179 w 805179"/>
              <a:gd name="T3" fmla="*/ 450850 h 450850"/>
            </a:gdLst>
            <a:ahLst/>
            <a:cxnLst/>
            <a:rect l="T0" t="T1" r="T2" b="T3"/>
            <a:pathLst>
              <a:path w="805179" h="450850">
                <a:moveTo>
                  <a:pt x="17652" y="450850"/>
                </a:moveTo>
                <a:lnTo>
                  <a:pt x="0" y="415251"/>
                </a:lnTo>
                <a:lnTo>
                  <a:pt x="787146" y="0"/>
                </a:lnTo>
                <a:lnTo>
                  <a:pt x="804799" y="35598"/>
                </a:lnTo>
                <a:lnTo>
                  <a:pt x="17652" y="45085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1" name="object 28"/>
          <p:cNvSpPr>
            <a:spLocks noChangeArrowheads="1"/>
          </p:cNvSpPr>
          <p:nvPr/>
        </p:nvSpPr>
        <p:spPr bwMode="auto">
          <a:xfrm>
            <a:off x="6935788" y="6007100"/>
            <a:ext cx="533400" cy="0"/>
          </a:xfrm>
          <a:custGeom>
            <a:avLst/>
            <a:gdLst>
              <a:gd name="T0" fmla="*/ 0 w 533400"/>
              <a:gd name="T1" fmla="*/ 533400 w 533400"/>
            </a:gdLst>
            <a:ahLst/>
            <a:cxnLst/>
            <a:rect l="T0" t="0" r="T1" b="0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50800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2" name="object 29"/>
          <p:cNvSpPr>
            <a:spLocks noChangeArrowheads="1"/>
          </p:cNvSpPr>
          <p:nvPr/>
        </p:nvSpPr>
        <p:spPr bwMode="auto">
          <a:xfrm>
            <a:off x="6935789" y="5981700"/>
            <a:ext cx="904875" cy="50800"/>
          </a:xfrm>
          <a:custGeom>
            <a:avLst/>
            <a:gdLst>
              <a:gd name="T0" fmla="*/ 0 w 904875"/>
              <a:gd name="T1" fmla="*/ 0 h 50800"/>
              <a:gd name="T2" fmla="*/ 904875 w 904875"/>
              <a:gd name="T3" fmla="*/ 50800 h 50800"/>
            </a:gdLst>
            <a:ahLst/>
            <a:cxnLst/>
            <a:rect l="T0" t="T1" r="T2" b="T3"/>
            <a:pathLst>
              <a:path w="904875" h="50800">
                <a:moveTo>
                  <a:pt x="0" y="50800"/>
                </a:moveTo>
                <a:lnTo>
                  <a:pt x="904875" y="50800"/>
                </a:lnTo>
                <a:lnTo>
                  <a:pt x="904875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3" name="object 30"/>
          <p:cNvSpPr>
            <a:spLocks noChangeArrowheads="1"/>
          </p:cNvSpPr>
          <p:nvPr/>
        </p:nvSpPr>
        <p:spPr bwMode="auto">
          <a:xfrm>
            <a:off x="7289800" y="5694364"/>
            <a:ext cx="198438" cy="623887"/>
          </a:xfrm>
          <a:custGeom>
            <a:avLst/>
            <a:gdLst>
              <a:gd name="T0" fmla="*/ 0 w 198754"/>
              <a:gd name="T1" fmla="*/ 0 h 624204"/>
              <a:gd name="T2" fmla="*/ 198754 w 198754"/>
              <a:gd name="T3" fmla="*/ 624204 h 624204"/>
            </a:gdLst>
            <a:ahLst/>
            <a:cxnLst/>
            <a:rect l="T0" t="T1" r="T2" b="T3"/>
            <a:pathLst>
              <a:path w="198754" h="624204">
                <a:moveTo>
                  <a:pt x="35433" y="0"/>
                </a:moveTo>
                <a:lnTo>
                  <a:pt x="0" y="8470"/>
                </a:lnTo>
                <a:lnTo>
                  <a:pt x="171830" y="623887"/>
                </a:lnTo>
                <a:lnTo>
                  <a:pt x="198500" y="615416"/>
                </a:lnTo>
                <a:lnTo>
                  <a:pt x="35433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4" name="object 31"/>
          <p:cNvSpPr>
            <a:spLocks noChangeArrowheads="1"/>
          </p:cNvSpPr>
          <p:nvPr/>
        </p:nvSpPr>
        <p:spPr bwMode="auto">
          <a:xfrm>
            <a:off x="7289800" y="5694364"/>
            <a:ext cx="198438" cy="623887"/>
          </a:xfrm>
          <a:custGeom>
            <a:avLst/>
            <a:gdLst>
              <a:gd name="T0" fmla="*/ 0 w 198754"/>
              <a:gd name="T1" fmla="*/ 0 h 624204"/>
              <a:gd name="T2" fmla="*/ 198754 w 198754"/>
              <a:gd name="T3" fmla="*/ 624204 h 624204"/>
            </a:gdLst>
            <a:ahLst/>
            <a:cxnLst/>
            <a:rect l="T0" t="T1" r="T2" b="T3"/>
            <a:pathLst>
              <a:path w="198754" h="624204">
                <a:moveTo>
                  <a:pt x="0" y="8470"/>
                </a:moveTo>
                <a:lnTo>
                  <a:pt x="35433" y="0"/>
                </a:lnTo>
                <a:lnTo>
                  <a:pt x="198500" y="615416"/>
                </a:lnTo>
                <a:lnTo>
                  <a:pt x="171830" y="623887"/>
                </a:lnTo>
                <a:lnTo>
                  <a:pt x="0" y="8470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5" name="object 32"/>
          <p:cNvSpPr>
            <a:spLocks noChangeArrowheads="1"/>
          </p:cNvSpPr>
          <p:nvPr/>
        </p:nvSpPr>
        <p:spPr bwMode="auto">
          <a:xfrm>
            <a:off x="7153275" y="5762625"/>
            <a:ext cx="477838" cy="476250"/>
          </a:xfrm>
          <a:custGeom>
            <a:avLst/>
            <a:gdLst>
              <a:gd name="T0" fmla="*/ 0 w 478154"/>
              <a:gd name="T1" fmla="*/ 0 h 476250"/>
              <a:gd name="T2" fmla="*/ 478154 w 478154"/>
              <a:gd name="T3" fmla="*/ 476250 h 476250"/>
            </a:gdLst>
            <a:ahLst/>
            <a:cxnLst/>
            <a:rect l="T0" t="T1" r="T2" b="T3"/>
            <a:pathLst>
              <a:path w="478154" h="476250">
                <a:moveTo>
                  <a:pt x="17652" y="0"/>
                </a:moveTo>
                <a:lnTo>
                  <a:pt x="0" y="25425"/>
                </a:lnTo>
                <a:lnTo>
                  <a:pt x="451358" y="476250"/>
                </a:lnTo>
                <a:lnTo>
                  <a:pt x="477900" y="459308"/>
                </a:lnTo>
                <a:lnTo>
                  <a:pt x="17652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6" name="object 33"/>
          <p:cNvSpPr>
            <a:spLocks noChangeArrowheads="1"/>
          </p:cNvSpPr>
          <p:nvPr/>
        </p:nvSpPr>
        <p:spPr bwMode="auto">
          <a:xfrm>
            <a:off x="7153275" y="5762625"/>
            <a:ext cx="477838" cy="476250"/>
          </a:xfrm>
          <a:custGeom>
            <a:avLst/>
            <a:gdLst>
              <a:gd name="T0" fmla="*/ 0 w 478154"/>
              <a:gd name="T1" fmla="*/ 0 h 476250"/>
              <a:gd name="T2" fmla="*/ 478154 w 478154"/>
              <a:gd name="T3" fmla="*/ 476250 h 476250"/>
            </a:gdLst>
            <a:ahLst/>
            <a:cxnLst/>
            <a:rect l="T0" t="T1" r="T2" b="T3"/>
            <a:pathLst>
              <a:path w="478154" h="476250">
                <a:moveTo>
                  <a:pt x="0" y="25425"/>
                </a:moveTo>
                <a:lnTo>
                  <a:pt x="17652" y="0"/>
                </a:lnTo>
                <a:lnTo>
                  <a:pt x="477900" y="459308"/>
                </a:lnTo>
                <a:lnTo>
                  <a:pt x="451358" y="476250"/>
                </a:lnTo>
                <a:lnTo>
                  <a:pt x="0" y="2542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7" name="object 34"/>
          <p:cNvSpPr>
            <a:spLocks noChangeArrowheads="1"/>
          </p:cNvSpPr>
          <p:nvPr/>
        </p:nvSpPr>
        <p:spPr bwMode="auto">
          <a:xfrm>
            <a:off x="7072313" y="5903913"/>
            <a:ext cx="641350" cy="196850"/>
          </a:xfrm>
          <a:custGeom>
            <a:avLst/>
            <a:gdLst>
              <a:gd name="T0" fmla="*/ 0 w 641350"/>
              <a:gd name="T1" fmla="*/ 0 h 196850"/>
              <a:gd name="T2" fmla="*/ 641350 w 641350"/>
              <a:gd name="T3" fmla="*/ 196850 h 196850"/>
            </a:gdLst>
            <a:ahLst/>
            <a:cxnLst/>
            <a:rect l="T0" t="T1" r="T2" b="T3"/>
            <a:pathLst>
              <a:path w="641350" h="196850">
                <a:moveTo>
                  <a:pt x="8762" y="0"/>
                </a:moveTo>
                <a:lnTo>
                  <a:pt x="0" y="33655"/>
                </a:lnTo>
                <a:lnTo>
                  <a:pt x="632460" y="196850"/>
                </a:lnTo>
                <a:lnTo>
                  <a:pt x="641350" y="171615"/>
                </a:lnTo>
                <a:lnTo>
                  <a:pt x="8762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8" name="object 35"/>
          <p:cNvSpPr>
            <a:spLocks noChangeArrowheads="1"/>
          </p:cNvSpPr>
          <p:nvPr/>
        </p:nvSpPr>
        <p:spPr bwMode="auto">
          <a:xfrm>
            <a:off x="7072313" y="5903913"/>
            <a:ext cx="641350" cy="196850"/>
          </a:xfrm>
          <a:custGeom>
            <a:avLst/>
            <a:gdLst>
              <a:gd name="T0" fmla="*/ 0 w 641350"/>
              <a:gd name="T1" fmla="*/ 0 h 196850"/>
              <a:gd name="T2" fmla="*/ 641350 w 641350"/>
              <a:gd name="T3" fmla="*/ 196850 h 196850"/>
            </a:gdLst>
            <a:ahLst/>
            <a:cxnLst/>
            <a:rect l="T0" t="T1" r="T2" b="T3"/>
            <a:pathLst>
              <a:path w="641350" h="196850">
                <a:moveTo>
                  <a:pt x="0" y="33655"/>
                </a:moveTo>
                <a:lnTo>
                  <a:pt x="8762" y="0"/>
                </a:lnTo>
                <a:lnTo>
                  <a:pt x="641350" y="171615"/>
                </a:lnTo>
                <a:lnTo>
                  <a:pt x="632460" y="196850"/>
                </a:lnTo>
                <a:lnTo>
                  <a:pt x="0" y="33655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9" name="object 36"/>
          <p:cNvSpPr>
            <a:spLocks noChangeArrowheads="1"/>
          </p:cNvSpPr>
          <p:nvPr/>
        </p:nvSpPr>
        <p:spPr bwMode="auto">
          <a:xfrm>
            <a:off x="7289801" y="5694363"/>
            <a:ext cx="206375" cy="614362"/>
          </a:xfrm>
          <a:custGeom>
            <a:avLst/>
            <a:gdLst>
              <a:gd name="T0" fmla="*/ 0 w 206375"/>
              <a:gd name="T1" fmla="*/ 0 h 614679"/>
              <a:gd name="T2" fmla="*/ 206375 w 206375"/>
              <a:gd name="T3" fmla="*/ 614679 h 614679"/>
            </a:gdLst>
            <a:ahLst/>
            <a:cxnLst/>
            <a:rect l="T0" t="T1" r="T2" b="T3"/>
            <a:pathLst>
              <a:path w="206375" h="614679">
                <a:moveTo>
                  <a:pt x="179959" y="0"/>
                </a:moveTo>
                <a:lnTo>
                  <a:pt x="0" y="605904"/>
                </a:lnTo>
                <a:lnTo>
                  <a:pt x="26415" y="614362"/>
                </a:lnTo>
                <a:lnTo>
                  <a:pt x="206375" y="8458"/>
                </a:lnTo>
                <a:lnTo>
                  <a:pt x="179959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80" name="object 37"/>
          <p:cNvSpPr>
            <a:spLocks noChangeArrowheads="1"/>
          </p:cNvSpPr>
          <p:nvPr/>
        </p:nvSpPr>
        <p:spPr bwMode="auto">
          <a:xfrm>
            <a:off x="7289801" y="5694363"/>
            <a:ext cx="206375" cy="614362"/>
          </a:xfrm>
          <a:custGeom>
            <a:avLst/>
            <a:gdLst>
              <a:gd name="T0" fmla="*/ 0 w 206375"/>
              <a:gd name="T1" fmla="*/ 0 h 614679"/>
              <a:gd name="T2" fmla="*/ 206375 w 206375"/>
              <a:gd name="T3" fmla="*/ 614679 h 614679"/>
            </a:gdLst>
            <a:ahLst/>
            <a:cxnLst/>
            <a:rect l="T0" t="T1" r="T2" b="T3"/>
            <a:pathLst>
              <a:path w="206375" h="614679">
                <a:moveTo>
                  <a:pt x="26415" y="614362"/>
                </a:moveTo>
                <a:lnTo>
                  <a:pt x="0" y="605904"/>
                </a:lnTo>
                <a:lnTo>
                  <a:pt x="179959" y="0"/>
                </a:lnTo>
                <a:lnTo>
                  <a:pt x="206375" y="8458"/>
                </a:lnTo>
                <a:lnTo>
                  <a:pt x="26415" y="614362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81" name="object 38"/>
          <p:cNvSpPr>
            <a:spLocks noChangeArrowheads="1"/>
          </p:cNvSpPr>
          <p:nvPr/>
        </p:nvSpPr>
        <p:spPr bwMode="auto">
          <a:xfrm>
            <a:off x="7145338" y="5772150"/>
            <a:ext cx="495300" cy="458788"/>
          </a:xfrm>
          <a:custGeom>
            <a:avLst/>
            <a:gdLst>
              <a:gd name="T0" fmla="*/ 0 w 495300"/>
              <a:gd name="T1" fmla="*/ 0 h 459104"/>
              <a:gd name="T2" fmla="*/ 495300 w 495300"/>
              <a:gd name="T3" fmla="*/ 459104 h 459104"/>
            </a:gdLst>
            <a:ahLst/>
            <a:cxnLst/>
            <a:rect l="T0" t="T1" r="T2" b="T3"/>
            <a:pathLst>
              <a:path w="495300" h="459104">
                <a:moveTo>
                  <a:pt x="477647" y="0"/>
                </a:moveTo>
                <a:lnTo>
                  <a:pt x="0" y="440169"/>
                </a:lnTo>
                <a:lnTo>
                  <a:pt x="17525" y="458787"/>
                </a:lnTo>
                <a:lnTo>
                  <a:pt x="495300" y="25400"/>
                </a:lnTo>
                <a:lnTo>
                  <a:pt x="477647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82" name="object 39"/>
          <p:cNvSpPr>
            <a:spLocks noChangeArrowheads="1"/>
          </p:cNvSpPr>
          <p:nvPr/>
        </p:nvSpPr>
        <p:spPr bwMode="auto">
          <a:xfrm>
            <a:off x="7145338" y="5772150"/>
            <a:ext cx="495300" cy="458788"/>
          </a:xfrm>
          <a:custGeom>
            <a:avLst/>
            <a:gdLst>
              <a:gd name="T0" fmla="*/ 0 w 495300"/>
              <a:gd name="T1" fmla="*/ 0 h 459104"/>
              <a:gd name="T2" fmla="*/ 495300 w 495300"/>
              <a:gd name="T3" fmla="*/ 459104 h 459104"/>
            </a:gdLst>
            <a:ahLst/>
            <a:cxnLst/>
            <a:rect l="T0" t="T1" r="T2" b="T3"/>
            <a:pathLst>
              <a:path w="495300" h="459104">
                <a:moveTo>
                  <a:pt x="17525" y="458787"/>
                </a:moveTo>
                <a:lnTo>
                  <a:pt x="0" y="440169"/>
                </a:lnTo>
                <a:lnTo>
                  <a:pt x="477647" y="0"/>
                </a:lnTo>
                <a:lnTo>
                  <a:pt x="495300" y="25400"/>
                </a:lnTo>
                <a:lnTo>
                  <a:pt x="17525" y="458787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83" name="object 40"/>
          <p:cNvSpPr>
            <a:spLocks noChangeArrowheads="1"/>
          </p:cNvSpPr>
          <p:nvPr/>
        </p:nvSpPr>
        <p:spPr bwMode="auto">
          <a:xfrm>
            <a:off x="7062789" y="5910263"/>
            <a:ext cx="650875" cy="190500"/>
          </a:xfrm>
          <a:custGeom>
            <a:avLst/>
            <a:gdLst>
              <a:gd name="T0" fmla="*/ 0 w 650875"/>
              <a:gd name="T1" fmla="*/ 0 h 190500"/>
              <a:gd name="T2" fmla="*/ 650875 w 650875"/>
              <a:gd name="T3" fmla="*/ 190500 h 190500"/>
            </a:gdLst>
            <a:ahLst/>
            <a:cxnLst/>
            <a:rect l="T0" t="T1" r="T2" b="T3"/>
            <a:pathLst>
              <a:path w="650875" h="190500">
                <a:moveTo>
                  <a:pt x="641985" y="0"/>
                </a:moveTo>
                <a:lnTo>
                  <a:pt x="0" y="156476"/>
                </a:lnTo>
                <a:lnTo>
                  <a:pt x="8762" y="190500"/>
                </a:lnTo>
                <a:lnTo>
                  <a:pt x="650875" y="34023"/>
                </a:lnTo>
                <a:lnTo>
                  <a:pt x="641985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84" name="object 41"/>
          <p:cNvSpPr>
            <a:spLocks noChangeArrowheads="1"/>
          </p:cNvSpPr>
          <p:nvPr/>
        </p:nvSpPr>
        <p:spPr bwMode="auto">
          <a:xfrm>
            <a:off x="7062789" y="5910263"/>
            <a:ext cx="650875" cy="190500"/>
          </a:xfrm>
          <a:custGeom>
            <a:avLst/>
            <a:gdLst>
              <a:gd name="T0" fmla="*/ 0 w 650875"/>
              <a:gd name="T1" fmla="*/ 0 h 190500"/>
              <a:gd name="T2" fmla="*/ 650875 w 650875"/>
              <a:gd name="T3" fmla="*/ 190500 h 190500"/>
            </a:gdLst>
            <a:ahLst/>
            <a:cxnLst/>
            <a:rect l="T0" t="T1" r="T2" b="T3"/>
            <a:pathLst>
              <a:path w="650875" h="190500">
                <a:moveTo>
                  <a:pt x="0" y="156476"/>
                </a:moveTo>
                <a:lnTo>
                  <a:pt x="641985" y="0"/>
                </a:lnTo>
                <a:lnTo>
                  <a:pt x="650875" y="34023"/>
                </a:lnTo>
                <a:lnTo>
                  <a:pt x="8762" y="190500"/>
                </a:lnTo>
                <a:lnTo>
                  <a:pt x="0" y="156476"/>
                </a:lnTo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85" name="object 42"/>
          <p:cNvSpPr>
            <a:spLocks noChangeArrowheads="1"/>
          </p:cNvSpPr>
          <p:nvPr/>
        </p:nvSpPr>
        <p:spPr bwMode="auto">
          <a:xfrm>
            <a:off x="7469188" y="6010275"/>
            <a:ext cx="2901950" cy="0"/>
          </a:xfrm>
          <a:custGeom>
            <a:avLst/>
            <a:gdLst>
              <a:gd name="T0" fmla="*/ 0 w 2901950"/>
              <a:gd name="T1" fmla="*/ 2901950 w 2901950"/>
            </a:gdLst>
            <a:ahLst/>
            <a:cxnLst/>
            <a:rect l="T0" t="0" r="T1" b="0"/>
            <a:pathLst>
              <a:path w="2901950">
                <a:moveTo>
                  <a:pt x="0" y="0"/>
                </a:moveTo>
                <a:lnTo>
                  <a:pt x="2901950" y="0"/>
                </a:lnTo>
              </a:path>
            </a:pathLst>
          </a:custGeom>
          <a:noFill/>
          <a:ln w="58738">
            <a:solidFill>
              <a:srgbClr val="DC2B1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86" name="object 43"/>
          <p:cNvSpPr>
            <a:spLocks noChangeArrowheads="1"/>
          </p:cNvSpPr>
          <p:nvPr/>
        </p:nvSpPr>
        <p:spPr bwMode="auto">
          <a:xfrm>
            <a:off x="7469188" y="5981700"/>
            <a:ext cx="2901950" cy="58738"/>
          </a:xfrm>
          <a:custGeom>
            <a:avLst/>
            <a:gdLst>
              <a:gd name="T0" fmla="*/ 0 w 2901950"/>
              <a:gd name="T1" fmla="*/ 0 h 59054"/>
              <a:gd name="T2" fmla="*/ 2901950 w 2901950"/>
              <a:gd name="T3" fmla="*/ 59054 h 59054"/>
            </a:gdLst>
            <a:ahLst/>
            <a:cxnLst/>
            <a:rect l="T0" t="T1" r="T2" b="T3"/>
            <a:pathLst>
              <a:path w="2901950" h="59054">
                <a:moveTo>
                  <a:pt x="0" y="58738"/>
                </a:moveTo>
                <a:lnTo>
                  <a:pt x="2901950" y="58738"/>
                </a:lnTo>
                <a:lnTo>
                  <a:pt x="2901950" y="0"/>
                </a:lnTo>
                <a:lnTo>
                  <a:pt x="0" y="0"/>
                </a:lnTo>
                <a:lnTo>
                  <a:pt x="0" y="58738"/>
                </a:lnTo>
                <a:close/>
              </a:path>
            </a:pathLst>
          </a:custGeom>
          <a:noFill/>
          <a:ln w="12700">
            <a:solidFill>
              <a:srgbClr val="1F1A17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87" name="object 44"/>
          <p:cNvSpPr>
            <a:spLocks noChangeArrowheads="1"/>
          </p:cNvSpPr>
          <p:nvPr/>
        </p:nvSpPr>
        <p:spPr bwMode="auto">
          <a:xfrm>
            <a:off x="7234239" y="5857876"/>
            <a:ext cx="307975" cy="295275"/>
          </a:xfrm>
          <a:custGeom>
            <a:avLst/>
            <a:gdLst>
              <a:gd name="T0" fmla="*/ 0 w 307975"/>
              <a:gd name="T1" fmla="*/ 0 h 295275"/>
              <a:gd name="T2" fmla="*/ 307975 w 307975"/>
              <a:gd name="T3" fmla="*/ 295275 h 295275"/>
            </a:gdLst>
            <a:ahLst/>
            <a:cxnLst/>
            <a:rect l="T0" t="T1" r="T2" b="T3"/>
            <a:pathLst>
              <a:path w="307975" h="295275">
                <a:moveTo>
                  <a:pt x="217677" y="8483"/>
                </a:moveTo>
                <a:lnTo>
                  <a:pt x="99060" y="8483"/>
                </a:lnTo>
                <a:lnTo>
                  <a:pt x="72516" y="25450"/>
                </a:lnTo>
                <a:lnTo>
                  <a:pt x="45974" y="44119"/>
                </a:lnTo>
                <a:lnTo>
                  <a:pt x="26543" y="69583"/>
                </a:lnTo>
                <a:lnTo>
                  <a:pt x="17652" y="95034"/>
                </a:lnTo>
                <a:lnTo>
                  <a:pt x="8762" y="122186"/>
                </a:lnTo>
                <a:lnTo>
                  <a:pt x="0" y="147637"/>
                </a:lnTo>
                <a:lnTo>
                  <a:pt x="17652" y="208724"/>
                </a:lnTo>
                <a:lnTo>
                  <a:pt x="45974" y="251155"/>
                </a:lnTo>
                <a:lnTo>
                  <a:pt x="72516" y="268122"/>
                </a:lnTo>
                <a:lnTo>
                  <a:pt x="99060" y="286791"/>
                </a:lnTo>
                <a:lnTo>
                  <a:pt x="127381" y="295275"/>
                </a:lnTo>
                <a:lnTo>
                  <a:pt x="189357" y="295275"/>
                </a:lnTo>
                <a:lnTo>
                  <a:pt x="244221" y="268122"/>
                </a:lnTo>
                <a:lnTo>
                  <a:pt x="279653" y="234187"/>
                </a:lnTo>
                <a:lnTo>
                  <a:pt x="307975" y="181571"/>
                </a:lnTo>
                <a:lnTo>
                  <a:pt x="307975" y="122186"/>
                </a:lnTo>
                <a:lnTo>
                  <a:pt x="299085" y="95034"/>
                </a:lnTo>
                <a:lnTo>
                  <a:pt x="279653" y="69583"/>
                </a:lnTo>
                <a:lnTo>
                  <a:pt x="261874" y="44119"/>
                </a:lnTo>
                <a:lnTo>
                  <a:pt x="244221" y="25450"/>
                </a:lnTo>
                <a:lnTo>
                  <a:pt x="217677" y="8483"/>
                </a:lnTo>
                <a:close/>
              </a:path>
              <a:path w="307975" h="295275">
                <a:moveTo>
                  <a:pt x="153924" y="0"/>
                </a:moveTo>
                <a:lnTo>
                  <a:pt x="127381" y="8483"/>
                </a:lnTo>
                <a:lnTo>
                  <a:pt x="189357" y="8483"/>
                </a:lnTo>
                <a:lnTo>
                  <a:pt x="153924" y="0"/>
                </a:lnTo>
                <a:close/>
              </a:path>
            </a:pathLst>
          </a:custGeom>
          <a:solidFill>
            <a:srgbClr val="DC2B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" name="object 45"/>
          <p:cNvSpPr txBox="1"/>
          <p:nvPr/>
        </p:nvSpPr>
        <p:spPr>
          <a:xfrm>
            <a:off x="8181975" y="5562601"/>
            <a:ext cx="1804988" cy="390525"/>
          </a:xfrm>
          <a:prstGeom prst="rect">
            <a:avLst/>
          </a:prstGeom>
        </p:spPr>
        <p:txBody>
          <a:bodyPr lIns="0" tIns="11430" rIns="0" bIns="0">
            <a:spAutoFit/>
          </a:bodyPr>
          <a:lstStyle/>
          <a:p>
            <a:pPr marL="12700">
              <a:spcBef>
                <a:spcPts val="90"/>
              </a:spcBef>
              <a:defRPr/>
            </a:pPr>
            <a:r>
              <a:rPr sz="800" spc="-10" dirty="0">
                <a:latin typeface="Arial" panose="020B0604020202020204"/>
                <a:cs typeface="Arial" panose="020B0604020202020204"/>
              </a:rPr>
              <a:t>VISIBLE LASER</a:t>
            </a:r>
            <a:r>
              <a:rPr sz="800" spc="10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RADIATION-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12700">
              <a:defRPr/>
            </a:pPr>
            <a:r>
              <a:rPr sz="800" spc="-5" dirty="0">
                <a:latin typeface="Arial" panose="020B0604020202020204"/>
                <a:cs typeface="Arial" panose="020B0604020202020204"/>
              </a:rPr>
              <a:t>AVOID </a:t>
            </a:r>
            <a:r>
              <a:rPr sz="800" spc="-15" dirty="0">
                <a:latin typeface="Arial" panose="020B0604020202020204"/>
                <a:cs typeface="Arial" panose="020B0604020202020204"/>
              </a:rPr>
              <a:t>EYE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OR </a:t>
            </a:r>
            <a:r>
              <a:rPr sz="800" spc="-10" dirty="0">
                <a:latin typeface="Arial" panose="020B0604020202020204"/>
                <a:cs typeface="Arial" panose="020B0604020202020204"/>
              </a:rPr>
              <a:t>SKIN EXPOSURE</a:t>
            </a:r>
            <a:r>
              <a:rPr sz="800" spc="130" dirty="0">
                <a:latin typeface="Arial" panose="020B0604020202020204"/>
                <a:cs typeface="Arial" panose="020B0604020202020204"/>
              </a:rPr>
              <a:t> </a:t>
            </a:r>
            <a:r>
              <a:rPr sz="800" dirty="0">
                <a:latin typeface="Arial" panose="020B0604020202020204"/>
                <a:cs typeface="Arial" panose="020B0604020202020204"/>
              </a:rPr>
              <a:t>TO</a:t>
            </a:r>
            <a:endParaRPr sz="800">
              <a:latin typeface="Arial" panose="020B0604020202020204"/>
              <a:cs typeface="Arial" panose="020B0604020202020204"/>
            </a:endParaRPr>
          </a:p>
          <a:p>
            <a:pPr marL="12700">
              <a:spcBef>
                <a:spcPts val="5"/>
              </a:spcBef>
              <a:defRPr/>
            </a:pPr>
            <a:r>
              <a:rPr sz="800" spc="-5" dirty="0">
                <a:latin typeface="Arial" panose="020B0604020202020204"/>
                <a:cs typeface="Arial" panose="020B0604020202020204"/>
              </a:rPr>
              <a:t>DIRECT OR SCATTERED</a:t>
            </a:r>
            <a:r>
              <a:rPr sz="8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RADIATION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789" name="object 46"/>
          <p:cNvSpPr txBox="1">
            <a:spLocks noChangeArrowheads="1"/>
          </p:cNvSpPr>
          <p:nvPr/>
        </p:nvSpPr>
        <p:spPr bwMode="auto">
          <a:xfrm>
            <a:off x="8220075" y="6048375"/>
            <a:ext cx="210185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970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075"/>
              </a:lnSpc>
              <a:spcBef>
                <a:spcPts val="115"/>
              </a:spcBef>
            </a:pPr>
            <a:r>
              <a:rPr lang="en-US" altLang="en-US" sz="900"/>
              <a:t>2</a:t>
            </a:r>
            <a:r>
              <a:rPr lang="en-US" altLang="en-US" sz="900">
                <a:latin typeface="Symbol" panose="05050102010706020507" pitchFamily="18" charset="2"/>
              </a:rPr>
              <a:t></a:t>
            </a:r>
            <a:r>
              <a:rPr lang="en-US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"/>
              <a:t>Nd:YAG</a:t>
            </a:r>
            <a:endParaRPr lang="en-US" altLang="en-US" sz="900"/>
          </a:p>
          <a:p>
            <a:pPr eaLnBrk="1" hangingPunct="1">
              <a:lnSpc>
                <a:spcPts val="1075"/>
              </a:lnSpc>
              <a:spcBef>
                <a:spcPts val="25"/>
              </a:spcBef>
            </a:pPr>
            <a:r>
              <a:rPr lang="en-US" altLang="en-US" sz="900"/>
              <a:t>Wavelength: 532 nm  Output Power 20 W</a:t>
            </a:r>
            <a:endParaRPr lang="en-US" altLang="en-US" sz="900"/>
          </a:p>
          <a:p>
            <a:pPr eaLnBrk="1" hangingPunct="1">
              <a:lnSpc>
                <a:spcPts val="950"/>
              </a:lnSpc>
            </a:pPr>
            <a:r>
              <a:rPr lang="en-US" altLang="en-US" sz="900"/>
              <a:t>CLASS IV Laser Product</a:t>
            </a:r>
            <a:endParaRPr lang="en-US" altLang="en-US" sz="900"/>
          </a:p>
        </p:txBody>
      </p:sp>
      <p:sp>
        <p:nvSpPr>
          <p:cNvPr id="31790" name="object 47"/>
          <p:cNvSpPr>
            <a:spLocks noChangeArrowheads="1"/>
          </p:cNvSpPr>
          <p:nvPr/>
        </p:nvSpPr>
        <p:spPr bwMode="auto">
          <a:xfrm>
            <a:off x="5600700" y="725488"/>
            <a:ext cx="4495800" cy="1600200"/>
          </a:xfrm>
          <a:custGeom>
            <a:avLst/>
            <a:gdLst>
              <a:gd name="T0" fmla="*/ 0 w 4495800"/>
              <a:gd name="T1" fmla="*/ 0 h 1600200"/>
              <a:gd name="T2" fmla="*/ 4495800 w 4495800"/>
              <a:gd name="T3" fmla="*/ 1600200 h 1600200"/>
            </a:gdLst>
            <a:ahLst/>
            <a:cxnLst/>
            <a:rect l="T0" t="T1" r="T2" b="T3"/>
            <a:pathLst>
              <a:path w="4495800" h="1600200">
                <a:moveTo>
                  <a:pt x="0" y="1600200"/>
                </a:moveTo>
                <a:lnTo>
                  <a:pt x="4495800" y="1600200"/>
                </a:lnTo>
                <a:lnTo>
                  <a:pt x="4495800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91" name="object 48"/>
          <p:cNvSpPr>
            <a:spLocks noChangeArrowheads="1"/>
          </p:cNvSpPr>
          <p:nvPr/>
        </p:nvSpPr>
        <p:spPr bwMode="auto">
          <a:xfrm>
            <a:off x="5334000" y="458788"/>
            <a:ext cx="5029200" cy="266700"/>
          </a:xfrm>
          <a:custGeom>
            <a:avLst/>
            <a:gdLst>
              <a:gd name="T0" fmla="*/ 0 w 5029200"/>
              <a:gd name="T1" fmla="*/ 0 h 266700"/>
              <a:gd name="T2" fmla="*/ 5029200 w 5029200"/>
              <a:gd name="T3" fmla="*/ 266700 h 266700"/>
            </a:gdLst>
            <a:ahLst/>
            <a:cxnLst/>
            <a:rect l="T0" t="T1" r="T2" b="T3"/>
            <a:pathLst>
              <a:path w="5029200" h="266700">
                <a:moveTo>
                  <a:pt x="5029200" y="0"/>
                </a:moveTo>
                <a:lnTo>
                  <a:pt x="0" y="0"/>
                </a:lnTo>
                <a:lnTo>
                  <a:pt x="266700" y="266700"/>
                </a:lnTo>
                <a:lnTo>
                  <a:pt x="4762500" y="266700"/>
                </a:lnTo>
                <a:lnTo>
                  <a:pt x="5029200" y="0"/>
                </a:lnTo>
                <a:close/>
              </a:path>
            </a:pathLst>
          </a:custGeom>
          <a:solidFill>
            <a:srgbClr val="FF31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92" name="object 49"/>
          <p:cNvSpPr>
            <a:spLocks noChangeArrowheads="1"/>
          </p:cNvSpPr>
          <p:nvPr/>
        </p:nvSpPr>
        <p:spPr bwMode="auto">
          <a:xfrm>
            <a:off x="5334000" y="2325688"/>
            <a:ext cx="5029200" cy="266700"/>
          </a:xfrm>
          <a:custGeom>
            <a:avLst/>
            <a:gdLst>
              <a:gd name="T0" fmla="*/ 0 w 5029200"/>
              <a:gd name="T1" fmla="*/ 0 h 266700"/>
              <a:gd name="T2" fmla="*/ 5029200 w 5029200"/>
              <a:gd name="T3" fmla="*/ 266700 h 266700"/>
            </a:gdLst>
            <a:ahLst/>
            <a:cxnLst/>
            <a:rect l="T0" t="T1" r="T2" b="T3"/>
            <a:pathLst>
              <a:path w="5029200" h="266700">
                <a:moveTo>
                  <a:pt x="4762500" y="0"/>
                </a:moveTo>
                <a:lnTo>
                  <a:pt x="266700" y="0"/>
                </a:lnTo>
                <a:lnTo>
                  <a:pt x="0" y="266700"/>
                </a:lnTo>
                <a:lnTo>
                  <a:pt x="5029200" y="266700"/>
                </a:lnTo>
                <a:lnTo>
                  <a:pt x="4762500" y="0"/>
                </a:lnTo>
                <a:close/>
              </a:path>
            </a:pathLst>
          </a:custGeom>
          <a:solidFill>
            <a:srgbClr val="CD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93" name="object 50"/>
          <p:cNvSpPr>
            <a:spLocks noChangeArrowheads="1"/>
          </p:cNvSpPr>
          <p:nvPr/>
        </p:nvSpPr>
        <p:spPr bwMode="auto">
          <a:xfrm>
            <a:off x="5334000" y="458788"/>
            <a:ext cx="266700" cy="2133600"/>
          </a:xfrm>
          <a:custGeom>
            <a:avLst/>
            <a:gdLst>
              <a:gd name="T0" fmla="*/ 0 w 266700"/>
              <a:gd name="T1" fmla="*/ 0 h 2133600"/>
              <a:gd name="T2" fmla="*/ 266700 w 266700"/>
              <a:gd name="T3" fmla="*/ 2133600 h 2133600"/>
            </a:gdLst>
            <a:ahLst/>
            <a:cxnLst/>
            <a:rect l="T0" t="T1" r="T2" b="T3"/>
            <a:pathLst>
              <a:path w="266700" h="2133600">
                <a:moveTo>
                  <a:pt x="0" y="0"/>
                </a:moveTo>
                <a:lnTo>
                  <a:pt x="0" y="2133600"/>
                </a:lnTo>
                <a:lnTo>
                  <a:pt x="266700" y="1866900"/>
                </a:lnTo>
                <a:lnTo>
                  <a:pt x="26670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FF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94" name="object 51"/>
          <p:cNvSpPr>
            <a:spLocks noChangeArrowheads="1"/>
          </p:cNvSpPr>
          <p:nvPr/>
        </p:nvSpPr>
        <p:spPr bwMode="auto">
          <a:xfrm>
            <a:off x="10096500" y="458788"/>
            <a:ext cx="266700" cy="2133600"/>
          </a:xfrm>
          <a:custGeom>
            <a:avLst/>
            <a:gdLst>
              <a:gd name="T0" fmla="*/ 0 w 266700"/>
              <a:gd name="T1" fmla="*/ 0 h 2133600"/>
              <a:gd name="T2" fmla="*/ 266700 w 266700"/>
              <a:gd name="T3" fmla="*/ 2133600 h 2133600"/>
            </a:gdLst>
            <a:ahLst/>
            <a:cxnLst/>
            <a:rect l="T0" t="T1" r="T2" b="T3"/>
            <a:pathLst>
              <a:path w="266700" h="2133600">
                <a:moveTo>
                  <a:pt x="266700" y="0"/>
                </a:moveTo>
                <a:lnTo>
                  <a:pt x="0" y="266700"/>
                </a:lnTo>
                <a:lnTo>
                  <a:pt x="0" y="1866900"/>
                </a:lnTo>
                <a:lnTo>
                  <a:pt x="266700" y="2133600"/>
                </a:lnTo>
                <a:lnTo>
                  <a:pt x="26670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95" name="object 52"/>
          <p:cNvSpPr>
            <a:spLocks noChangeArrowheads="1"/>
          </p:cNvSpPr>
          <p:nvPr/>
        </p:nvSpPr>
        <p:spPr bwMode="auto">
          <a:xfrm>
            <a:off x="5334000" y="458788"/>
            <a:ext cx="5029200" cy="2133600"/>
          </a:xfrm>
          <a:custGeom>
            <a:avLst/>
            <a:gdLst>
              <a:gd name="T0" fmla="*/ 0 w 5029200"/>
              <a:gd name="T1" fmla="*/ 0 h 2133600"/>
              <a:gd name="T2" fmla="*/ 5029200 w 5029200"/>
              <a:gd name="T3" fmla="*/ 2133600 h 2133600"/>
            </a:gdLst>
            <a:ahLst/>
            <a:cxnLst/>
            <a:rect l="T0" t="T1" r="T2" b="T3"/>
            <a:pathLst>
              <a:path w="5029200" h="2133600">
                <a:moveTo>
                  <a:pt x="0" y="0"/>
                </a:moveTo>
                <a:lnTo>
                  <a:pt x="5029200" y="0"/>
                </a:lnTo>
                <a:lnTo>
                  <a:pt x="5029200" y="2133600"/>
                </a:lnTo>
                <a:lnTo>
                  <a:pt x="0" y="213360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96" name="object 53"/>
          <p:cNvSpPr>
            <a:spLocks noChangeArrowheads="1"/>
          </p:cNvSpPr>
          <p:nvPr/>
        </p:nvSpPr>
        <p:spPr bwMode="auto">
          <a:xfrm>
            <a:off x="5600700" y="725488"/>
            <a:ext cx="4495800" cy="1600200"/>
          </a:xfrm>
          <a:custGeom>
            <a:avLst/>
            <a:gdLst>
              <a:gd name="T0" fmla="*/ 0 w 4495800"/>
              <a:gd name="T1" fmla="*/ 0 h 1600200"/>
              <a:gd name="T2" fmla="*/ 4495800 w 4495800"/>
              <a:gd name="T3" fmla="*/ 1600200 h 1600200"/>
            </a:gdLst>
            <a:ahLst/>
            <a:cxnLst/>
            <a:rect l="T0" t="T1" r="T2" b="T3"/>
            <a:pathLst>
              <a:path w="4495800" h="1600200">
                <a:moveTo>
                  <a:pt x="0" y="0"/>
                </a:moveTo>
                <a:lnTo>
                  <a:pt x="4495800" y="0"/>
                </a:lnTo>
                <a:lnTo>
                  <a:pt x="44958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97" name="object 54"/>
          <p:cNvSpPr>
            <a:spLocks noChangeArrowheads="1"/>
          </p:cNvSpPr>
          <p:nvPr/>
        </p:nvSpPr>
        <p:spPr bwMode="auto">
          <a:xfrm>
            <a:off x="5334000" y="458788"/>
            <a:ext cx="266700" cy="266700"/>
          </a:xfrm>
          <a:custGeom>
            <a:avLst/>
            <a:gdLst>
              <a:gd name="T0" fmla="*/ 0 w 266700"/>
              <a:gd name="T1" fmla="*/ 0 h 266700"/>
              <a:gd name="T2" fmla="*/ 266700 w 266700"/>
              <a:gd name="T3" fmla="*/ 266700 h 266700"/>
            </a:gdLst>
            <a:ahLst/>
            <a:cxnLst/>
            <a:rect l="T0" t="T1" r="T2" b="T3"/>
            <a:pathLst>
              <a:path w="266700" h="266700">
                <a:moveTo>
                  <a:pt x="0" y="0"/>
                </a:moveTo>
                <a:lnTo>
                  <a:pt x="266700" y="26670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98" name="object 55"/>
          <p:cNvSpPr>
            <a:spLocks noChangeArrowheads="1"/>
          </p:cNvSpPr>
          <p:nvPr/>
        </p:nvSpPr>
        <p:spPr bwMode="auto">
          <a:xfrm>
            <a:off x="5334000" y="2325688"/>
            <a:ext cx="266700" cy="266700"/>
          </a:xfrm>
          <a:custGeom>
            <a:avLst/>
            <a:gdLst>
              <a:gd name="T0" fmla="*/ 0 w 266700"/>
              <a:gd name="T1" fmla="*/ 0 h 266700"/>
              <a:gd name="T2" fmla="*/ 266700 w 266700"/>
              <a:gd name="T3" fmla="*/ 266700 h 266700"/>
            </a:gdLst>
            <a:ahLst/>
            <a:cxnLst/>
            <a:rect l="T0" t="T1" r="T2" b="T3"/>
            <a:pathLst>
              <a:path w="266700" h="266700">
                <a:moveTo>
                  <a:pt x="0" y="266700"/>
                </a:moveTo>
                <a:lnTo>
                  <a:pt x="266700" y="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99" name="object 56"/>
          <p:cNvSpPr>
            <a:spLocks noChangeArrowheads="1"/>
          </p:cNvSpPr>
          <p:nvPr/>
        </p:nvSpPr>
        <p:spPr bwMode="auto">
          <a:xfrm>
            <a:off x="10096500" y="458788"/>
            <a:ext cx="266700" cy="266700"/>
          </a:xfrm>
          <a:custGeom>
            <a:avLst/>
            <a:gdLst>
              <a:gd name="T0" fmla="*/ 0 w 266700"/>
              <a:gd name="T1" fmla="*/ 0 h 266700"/>
              <a:gd name="T2" fmla="*/ 266700 w 266700"/>
              <a:gd name="T3" fmla="*/ 266700 h 266700"/>
            </a:gdLst>
            <a:ahLst/>
            <a:cxnLst/>
            <a:rect l="T0" t="T1" r="T2" b="T3"/>
            <a:pathLst>
              <a:path w="266700" h="266700">
                <a:moveTo>
                  <a:pt x="266700" y="0"/>
                </a:moveTo>
                <a:lnTo>
                  <a:pt x="0" y="26670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00" name="object 57"/>
          <p:cNvSpPr>
            <a:spLocks noChangeArrowheads="1"/>
          </p:cNvSpPr>
          <p:nvPr/>
        </p:nvSpPr>
        <p:spPr bwMode="auto">
          <a:xfrm>
            <a:off x="10096500" y="2325688"/>
            <a:ext cx="266700" cy="266700"/>
          </a:xfrm>
          <a:custGeom>
            <a:avLst/>
            <a:gdLst>
              <a:gd name="T0" fmla="*/ 0 w 266700"/>
              <a:gd name="T1" fmla="*/ 0 h 266700"/>
              <a:gd name="T2" fmla="*/ 266700 w 266700"/>
              <a:gd name="T3" fmla="*/ 266700 h 266700"/>
            </a:gdLst>
            <a:ahLst/>
            <a:cxnLst/>
            <a:rect l="T0" t="T1" r="T2" b="T3"/>
            <a:pathLst>
              <a:path w="266700" h="266700">
                <a:moveTo>
                  <a:pt x="266700" y="26670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01" name="object 58"/>
          <p:cNvSpPr txBox="1">
            <a:spLocks noChangeArrowheads="1"/>
          </p:cNvSpPr>
          <p:nvPr/>
        </p:nvSpPr>
        <p:spPr bwMode="auto">
          <a:xfrm>
            <a:off x="5878513" y="920750"/>
            <a:ext cx="370205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95580" indent="-195580" eaLnBrk="0" hangingPunct="0">
              <a:tabLst>
                <a:tab pos="1949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1949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1949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1949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1949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9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9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9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9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  <a:buFontTx/>
              <a:buChar char="•"/>
            </a:pPr>
            <a:r>
              <a:rPr lang="en-US" altLang="en-US" sz="1600"/>
              <a:t>Exposure to direct beam and scattered  light is eye and skin hazard</a:t>
            </a:r>
            <a:endParaRPr lang="en-US" altLang="en-US" sz="1600"/>
          </a:p>
          <a:p>
            <a:pPr eaLnBrk="1" hangingPunct="1">
              <a:buFontTx/>
              <a:buChar char="•"/>
            </a:pPr>
            <a:r>
              <a:rPr lang="en-US" altLang="en-US" sz="1600"/>
              <a:t>Visible or invisible</a:t>
            </a:r>
            <a:endParaRPr lang="en-US" altLang="en-US" sz="1600"/>
          </a:p>
          <a:p>
            <a:pPr eaLnBrk="1" hangingPunct="1">
              <a:buFontTx/>
              <a:buChar char="•"/>
            </a:pPr>
            <a:r>
              <a:rPr lang="en-US" altLang="en-US" sz="1600"/>
              <a:t>CW power &gt;0.5 W</a:t>
            </a:r>
            <a:endParaRPr lang="en-US" altLang="en-US" sz="1600"/>
          </a:p>
          <a:p>
            <a:pPr eaLnBrk="1" hangingPunct="1">
              <a:buFontTx/>
              <a:buChar char="•"/>
            </a:pPr>
            <a:r>
              <a:rPr lang="en-US" altLang="en-US" sz="1600"/>
              <a:t>Fire hazard</a:t>
            </a:r>
            <a:endParaRPr lang="en-US" altLang="en-US" sz="1600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object 2"/>
          <p:cNvSpPr>
            <a:spLocks noGrp="1"/>
          </p:cNvSpPr>
          <p:nvPr>
            <p:ph type="title"/>
          </p:nvPr>
        </p:nvSpPr>
        <p:spPr>
          <a:xfrm>
            <a:off x="3048000" y="381001"/>
            <a:ext cx="6129338" cy="567463"/>
          </a:xfrm>
        </p:spPr>
        <p:txBody>
          <a:bodyPr lIns="0" tIns="13335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4000" b="1" dirty="0">
                <a:solidFill>
                  <a:srgbClr val="000000"/>
                </a:solidFill>
              </a:rPr>
              <a:t>LASER SAFETY </a:t>
            </a:r>
            <a:r>
              <a:rPr lang="en-US" altLang="en-US" sz="4000" b="1" dirty="0">
                <a:solidFill>
                  <a:srgbClr val="FF0000"/>
                </a:solidFill>
              </a:rPr>
              <a:t>EYEWEAR</a:t>
            </a:r>
            <a:endParaRPr lang="en-US" altLang="en-US" sz="4000" b="1" dirty="0"/>
          </a:p>
        </p:txBody>
      </p:sp>
      <p:sp>
        <p:nvSpPr>
          <p:cNvPr id="32771" name="object 4"/>
          <p:cNvSpPr>
            <a:spLocks noChangeArrowheads="1"/>
          </p:cNvSpPr>
          <p:nvPr/>
        </p:nvSpPr>
        <p:spPr bwMode="auto">
          <a:xfrm>
            <a:off x="1981200" y="1219201"/>
            <a:ext cx="8305800" cy="4786313"/>
          </a:xfrm>
          <a:custGeom>
            <a:avLst/>
            <a:gdLst>
              <a:gd name="T0" fmla="*/ 0 w 8305800"/>
              <a:gd name="T1" fmla="*/ 0 h 4786630"/>
              <a:gd name="T2" fmla="*/ 8305800 w 8305800"/>
              <a:gd name="T3" fmla="*/ 4786630 h 4786630"/>
            </a:gdLst>
            <a:ahLst/>
            <a:cxnLst/>
            <a:rect l="T0" t="T1" r="T2" b="T3"/>
            <a:pathLst>
              <a:path w="8305800" h="4786630">
                <a:moveTo>
                  <a:pt x="7894447" y="0"/>
                </a:moveTo>
                <a:lnTo>
                  <a:pt x="411340" y="0"/>
                </a:lnTo>
                <a:lnTo>
                  <a:pt x="363369" y="2767"/>
                </a:lnTo>
                <a:lnTo>
                  <a:pt x="317023" y="10863"/>
                </a:lnTo>
                <a:lnTo>
                  <a:pt x="272611" y="23979"/>
                </a:lnTo>
                <a:lnTo>
                  <a:pt x="230442" y="41807"/>
                </a:lnTo>
                <a:lnTo>
                  <a:pt x="190825" y="64038"/>
                </a:lnTo>
                <a:lnTo>
                  <a:pt x="154067" y="90363"/>
                </a:lnTo>
                <a:lnTo>
                  <a:pt x="120478" y="120475"/>
                </a:lnTo>
                <a:lnTo>
                  <a:pt x="90366" y="154064"/>
                </a:lnTo>
                <a:lnTo>
                  <a:pt x="64040" y="190823"/>
                </a:lnTo>
                <a:lnTo>
                  <a:pt x="41808" y="230442"/>
                </a:lnTo>
                <a:lnTo>
                  <a:pt x="23980" y="272613"/>
                </a:lnTo>
                <a:lnTo>
                  <a:pt x="10863" y="317027"/>
                </a:lnTo>
                <a:lnTo>
                  <a:pt x="2767" y="363377"/>
                </a:lnTo>
                <a:lnTo>
                  <a:pt x="0" y="411352"/>
                </a:lnTo>
                <a:lnTo>
                  <a:pt x="0" y="4374972"/>
                </a:lnTo>
                <a:lnTo>
                  <a:pt x="2767" y="4422943"/>
                </a:lnTo>
                <a:lnTo>
                  <a:pt x="10863" y="4469288"/>
                </a:lnTo>
                <a:lnTo>
                  <a:pt x="23980" y="4513700"/>
                </a:lnTo>
                <a:lnTo>
                  <a:pt x="41808" y="4555869"/>
                </a:lnTo>
                <a:lnTo>
                  <a:pt x="64040" y="4595487"/>
                </a:lnTo>
                <a:lnTo>
                  <a:pt x="90366" y="4632244"/>
                </a:lnTo>
                <a:lnTo>
                  <a:pt x="120478" y="4665833"/>
                </a:lnTo>
                <a:lnTo>
                  <a:pt x="154067" y="4695945"/>
                </a:lnTo>
                <a:lnTo>
                  <a:pt x="190825" y="4722271"/>
                </a:lnTo>
                <a:lnTo>
                  <a:pt x="230442" y="4744503"/>
                </a:lnTo>
                <a:lnTo>
                  <a:pt x="272611" y="4762331"/>
                </a:lnTo>
                <a:lnTo>
                  <a:pt x="317023" y="4775448"/>
                </a:lnTo>
                <a:lnTo>
                  <a:pt x="363369" y="4783545"/>
                </a:lnTo>
                <a:lnTo>
                  <a:pt x="411340" y="4786312"/>
                </a:lnTo>
                <a:lnTo>
                  <a:pt x="7894447" y="4786312"/>
                </a:lnTo>
                <a:lnTo>
                  <a:pt x="7942422" y="4783545"/>
                </a:lnTo>
                <a:lnTo>
                  <a:pt x="7988772" y="4775448"/>
                </a:lnTo>
                <a:lnTo>
                  <a:pt x="8033186" y="4762331"/>
                </a:lnTo>
                <a:lnTo>
                  <a:pt x="8075357" y="4744503"/>
                </a:lnTo>
                <a:lnTo>
                  <a:pt x="8114976" y="4722271"/>
                </a:lnTo>
                <a:lnTo>
                  <a:pt x="8151735" y="4695945"/>
                </a:lnTo>
                <a:lnTo>
                  <a:pt x="8185324" y="4665833"/>
                </a:lnTo>
                <a:lnTo>
                  <a:pt x="8215436" y="4632244"/>
                </a:lnTo>
                <a:lnTo>
                  <a:pt x="8241761" y="4595487"/>
                </a:lnTo>
                <a:lnTo>
                  <a:pt x="8263992" y="4555869"/>
                </a:lnTo>
                <a:lnTo>
                  <a:pt x="8281820" y="4513700"/>
                </a:lnTo>
                <a:lnTo>
                  <a:pt x="8294936" y="4469288"/>
                </a:lnTo>
                <a:lnTo>
                  <a:pt x="8303032" y="4422943"/>
                </a:lnTo>
                <a:lnTo>
                  <a:pt x="8305800" y="4374972"/>
                </a:lnTo>
                <a:lnTo>
                  <a:pt x="8305800" y="411352"/>
                </a:lnTo>
                <a:lnTo>
                  <a:pt x="8303032" y="363377"/>
                </a:lnTo>
                <a:lnTo>
                  <a:pt x="8294936" y="317027"/>
                </a:lnTo>
                <a:lnTo>
                  <a:pt x="8281820" y="272613"/>
                </a:lnTo>
                <a:lnTo>
                  <a:pt x="8263992" y="230442"/>
                </a:lnTo>
                <a:lnTo>
                  <a:pt x="8241761" y="190823"/>
                </a:lnTo>
                <a:lnTo>
                  <a:pt x="8215436" y="154064"/>
                </a:lnTo>
                <a:lnTo>
                  <a:pt x="8185324" y="120475"/>
                </a:lnTo>
                <a:lnTo>
                  <a:pt x="8151735" y="90363"/>
                </a:lnTo>
                <a:lnTo>
                  <a:pt x="8114976" y="64038"/>
                </a:lnTo>
                <a:lnTo>
                  <a:pt x="8075357" y="41807"/>
                </a:lnTo>
                <a:lnTo>
                  <a:pt x="8033186" y="23979"/>
                </a:lnTo>
                <a:lnTo>
                  <a:pt x="7988772" y="10863"/>
                </a:lnTo>
                <a:lnTo>
                  <a:pt x="7942422" y="2767"/>
                </a:lnTo>
                <a:lnTo>
                  <a:pt x="7894447" y="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772" name="object 5"/>
          <p:cNvSpPr>
            <a:spLocks noChangeArrowheads="1"/>
          </p:cNvSpPr>
          <p:nvPr/>
        </p:nvSpPr>
        <p:spPr bwMode="auto">
          <a:xfrm>
            <a:off x="1981200" y="1219201"/>
            <a:ext cx="8305800" cy="4786313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114" y="373993"/>
            <a:ext cx="7826375" cy="566822"/>
          </a:xfrm>
        </p:spPr>
        <p:txBody>
          <a:bodyPr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000" spc="-5" dirty="0">
                <a:solidFill>
                  <a:srgbClr val="FF0000"/>
                </a:solidFill>
              </a:rPr>
              <a:t>BASIC </a:t>
            </a:r>
            <a:r>
              <a:rPr sz="4000" spc="20" dirty="0">
                <a:solidFill>
                  <a:srgbClr val="FF0000"/>
                </a:solidFill>
              </a:rPr>
              <a:t>LASER</a:t>
            </a:r>
            <a:r>
              <a:rPr sz="4000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000000"/>
                </a:solidFill>
              </a:rPr>
              <a:t>COMPONENTS</a:t>
            </a:r>
            <a:endParaRPr sz="4000" dirty="0"/>
          </a:p>
        </p:txBody>
      </p:sp>
      <p:sp>
        <p:nvSpPr>
          <p:cNvPr id="13315" name="object 3"/>
          <p:cNvSpPr txBox="1">
            <a:spLocks noChangeArrowheads="1"/>
          </p:cNvSpPr>
          <p:nvPr/>
        </p:nvSpPr>
        <p:spPr bwMode="auto">
          <a:xfrm>
            <a:off x="1893889" y="1123951"/>
            <a:ext cx="2543175" cy="1372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462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1065"/>
              </a:spcBef>
            </a:pPr>
            <a:r>
              <a:rPr lang="en-US" altLang="en-US" b="1" u="sng">
                <a:solidFill>
                  <a:srgbClr val="FF3300"/>
                </a:solidFill>
              </a:rPr>
              <a:t>ACTIVE MEDIUM</a:t>
            </a:r>
            <a:endParaRPr lang="en-US" altLang="en-US"/>
          </a:p>
          <a:p>
            <a:pPr algn="ctr" eaLnBrk="1" hangingPunct="1">
              <a:spcBef>
                <a:spcPts val="965"/>
              </a:spcBef>
            </a:pPr>
            <a:r>
              <a:rPr lang="en-US" altLang="en-US" b="1" i="1">
                <a:solidFill>
                  <a:srgbClr val="000066"/>
                </a:solidFill>
              </a:rPr>
              <a:t>Solid (Crystal)  Gas</a:t>
            </a:r>
            <a:endParaRPr lang="en-US" altLang="en-US"/>
          </a:p>
          <a:p>
            <a:pPr algn="ctr" eaLnBrk="1" hangingPunct="1"/>
            <a:r>
              <a:rPr lang="en-US" altLang="en-US" b="1" i="1">
                <a:solidFill>
                  <a:srgbClr val="000066"/>
                </a:solidFill>
              </a:rPr>
              <a:t>Semiconductor (Diode)</a:t>
            </a:r>
            <a:endParaRPr lang="en-US" altLang="en-US"/>
          </a:p>
          <a:p>
            <a:pPr algn="ctr" eaLnBrk="1" hangingPunct="1"/>
            <a:r>
              <a:rPr lang="en-US" altLang="en-US" b="1" i="1">
                <a:solidFill>
                  <a:srgbClr val="000066"/>
                </a:solidFill>
              </a:rPr>
              <a:t>Liquid (Dye)</a:t>
            </a:r>
            <a:endParaRPr lang="en-US" altLang="en-US"/>
          </a:p>
        </p:txBody>
      </p:sp>
      <p:sp>
        <p:nvSpPr>
          <p:cNvPr id="13316" name="object 4"/>
          <p:cNvSpPr txBox="1">
            <a:spLocks noChangeArrowheads="1"/>
          </p:cNvSpPr>
          <p:nvPr/>
        </p:nvSpPr>
        <p:spPr bwMode="auto">
          <a:xfrm>
            <a:off x="2444751" y="3016250"/>
            <a:ext cx="1433513" cy="151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12700" indent="50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100"/>
              </a:spcBef>
            </a:pPr>
            <a:r>
              <a:rPr lang="en-US" altLang="en-US" b="1" u="sng">
                <a:solidFill>
                  <a:srgbClr val="FF3300"/>
                </a:solidFill>
              </a:rPr>
              <a:t>EXCITATION </a:t>
            </a:r>
            <a:r>
              <a:rPr lang="en-US" altLang="en-US" b="1">
                <a:solidFill>
                  <a:srgbClr val="FF3300"/>
                </a:solidFill>
              </a:rPr>
              <a:t> </a:t>
            </a:r>
            <a:r>
              <a:rPr lang="en-US" altLang="en-US" b="1" u="sng">
                <a:solidFill>
                  <a:srgbClr val="FF3300"/>
                </a:solidFill>
              </a:rPr>
              <a:t>MECHANISM</a:t>
            </a:r>
            <a:endParaRPr lang="en-US" altLang="en-US"/>
          </a:p>
          <a:p>
            <a:pPr algn="ctr" eaLnBrk="1" hangingPunct="1">
              <a:spcBef>
                <a:spcPts val="965"/>
              </a:spcBef>
            </a:pPr>
            <a:r>
              <a:rPr lang="en-US" altLang="en-US" b="1" i="1">
                <a:solidFill>
                  <a:srgbClr val="000066"/>
                </a:solidFill>
              </a:rPr>
              <a:t>Optical  Electrical  Chemical</a:t>
            </a:r>
            <a:endParaRPr lang="en-US" altLang="en-US"/>
          </a:p>
        </p:txBody>
      </p:sp>
      <p:sp>
        <p:nvSpPr>
          <p:cNvPr id="5" name="object 5"/>
          <p:cNvSpPr txBox="1"/>
          <p:nvPr/>
        </p:nvSpPr>
        <p:spPr>
          <a:xfrm>
            <a:off x="2311400" y="4784725"/>
            <a:ext cx="1703388" cy="12446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5080" algn="ctr">
              <a:spcBef>
                <a:spcPts val="100"/>
              </a:spcBef>
              <a:defRPr/>
            </a:pPr>
            <a:r>
              <a:rPr b="1" u="heavy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 panose="020B0604020202020204"/>
                <a:cs typeface="Arial" panose="020B0604020202020204"/>
              </a:rPr>
              <a:t>OPTICAL</a:t>
            </a:r>
            <a:endParaRPr>
              <a:latin typeface="Arial" panose="020B0604020202020204"/>
              <a:cs typeface="Arial" panose="020B0604020202020204"/>
            </a:endParaRPr>
          </a:p>
          <a:p>
            <a:pPr marL="635" algn="ctr">
              <a:defRPr/>
            </a:pPr>
            <a:r>
              <a:rPr b="1" u="heavy" spc="-2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 panose="020B0604020202020204"/>
                <a:cs typeface="Arial" panose="020B0604020202020204"/>
              </a:rPr>
              <a:t>RESONATOR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spcBef>
                <a:spcPts val="965"/>
              </a:spcBef>
              <a:defRPr/>
            </a:pPr>
            <a:r>
              <a:rPr b="1" i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HR </a:t>
            </a:r>
            <a:r>
              <a:rPr b="1" i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Mirror</a:t>
            </a:r>
            <a:r>
              <a:rPr b="1" i="1" spc="-2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b="1" i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and</a:t>
            </a:r>
            <a:endParaRPr>
              <a:latin typeface="Arial" panose="020B0604020202020204"/>
              <a:cs typeface="Arial" panose="020B0604020202020204"/>
            </a:endParaRPr>
          </a:p>
          <a:p>
            <a:pPr algn="ctr">
              <a:defRPr/>
            </a:pPr>
            <a:r>
              <a:rPr b="1" i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Output</a:t>
            </a:r>
            <a:r>
              <a:rPr b="1" i="1" spc="-8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b="1" i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Coupler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7576" y="4600575"/>
            <a:ext cx="5421313" cy="515938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600" b="1" spc="-5" dirty="0">
                <a:latin typeface="Arial" panose="020B0604020202020204"/>
                <a:cs typeface="Arial" panose="020B0604020202020204"/>
              </a:rPr>
              <a:t>The </a:t>
            </a:r>
            <a:r>
              <a:rPr sz="1600" b="1" spc="-15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Active </a:t>
            </a:r>
            <a:r>
              <a:rPr sz="1600" b="1" spc="5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Medium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contains atoms </a:t>
            </a:r>
            <a:r>
              <a:rPr sz="1600" b="1" spc="5" dirty="0">
                <a:latin typeface="Arial" panose="020B0604020202020204"/>
                <a:cs typeface="Arial" panose="020B0604020202020204"/>
              </a:rPr>
              <a:t>which </a:t>
            </a:r>
            <a:r>
              <a:rPr sz="1600" b="1" spc="-5" dirty="0">
                <a:latin typeface="Arial" panose="020B0604020202020204"/>
                <a:cs typeface="Arial" panose="020B0604020202020204"/>
              </a:rPr>
              <a:t>can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emit</a:t>
            </a:r>
            <a:r>
              <a:rPr sz="1600" b="1" spc="-17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5" dirty="0">
                <a:latin typeface="Arial" panose="020B0604020202020204"/>
                <a:cs typeface="Arial" panose="020B0604020202020204"/>
              </a:rPr>
              <a:t>light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spcBef>
                <a:spcPts val="5"/>
              </a:spcBef>
              <a:defRPr/>
            </a:pPr>
            <a:r>
              <a:rPr sz="1600" b="1" spc="5" dirty="0">
                <a:latin typeface="Arial" panose="020B0604020202020204"/>
                <a:cs typeface="Arial" panose="020B0604020202020204"/>
              </a:rPr>
              <a:t>by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stimulated</a:t>
            </a:r>
            <a:r>
              <a:rPr sz="16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emission.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7575" y="5332414"/>
            <a:ext cx="4914900" cy="515937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600" b="1" spc="-5" dirty="0">
                <a:latin typeface="Arial" panose="020B0604020202020204"/>
                <a:cs typeface="Arial" panose="020B0604020202020204"/>
              </a:rPr>
              <a:t>The </a:t>
            </a:r>
            <a:r>
              <a:rPr sz="1600" b="1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Excitation Mechanism </a:t>
            </a:r>
            <a:r>
              <a:rPr sz="1600" b="1" spc="5" dirty="0">
                <a:latin typeface="Arial" panose="020B0604020202020204"/>
                <a:cs typeface="Arial" panose="020B0604020202020204"/>
              </a:rPr>
              <a:t>is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a source of energy</a:t>
            </a:r>
            <a:r>
              <a:rPr sz="1600" b="1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5" dirty="0">
                <a:latin typeface="Arial" panose="020B0604020202020204"/>
                <a:cs typeface="Arial" panose="020B0604020202020204"/>
              </a:rPr>
              <a:t>to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2700">
              <a:spcBef>
                <a:spcPts val="5"/>
              </a:spcBef>
              <a:defRPr/>
            </a:pPr>
            <a:r>
              <a:rPr sz="1600" b="1" spc="-5" dirty="0">
                <a:latin typeface="Arial" panose="020B0604020202020204"/>
                <a:cs typeface="Arial" panose="020B0604020202020204"/>
              </a:rPr>
              <a:t>excite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the atoms </a:t>
            </a:r>
            <a:r>
              <a:rPr sz="1600" b="1" spc="-5" dirty="0">
                <a:latin typeface="Arial" panose="020B0604020202020204"/>
                <a:cs typeface="Arial" panose="020B0604020202020204"/>
              </a:rPr>
              <a:t>to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the proper energy</a:t>
            </a:r>
            <a:r>
              <a:rPr sz="16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5" dirty="0">
                <a:latin typeface="Arial" panose="020B0604020202020204"/>
                <a:cs typeface="Arial" panose="020B0604020202020204"/>
              </a:rPr>
              <a:t>state.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20" name="object 8"/>
          <p:cNvSpPr txBox="1">
            <a:spLocks noChangeArrowheads="1"/>
          </p:cNvSpPr>
          <p:nvPr/>
        </p:nvSpPr>
        <p:spPr bwMode="auto">
          <a:xfrm>
            <a:off x="4727576" y="6019800"/>
            <a:ext cx="528002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sz="1600" b="1"/>
              <a:t>The </a:t>
            </a:r>
            <a:r>
              <a:rPr lang="en-US" altLang="en-US" sz="1600" b="1">
                <a:solidFill>
                  <a:srgbClr val="FF3300"/>
                </a:solidFill>
              </a:rPr>
              <a:t>Optical Resonator </a:t>
            </a:r>
            <a:r>
              <a:rPr lang="en-US" altLang="en-US" sz="1600" b="1"/>
              <a:t>reflects the laser beam through  the active medium for amplification.</a:t>
            </a:r>
            <a:endParaRPr lang="en-US" altLang="en-US" sz="1600"/>
          </a:p>
        </p:txBody>
      </p:sp>
      <p:sp>
        <p:nvSpPr>
          <p:cNvPr id="13321" name="object 9"/>
          <p:cNvSpPr>
            <a:spLocks noChangeArrowheads="1"/>
          </p:cNvSpPr>
          <p:nvPr/>
        </p:nvSpPr>
        <p:spPr bwMode="auto">
          <a:xfrm>
            <a:off x="4800600" y="1143000"/>
            <a:ext cx="5181600" cy="3200400"/>
          </a:xfrm>
          <a:custGeom>
            <a:avLst/>
            <a:gdLst>
              <a:gd name="T0" fmla="*/ 0 w 5181600"/>
              <a:gd name="T1" fmla="*/ 0 h 3200400"/>
              <a:gd name="T2" fmla="*/ 5181600 w 5181600"/>
              <a:gd name="T3" fmla="*/ 3200400 h 3200400"/>
            </a:gdLst>
            <a:ahLst/>
            <a:cxnLst/>
            <a:rect l="T0" t="T1" r="T2" b="T3"/>
            <a:pathLst>
              <a:path w="5181600" h="3200400">
                <a:moveTo>
                  <a:pt x="0" y="3200400"/>
                </a:moveTo>
                <a:lnTo>
                  <a:pt x="5181600" y="3200400"/>
                </a:lnTo>
                <a:lnTo>
                  <a:pt x="5181600" y="0"/>
                </a:lnTo>
                <a:lnTo>
                  <a:pt x="0" y="0"/>
                </a:lnTo>
                <a:lnTo>
                  <a:pt x="0" y="3200400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2" name="object 10"/>
          <p:cNvSpPr>
            <a:spLocks noChangeArrowheads="1"/>
          </p:cNvSpPr>
          <p:nvPr/>
        </p:nvSpPr>
        <p:spPr bwMode="auto">
          <a:xfrm>
            <a:off x="4772025" y="4356100"/>
            <a:ext cx="5238750" cy="0"/>
          </a:xfrm>
          <a:custGeom>
            <a:avLst/>
            <a:gdLst>
              <a:gd name="T0" fmla="*/ 0 w 5238750"/>
              <a:gd name="T1" fmla="*/ 5238750 w 5238750"/>
            </a:gdLst>
            <a:ahLst/>
            <a:cxnLst/>
            <a:rect l="T0" t="0" r="T1" b="0"/>
            <a:pathLst>
              <a:path w="5238750">
                <a:moveTo>
                  <a:pt x="0" y="0"/>
                </a:moveTo>
                <a:lnTo>
                  <a:pt x="5238750" y="0"/>
                </a:lnTo>
              </a:path>
            </a:pathLst>
          </a:custGeom>
          <a:noFill/>
          <a:ln w="34289">
            <a:solidFill>
              <a:srgbClr val="6666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3" name="object 11"/>
          <p:cNvSpPr>
            <a:spLocks noChangeArrowheads="1"/>
          </p:cNvSpPr>
          <p:nvPr/>
        </p:nvSpPr>
        <p:spPr bwMode="auto">
          <a:xfrm>
            <a:off x="4789488" y="1149350"/>
            <a:ext cx="0" cy="3189288"/>
          </a:xfrm>
          <a:custGeom>
            <a:avLst/>
            <a:gdLst>
              <a:gd name="T0" fmla="*/ 0 h 3188970"/>
              <a:gd name="T1" fmla="*/ 3188970 h 3188970"/>
            </a:gdLst>
            <a:ahLst/>
            <a:cxnLst/>
            <a:rect l="0" t="T0" r="0" b="T1"/>
            <a:pathLst>
              <a:path h="3188970">
                <a:moveTo>
                  <a:pt x="0" y="0"/>
                </a:moveTo>
                <a:lnTo>
                  <a:pt x="0" y="3188970"/>
                </a:lnTo>
              </a:path>
            </a:pathLst>
          </a:custGeom>
          <a:noFill/>
          <a:ln w="34289">
            <a:solidFill>
              <a:srgbClr val="6666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4" name="object 12"/>
          <p:cNvSpPr>
            <a:spLocks noChangeArrowheads="1"/>
          </p:cNvSpPr>
          <p:nvPr/>
        </p:nvSpPr>
        <p:spPr bwMode="auto">
          <a:xfrm>
            <a:off x="4772025" y="1131888"/>
            <a:ext cx="5238750" cy="0"/>
          </a:xfrm>
          <a:custGeom>
            <a:avLst/>
            <a:gdLst>
              <a:gd name="T0" fmla="*/ 0 w 5238750"/>
              <a:gd name="T1" fmla="*/ 5238750 w 5238750"/>
            </a:gdLst>
            <a:ahLst/>
            <a:cxnLst/>
            <a:rect l="T0" t="0" r="T1" b="0"/>
            <a:pathLst>
              <a:path w="5238750">
                <a:moveTo>
                  <a:pt x="0" y="0"/>
                </a:moveTo>
                <a:lnTo>
                  <a:pt x="5238750" y="0"/>
                </a:lnTo>
              </a:path>
            </a:pathLst>
          </a:custGeom>
          <a:noFill/>
          <a:ln w="34290">
            <a:solidFill>
              <a:srgbClr val="6666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5" name="object 13"/>
          <p:cNvSpPr>
            <a:spLocks noChangeArrowheads="1"/>
          </p:cNvSpPr>
          <p:nvPr/>
        </p:nvSpPr>
        <p:spPr bwMode="auto">
          <a:xfrm>
            <a:off x="9993313" y="1149350"/>
            <a:ext cx="0" cy="3187700"/>
          </a:xfrm>
          <a:custGeom>
            <a:avLst/>
            <a:gdLst>
              <a:gd name="T0" fmla="*/ 0 h 3188970"/>
              <a:gd name="T1" fmla="*/ 3188970 h 3188970"/>
            </a:gdLst>
            <a:ahLst/>
            <a:cxnLst/>
            <a:rect l="0" t="T0" r="0" b="T1"/>
            <a:pathLst>
              <a:path h="3188970">
                <a:moveTo>
                  <a:pt x="0" y="0"/>
                </a:moveTo>
                <a:lnTo>
                  <a:pt x="0" y="3188970"/>
                </a:lnTo>
              </a:path>
            </a:pathLst>
          </a:custGeom>
          <a:noFill/>
          <a:ln w="34290">
            <a:solidFill>
              <a:srgbClr val="6666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6" name="object 14"/>
          <p:cNvSpPr>
            <a:spLocks noChangeArrowheads="1"/>
          </p:cNvSpPr>
          <p:nvPr/>
        </p:nvSpPr>
        <p:spPr bwMode="auto">
          <a:xfrm>
            <a:off x="4818064" y="4321175"/>
            <a:ext cx="5146675" cy="0"/>
          </a:xfrm>
          <a:custGeom>
            <a:avLst/>
            <a:gdLst>
              <a:gd name="T0" fmla="*/ 0 w 5147309"/>
              <a:gd name="T1" fmla="*/ 5147309 w 5147309"/>
            </a:gdLst>
            <a:ahLst/>
            <a:cxnLst/>
            <a:rect l="T0" t="0" r="T1" b="0"/>
            <a:pathLst>
              <a:path w="5147309">
                <a:moveTo>
                  <a:pt x="0" y="0"/>
                </a:moveTo>
                <a:lnTo>
                  <a:pt x="5147309" y="0"/>
                </a:lnTo>
              </a:path>
            </a:pathLst>
          </a:custGeom>
          <a:noFill/>
          <a:ln w="11430">
            <a:solidFill>
              <a:srgbClr val="6666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7" name="object 15"/>
          <p:cNvSpPr>
            <a:spLocks noChangeArrowheads="1"/>
          </p:cNvSpPr>
          <p:nvPr/>
        </p:nvSpPr>
        <p:spPr bwMode="auto">
          <a:xfrm>
            <a:off x="4822825" y="1171575"/>
            <a:ext cx="0" cy="3143250"/>
          </a:xfrm>
          <a:custGeom>
            <a:avLst/>
            <a:gdLst>
              <a:gd name="T0" fmla="*/ 0 h 3143250"/>
              <a:gd name="T1" fmla="*/ 3143250 h 3143250"/>
            </a:gdLst>
            <a:ahLst/>
            <a:cxnLst/>
            <a:rect l="0" t="T0" r="0" b="T1"/>
            <a:pathLst>
              <a:path h="3143250">
                <a:moveTo>
                  <a:pt x="0" y="0"/>
                </a:moveTo>
                <a:lnTo>
                  <a:pt x="0" y="3143250"/>
                </a:lnTo>
              </a:path>
            </a:pathLst>
          </a:custGeom>
          <a:noFill/>
          <a:ln w="11429">
            <a:solidFill>
              <a:srgbClr val="6666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8" name="object 16"/>
          <p:cNvSpPr>
            <a:spLocks noChangeArrowheads="1"/>
          </p:cNvSpPr>
          <p:nvPr/>
        </p:nvSpPr>
        <p:spPr bwMode="auto">
          <a:xfrm>
            <a:off x="4818064" y="1166813"/>
            <a:ext cx="5146675" cy="0"/>
          </a:xfrm>
          <a:custGeom>
            <a:avLst/>
            <a:gdLst>
              <a:gd name="T0" fmla="*/ 0 w 5147309"/>
              <a:gd name="T1" fmla="*/ 5147309 w 5147309"/>
            </a:gdLst>
            <a:ahLst/>
            <a:cxnLst/>
            <a:rect l="T0" t="0" r="T1" b="0"/>
            <a:pathLst>
              <a:path w="5147309">
                <a:moveTo>
                  <a:pt x="0" y="0"/>
                </a:moveTo>
                <a:lnTo>
                  <a:pt x="5147309" y="0"/>
                </a:lnTo>
              </a:path>
            </a:pathLst>
          </a:custGeom>
          <a:noFill/>
          <a:ln w="11429">
            <a:solidFill>
              <a:srgbClr val="6666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9" name="object 17"/>
          <p:cNvSpPr>
            <a:spLocks noChangeArrowheads="1"/>
          </p:cNvSpPr>
          <p:nvPr/>
        </p:nvSpPr>
        <p:spPr bwMode="auto">
          <a:xfrm>
            <a:off x="9959975" y="1171575"/>
            <a:ext cx="0" cy="3143250"/>
          </a:xfrm>
          <a:custGeom>
            <a:avLst/>
            <a:gdLst>
              <a:gd name="T0" fmla="*/ 0 h 3143250"/>
              <a:gd name="T1" fmla="*/ 3143250 h 3143250"/>
            </a:gdLst>
            <a:ahLst/>
            <a:cxnLst/>
            <a:rect l="0" t="T0" r="0" b="T1"/>
            <a:pathLst>
              <a:path h="3143250">
                <a:moveTo>
                  <a:pt x="0" y="0"/>
                </a:moveTo>
                <a:lnTo>
                  <a:pt x="0" y="3143250"/>
                </a:lnTo>
              </a:path>
            </a:pathLst>
          </a:custGeom>
          <a:noFill/>
          <a:ln w="11429">
            <a:solidFill>
              <a:srgbClr val="6666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30" name="object 18"/>
          <p:cNvSpPr>
            <a:spLocks noChangeArrowheads="1"/>
          </p:cNvSpPr>
          <p:nvPr/>
        </p:nvSpPr>
        <p:spPr bwMode="auto">
          <a:xfrm>
            <a:off x="6324601" y="2133600"/>
            <a:ext cx="1901825" cy="762000"/>
          </a:xfrm>
          <a:custGeom>
            <a:avLst/>
            <a:gdLst>
              <a:gd name="T0" fmla="*/ 0 w 1901825"/>
              <a:gd name="T1" fmla="*/ 0 h 762000"/>
              <a:gd name="T2" fmla="*/ 1901825 w 1901825"/>
              <a:gd name="T3" fmla="*/ 762000 h 762000"/>
            </a:gdLst>
            <a:ahLst/>
            <a:cxnLst/>
            <a:rect l="T0" t="T1" r="T2" b="T3"/>
            <a:pathLst>
              <a:path w="1901825" h="762000">
                <a:moveTo>
                  <a:pt x="0" y="762000"/>
                </a:moveTo>
                <a:lnTo>
                  <a:pt x="1901825" y="762000"/>
                </a:lnTo>
                <a:lnTo>
                  <a:pt x="1901825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31" name="object 19"/>
          <p:cNvSpPr>
            <a:spLocks noChangeArrowheads="1"/>
          </p:cNvSpPr>
          <p:nvPr/>
        </p:nvSpPr>
        <p:spPr bwMode="auto">
          <a:xfrm>
            <a:off x="6324601" y="2133600"/>
            <a:ext cx="1901825" cy="762000"/>
          </a:xfrm>
          <a:custGeom>
            <a:avLst/>
            <a:gdLst>
              <a:gd name="T0" fmla="*/ 0 w 1901825"/>
              <a:gd name="T1" fmla="*/ 0 h 762000"/>
              <a:gd name="T2" fmla="*/ 1901825 w 1901825"/>
              <a:gd name="T3" fmla="*/ 762000 h 762000"/>
            </a:gdLst>
            <a:ahLst/>
            <a:cxnLst/>
            <a:rect l="T0" t="T1" r="T2" b="T3"/>
            <a:pathLst>
              <a:path w="1901825" h="762000">
                <a:moveTo>
                  <a:pt x="0" y="762000"/>
                </a:moveTo>
                <a:lnTo>
                  <a:pt x="1901825" y="762000"/>
                </a:lnTo>
                <a:lnTo>
                  <a:pt x="1901825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noFill/>
          <a:ln w="3175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32" name="object 20"/>
          <p:cNvSpPr>
            <a:spLocks noChangeArrowheads="1"/>
          </p:cNvSpPr>
          <p:nvPr/>
        </p:nvSpPr>
        <p:spPr bwMode="auto">
          <a:xfrm>
            <a:off x="8686800" y="1981200"/>
            <a:ext cx="228600" cy="1066800"/>
          </a:xfrm>
          <a:custGeom>
            <a:avLst/>
            <a:gdLst>
              <a:gd name="T0" fmla="*/ 0 w 228600"/>
              <a:gd name="T1" fmla="*/ 0 h 1066800"/>
              <a:gd name="T2" fmla="*/ 228600 w 228600"/>
              <a:gd name="T3" fmla="*/ 1066800 h 1066800"/>
            </a:gdLst>
            <a:ahLst/>
            <a:cxnLst/>
            <a:rect l="T0" t="T1" r="T2" b="T3"/>
            <a:pathLst>
              <a:path w="228600" h="1066800">
                <a:moveTo>
                  <a:pt x="0" y="1066800"/>
                </a:moveTo>
                <a:lnTo>
                  <a:pt x="228600" y="1066800"/>
                </a:lnTo>
                <a:lnTo>
                  <a:pt x="2286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33" name="object 21"/>
          <p:cNvSpPr>
            <a:spLocks noChangeArrowheads="1"/>
          </p:cNvSpPr>
          <p:nvPr/>
        </p:nvSpPr>
        <p:spPr bwMode="auto">
          <a:xfrm>
            <a:off x="8686800" y="1981200"/>
            <a:ext cx="228600" cy="1066800"/>
          </a:xfrm>
          <a:custGeom>
            <a:avLst/>
            <a:gdLst>
              <a:gd name="T0" fmla="*/ 0 w 228600"/>
              <a:gd name="T1" fmla="*/ 0 h 1066800"/>
              <a:gd name="T2" fmla="*/ 228600 w 228600"/>
              <a:gd name="T3" fmla="*/ 1066800 h 1066800"/>
            </a:gdLst>
            <a:ahLst/>
            <a:cxnLst/>
            <a:rect l="T0" t="T1" r="T2" b="T3"/>
            <a:pathLst>
              <a:path w="228600" h="1066800">
                <a:moveTo>
                  <a:pt x="0" y="1066800"/>
                </a:moveTo>
                <a:lnTo>
                  <a:pt x="228600" y="1066800"/>
                </a:lnTo>
                <a:lnTo>
                  <a:pt x="2286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noFill/>
          <a:ln w="3175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34" name="object 22"/>
          <p:cNvSpPr>
            <a:spLocks noChangeArrowheads="1"/>
          </p:cNvSpPr>
          <p:nvPr/>
        </p:nvSpPr>
        <p:spPr bwMode="auto">
          <a:xfrm>
            <a:off x="5638800" y="1981200"/>
            <a:ext cx="228600" cy="1066800"/>
          </a:xfrm>
          <a:custGeom>
            <a:avLst/>
            <a:gdLst>
              <a:gd name="T0" fmla="*/ 0 w 228600"/>
              <a:gd name="T1" fmla="*/ 0 h 1066800"/>
              <a:gd name="T2" fmla="*/ 228600 w 228600"/>
              <a:gd name="T3" fmla="*/ 1066800 h 1066800"/>
            </a:gdLst>
            <a:ahLst/>
            <a:cxnLst/>
            <a:rect l="T0" t="T1" r="T2" b="T3"/>
            <a:pathLst>
              <a:path w="228600" h="1066800">
                <a:moveTo>
                  <a:pt x="0" y="1066800"/>
                </a:moveTo>
                <a:lnTo>
                  <a:pt x="228600" y="1066800"/>
                </a:lnTo>
                <a:lnTo>
                  <a:pt x="2286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35" name="object 23"/>
          <p:cNvSpPr>
            <a:spLocks noChangeArrowheads="1"/>
          </p:cNvSpPr>
          <p:nvPr/>
        </p:nvSpPr>
        <p:spPr bwMode="auto">
          <a:xfrm>
            <a:off x="5638800" y="1981200"/>
            <a:ext cx="228600" cy="1066800"/>
          </a:xfrm>
          <a:custGeom>
            <a:avLst/>
            <a:gdLst>
              <a:gd name="T0" fmla="*/ 0 w 228600"/>
              <a:gd name="T1" fmla="*/ 0 h 1066800"/>
              <a:gd name="T2" fmla="*/ 228600 w 228600"/>
              <a:gd name="T3" fmla="*/ 1066800 h 1066800"/>
            </a:gdLst>
            <a:ahLst/>
            <a:cxnLst/>
            <a:rect l="T0" t="T1" r="T2" b="T3"/>
            <a:pathLst>
              <a:path w="228600" h="1066800">
                <a:moveTo>
                  <a:pt x="0" y="1066800"/>
                </a:moveTo>
                <a:lnTo>
                  <a:pt x="228600" y="1066800"/>
                </a:lnTo>
                <a:lnTo>
                  <a:pt x="2286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noFill/>
          <a:ln w="3175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36" name="object 24"/>
          <p:cNvSpPr>
            <a:spLocks noChangeArrowheads="1"/>
          </p:cNvSpPr>
          <p:nvPr/>
        </p:nvSpPr>
        <p:spPr bwMode="auto">
          <a:xfrm>
            <a:off x="4876800" y="3124201"/>
            <a:ext cx="1620838" cy="384175"/>
          </a:xfrm>
          <a:custGeom>
            <a:avLst/>
            <a:gdLst>
              <a:gd name="T0" fmla="*/ 0 w 1621154"/>
              <a:gd name="T1" fmla="*/ 0 h 384175"/>
              <a:gd name="T2" fmla="*/ 1621154 w 1621154"/>
              <a:gd name="T3" fmla="*/ 384175 h 384175"/>
            </a:gdLst>
            <a:ahLst/>
            <a:cxnLst/>
            <a:rect l="T0" t="T1" r="T2" b="T3"/>
            <a:pathLst>
              <a:path w="1621154" h="384175">
                <a:moveTo>
                  <a:pt x="0" y="384175"/>
                </a:moveTo>
                <a:lnTo>
                  <a:pt x="1620901" y="384175"/>
                </a:lnTo>
                <a:lnTo>
                  <a:pt x="1620901" y="0"/>
                </a:lnTo>
                <a:lnTo>
                  <a:pt x="0" y="0"/>
                </a:lnTo>
                <a:lnTo>
                  <a:pt x="0" y="384175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37" name="object 25"/>
          <p:cNvSpPr txBox="1">
            <a:spLocks noChangeArrowheads="1"/>
          </p:cNvSpPr>
          <p:nvPr/>
        </p:nvSpPr>
        <p:spPr bwMode="auto">
          <a:xfrm>
            <a:off x="5067301" y="3119438"/>
            <a:ext cx="12557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260" rIns="0" bIns="0">
            <a:spAutoFit/>
          </a:bodyPr>
          <a:lstStyle>
            <a:lvl1pPr marL="219075" indent="-2190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150"/>
              </a:lnSpc>
              <a:spcBef>
                <a:spcPts val="375"/>
              </a:spcBef>
            </a:pPr>
            <a:r>
              <a:rPr lang="en-US" altLang="en-US" sz="1200" b="1">
                <a:solidFill>
                  <a:srgbClr val="CC3300"/>
                </a:solidFill>
              </a:rPr>
              <a:t>High Reflectance  Mirror (HR)</a:t>
            </a:r>
            <a:endParaRPr lang="en-US" altLang="en-US" sz="1200"/>
          </a:p>
        </p:txBody>
      </p:sp>
      <p:sp>
        <p:nvSpPr>
          <p:cNvPr id="13338" name="object 26"/>
          <p:cNvSpPr>
            <a:spLocks noChangeArrowheads="1"/>
          </p:cNvSpPr>
          <p:nvPr/>
        </p:nvSpPr>
        <p:spPr bwMode="auto">
          <a:xfrm>
            <a:off x="8242301" y="3124201"/>
            <a:ext cx="1304925" cy="384175"/>
          </a:xfrm>
          <a:custGeom>
            <a:avLst/>
            <a:gdLst>
              <a:gd name="T0" fmla="*/ 0 w 1304925"/>
              <a:gd name="T1" fmla="*/ 0 h 384175"/>
              <a:gd name="T2" fmla="*/ 1304925 w 1304925"/>
              <a:gd name="T3" fmla="*/ 384175 h 384175"/>
            </a:gdLst>
            <a:ahLst/>
            <a:cxnLst/>
            <a:rect l="T0" t="T1" r="T2" b="T3"/>
            <a:pathLst>
              <a:path w="1304925" h="384175">
                <a:moveTo>
                  <a:pt x="0" y="384175"/>
                </a:moveTo>
                <a:lnTo>
                  <a:pt x="1304925" y="384175"/>
                </a:lnTo>
                <a:lnTo>
                  <a:pt x="1304925" y="0"/>
                </a:lnTo>
                <a:lnTo>
                  <a:pt x="0" y="0"/>
                </a:lnTo>
                <a:lnTo>
                  <a:pt x="0" y="384175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39" name="object 27"/>
          <p:cNvSpPr txBox="1">
            <a:spLocks noChangeArrowheads="1"/>
          </p:cNvSpPr>
          <p:nvPr/>
        </p:nvSpPr>
        <p:spPr bwMode="auto">
          <a:xfrm>
            <a:off x="8335963" y="3119438"/>
            <a:ext cx="113506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260" rIns="0" bIns="0">
            <a:spAutoFit/>
          </a:bodyPr>
          <a:lstStyle>
            <a:lvl1pPr marL="155575" indent="-1555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150"/>
              </a:lnSpc>
              <a:spcBef>
                <a:spcPts val="375"/>
              </a:spcBef>
            </a:pPr>
            <a:r>
              <a:rPr lang="en-US" altLang="en-US" sz="1200" b="1">
                <a:solidFill>
                  <a:srgbClr val="CC3300"/>
                </a:solidFill>
              </a:rPr>
              <a:t>Output Coupler  Mirror (OC)</a:t>
            </a:r>
            <a:endParaRPr lang="en-US" altLang="en-US" sz="1200"/>
          </a:p>
        </p:txBody>
      </p:sp>
      <p:sp>
        <p:nvSpPr>
          <p:cNvPr id="28" name="object 28"/>
          <p:cNvSpPr txBox="1"/>
          <p:nvPr/>
        </p:nvSpPr>
        <p:spPr>
          <a:xfrm>
            <a:off x="6872289" y="2182814"/>
            <a:ext cx="879475" cy="500137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91440">
              <a:lnSpc>
                <a:spcPts val="1945"/>
              </a:lnSpc>
              <a:spcBef>
                <a:spcPts val="100"/>
              </a:spcBef>
              <a:defRPr/>
            </a:pPr>
            <a:r>
              <a:rPr b="1" spc="-1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Active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lnSpc>
                <a:spcPts val="1945"/>
              </a:lnSpc>
              <a:defRPr/>
            </a:pPr>
            <a:r>
              <a:rPr b="1" spc="1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ed</a:t>
            </a:r>
            <a:r>
              <a:rPr b="1" spc="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b="1" spc="-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um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41" name="object 29"/>
          <p:cNvSpPr>
            <a:spLocks noChangeArrowheads="1"/>
          </p:cNvSpPr>
          <p:nvPr/>
        </p:nvSpPr>
        <p:spPr bwMode="auto">
          <a:xfrm>
            <a:off x="9144000" y="1981200"/>
            <a:ext cx="685800" cy="457200"/>
          </a:xfrm>
          <a:custGeom>
            <a:avLst/>
            <a:gdLst>
              <a:gd name="T0" fmla="*/ 0 w 685800"/>
              <a:gd name="T1" fmla="*/ 0 h 457200"/>
              <a:gd name="T2" fmla="*/ 685800 w 685800"/>
              <a:gd name="T3" fmla="*/ 457200 h 457200"/>
            </a:gdLst>
            <a:ahLst/>
            <a:cxnLst/>
            <a:rect l="T0" t="T1" r="T2" b="T3"/>
            <a:pathLst>
              <a:path w="685800" h="457200">
                <a:moveTo>
                  <a:pt x="0" y="457200"/>
                </a:moveTo>
                <a:lnTo>
                  <a:pt x="685800" y="457200"/>
                </a:lnTo>
                <a:lnTo>
                  <a:pt x="6858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" name="object 30"/>
          <p:cNvSpPr txBox="1"/>
          <p:nvPr/>
        </p:nvSpPr>
        <p:spPr>
          <a:xfrm>
            <a:off x="9237664" y="2011363"/>
            <a:ext cx="511175" cy="39211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>
              <a:spcBef>
                <a:spcPts val="100"/>
              </a:spcBef>
              <a:defRPr/>
            </a:pPr>
            <a:r>
              <a:rPr sz="120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200" b="1" spc="-1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200" b="1" spc="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tp</a:t>
            </a:r>
            <a:r>
              <a:rPr sz="1200" b="1" spc="-1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20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t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39370">
              <a:defRPr/>
            </a:pPr>
            <a:r>
              <a:rPr sz="120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Beam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92851" y="1397000"/>
            <a:ext cx="1985963" cy="300038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>
              <a:spcBef>
                <a:spcPts val="100"/>
              </a:spcBef>
              <a:defRPr/>
            </a:pPr>
            <a:r>
              <a:rPr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Optical</a:t>
            </a:r>
            <a:r>
              <a:rPr b="1" spc="-8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Resonator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44" name="object 32"/>
          <p:cNvSpPr>
            <a:spLocks noChangeArrowheads="1"/>
          </p:cNvSpPr>
          <p:nvPr/>
        </p:nvSpPr>
        <p:spPr bwMode="auto">
          <a:xfrm>
            <a:off x="5943601" y="1665288"/>
            <a:ext cx="392113" cy="392112"/>
          </a:xfrm>
          <a:custGeom>
            <a:avLst/>
            <a:gdLst>
              <a:gd name="T0" fmla="*/ 0 w 392429"/>
              <a:gd name="T1" fmla="*/ 0 h 392430"/>
              <a:gd name="T2" fmla="*/ 392429 w 392429"/>
              <a:gd name="T3" fmla="*/ 392430 h 392430"/>
            </a:gdLst>
            <a:ahLst/>
            <a:cxnLst/>
            <a:rect l="T0" t="T1" r="T2" b="T3"/>
            <a:pathLst>
              <a:path w="392429" h="392430">
                <a:moveTo>
                  <a:pt x="22478" y="324865"/>
                </a:moveTo>
                <a:lnTo>
                  <a:pt x="0" y="392175"/>
                </a:lnTo>
                <a:lnTo>
                  <a:pt x="67310" y="369697"/>
                </a:lnTo>
                <a:lnTo>
                  <a:pt x="44958" y="369697"/>
                </a:lnTo>
                <a:lnTo>
                  <a:pt x="22478" y="347217"/>
                </a:lnTo>
                <a:lnTo>
                  <a:pt x="33657" y="336044"/>
                </a:lnTo>
                <a:lnTo>
                  <a:pt x="22478" y="324865"/>
                </a:lnTo>
                <a:close/>
              </a:path>
              <a:path w="392429" h="392430">
                <a:moveTo>
                  <a:pt x="33657" y="336044"/>
                </a:moveTo>
                <a:lnTo>
                  <a:pt x="22478" y="347217"/>
                </a:lnTo>
                <a:lnTo>
                  <a:pt x="44958" y="369697"/>
                </a:lnTo>
                <a:lnTo>
                  <a:pt x="56131" y="358518"/>
                </a:lnTo>
                <a:lnTo>
                  <a:pt x="33657" y="336044"/>
                </a:lnTo>
                <a:close/>
              </a:path>
              <a:path w="392429" h="392430">
                <a:moveTo>
                  <a:pt x="56131" y="358518"/>
                </a:moveTo>
                <a:lnTo>
                  <a:pt x="44958" y="369697"/>
                </a:lnTo>
                <a:lnTo>
                  <a:pt x="67310" y="369697"/>
                </a:lnTo>
                <a:lnTo>
                  <a:pt x="56131" y="358518"/>
                </a:lnTo>
                <a:close/>
              </a:path>
              <a:path w="392429" h="392430">
                <a:moveTo>
                  <a:pt x="369824" y="0"/>
                </a:moveTo>
                <a:lnTo>
                  <a:pt x="33657" y="336044"/>
                </a:lnTo>
                <a:lnTo>
                  <a:pt x="56131" y="358518"/>
                </a:lnTo>
                <a:lnTo>
                  <a:pt x="392175" y="22351"/>
                </a:lnTo>
                <a:lnTo>
                  <a:pt x="36982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45" name="object 33"/>
          <p:cNvSpPr>
            <a:spLocks noChangeArrowheads="1"/>
          </p:cNvSpPr>
          <p:nvPr/>
        </p:nvSpPr>
        <p:spPr bwMode="auto">
          <a:xfrm>
            <a:off x="8218488" y="1665288"/>
            <a:ext cx="392112" cy="392112"/>
          </a:xfrm>
          <a:custGeom>
            <a:avLst/>
            <a:gdLst>
              <a:gd name="T0" fmla="*/ 0 w 392429"/>
              <a:gd name="T1" fmla="*/ 0 h 392430"/>
              <a:gd name="T2" fmla="*/ 392429 w 392429"/>
              <a:gd name="T3" fmla="*/ 392430 h 392430"/>
            </a:gdLst>
            <a:ahLst/>
            <a:cxnLst/>
            <a:rect l="T0" t="T1" r="T2" b="T3"/>
            <a:pathLst>
              <a:path w="392429" h="392430">
                <a:moveTo>
                  <a:pt x="369697" y="324865"/>
                </a:moveTo>
                <a:lnTo>
                  <a:pt x="358518" y="336044"/>
                </a:lnTo>
                <a:lnTo>
                  <a:pt x="369697" y="347217"/>
                </a:lnTo>
                <a:lnTo>
                  <a:pt x="347218" y="369697"/>
                </a:lnTo>
                <a:lnTo>
                  <a:pt x="324866" y="369697"/>
                </a:lnTo>
                <a:lnTo>
                  <a:pt x="392175" y="392175"/>
                </a:lnTo>
                <a:lnTo>
                  <a:pt x="384668" y="369697"/>
                </a:lnTo>
                <a:lnTo>
                  <a:pt x="347218" y="369697"/>
                </a:lnTo>
                <a:lnTo>
                  <a:pt x="336044" y="358518"/>
                </a:lnTo>
                <a:lnTo>
                  <a:pt x="380935" y="358518"/>
                </a:lnTo>
                <a:lnTo>
                  <a:pt x="369697" y="324865"/>
                </a:lnTo>
                <a:close/>
              </a:path>
              <a:path w="392429" h="392430">
                <a:moveTo>
                  <a:pt x="358518" y="336044"/>
                </a:moveTo>
                <a:lnTo>
                  <a:pt x="336044" y="358518"/>
                </a:lnTo>
                <a:lnTo>
                  <a:pt x="347218" y="369697"/>
                </a:lnTo>
                <a:lnTo>
                  <a:pt x="369697" y="347217"/>
                </a:lnTo>
                <a:lnTo>
                  <a:pt x="358518" y="336044"/>
                </a:lnTo>
                <a:close/>
              </a:path>
              <a:path w="392429" h="392430">
                <a:moveTo>
                  <a:pt x="22351" y="0"/>
                </a:moveTo>
                <a:lnTo>
                  <a:pt x="0" y="22351"/>
                </a:lnTo>
                <a:lnTo>
                  <a:pt x="336044" y="358518"/>
                </a:lnTo>
                <a:lnTo>
                  <a:pt x="358518" y="336044"/>
                </a:lnTo>
                <a:lnTo>
                  <a:pt x="2235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46" name="object 36"/>
          <p:cNvSpPr>
            <a:spLocks noChangeArrowheads="1"/>
          </p:cNvSpPr>
          <p:nvPr/>
        </p:nvSpPr>
        <p:spPr bwMode="auto">
          <a:xfrm>
            <a:off x="6518275" y="2971800"/>
            <a:ext cx="222250" cy="306388"/>
          </a:xfrm>
          <a:custGeom>
            <a:avLst/>
            <a:gdLst>
              <a:gd name="T0" fmla="*/ 0 w 222250"/>
              <a:gd name="T1" fmla="*/ 0 h 306704"/>
              <a:gd name="T2" fmla="*/ 222250 w 222250"/>
              <a:gd name="T3" fmla="*/ 306704 h 306704"/>
            </a:gdLst>
            <a:ahLst/>
            <a:cxnLst/>
            <a:rect l="T0" t="T1" r="T2" b="T3"/>
            <a:pathLst>
              <a:path w="222250" h="306704">
                <a:moveTo>
                  <a:pt x="111125" y="88900"/>
                </a:moveTo>
                <a:lnTo>
                  <a:pt x="88900" y="97789"/>
                </a:lnTo>
                <a:lnTo>
                  <a:pt x="88900" y="306324"/>
                </a:lnTo>
                <a:lnTo>
                  <a:pt x="133350" y="306324"/>
                </a:lnTo>
                <a:lnTo>
                  <a:pt x="133350" y="97789"/>
                </a:lnTo>
                <a:lnTo>
                  <a:pt x="111125" y="88900"/>
                </a:lnTo>
                <a:close/>
              </a:path>
              <a:path w="222250" h="306704">
                <a:moveTo>
                  <a:pt x="111125" y="0"/>
                </a:moveTo>
                <a:lnTo>
                  <a:pt x="0" y="133350"/>
                </a:lnTo>
                <a:lnTo>
                  <a:pt x="88900" y="97789"/>
                </a:lnTo>
                <a:lnTo>
                  <a:pt x="88900" y="88900"/>
                </a:lnTo>
                <a:lnTo>
                  <a:pt x="185208" y="88900"/>
                </a:lnTo>
                <a:lnTo>
                  <a:pt x="111125" y="0"/>
                </a:lnTo>
                <a:close/>
              </a:path>
              <a:path w="222250" h="306704">
                <a:moveTo>
                  <a:pt x="185208" y="88900"/>
                </a:moveTo>
                <a:lnTo>
                  <a:pt x="133350" y="88900"/>
                </a:lnTo>
                <a:lnTo>
                  <a:pt x="133350" y="97789"/>
                </a:lnTo>
                <a:lnTo>
                  <a:pt x="222250" y="133350"/>
                </a:lnTo>
                <a:lnTo>
                  <a:pt x="185208" y="88900"/>
                </a:lnTo>
                <a:close/>
              </a:path>
              <a:path w="222250" h="306704">
                <a:moveTo>
                  <a:pt x="111125" y="88900"/>
                </a:moveTo>
                <a:lnTo>
                  <a:pt x="88900" y="88900"/>
                </a:lnTo>
                <a:lnTo>
                  <a:pt x="88900" y="97789"/>
                </a:lnTo>
                <a:lnTo>
                  <a:pt x="111125" y="88900"/>
                </a:lnTo>
                <a:close/>
              </a:path>
              <a:path w="222250" h="306704">
                <a:moveTo>
                  <a:pt x="133350" y="88900"/>
                </a:moveTo>
                <a:lnTo>
                  <a:pt x="111125" y="88900"/>
                </a:lnTo>
                <a:lnTo>
                  <a:pt x="133350" y="97789"/>
                </a:lnTo>
                <a:lnTo>
                  <a:pt x="133350" y="88900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47" name="object 37"/>
          <p:cNvSpPr>
            <a:spLocks noChangeArrowheads="1"/>
          </p:cNvSpPr>
          <p:nvPr/>
        </p:nvSpPr>
        <p:spPr bwMode="auto">
          <a:xfrm>
            <a:off x="6975475" y="2971800"/>
            <a:ext cx="222250" cy="306388"/>
          </a:xfrm>
          <a:custGeom>
            <a:avLst/>
            <a:gdLst>
              <a:gd name="T0" fmla="*/ 0 w 222250"/>
              <a:gd name="T1" fmla="*/ 0 h 306704"/>
              <a:gd name="T2" fmla="*/ 222250 w 222250"/>
              <a:gd name="T3" fmla="*/ 306704 h 306704"/>
            </a:gdLst>
            <a:ahLst/>
            <a:cxnLst/>
            <a:rect l="T0" t="T1" r="T2" b="T3"/>
            <a:pathLst>
              <a:path w="222250" h="306704">
                <a:moveTo>
                  <a:pt x="111125" y="88900"/>
                </a:moveTo>
                <a:lnTo>
                  <a:pt x="88900" y="97789"/>
                </a:lnTo>
                <a:lnTo>
                  <a:pt x="88900" y="306324"/>
                </a:lnTo>
                <a:lnTo>
                  <a:pt x="133350" y="306324"/>
                </a:lnTo>
                <a:lnTo>
                  <a:pt x="133350" y="97789"/>
                </a:lnTo>
                <a:lnTo>
                  <a:pt x="111125" y="88900"/>
                </a:lnTo>
                <a:close/>
              </a:path>
              <a:path w="222250" h="306704">
                <a:moveTo>
                  <a:pt x="111125" y="0"/>
                </a:moveTo>
                <a:lnTo>
                  <a:pt x="0" y="133350"/>
                </a:lnTo>
                <a:lnTo>
                  <a:pt x="88900" y="97789"/>
                </a:lnTo>
                <a:lnTo>
                  <a:pt x="88900" y="88900"/>
                </a:lnTo>
                <a:lnTo>
                  <a:pt x="185208" y="88900"/>
                </a:lnTo>
                <a:lnTo>
                  <a:pt x="111125" y="0"/>
                </a:lnTo>
                <a:close/>
              </a:path>
              <a:path w="222250" h="306704">
                <a:moveTo>
                  <a:pt x="185208" y="88900"/>
                </a:moveTo>
                <a:lnTo>
                  <a:pt x="133350" y="88900"/>
                </a:lnTo>
                <a:lnTo>
                  <a:pt x="133350" y="97789"/>
                </a:lnTo>
                <a:lnTo>
                  <a:pt x="222250" y="133350"/>
                </a:lnTo>
                <a:lnTo>
                  <a:pt x="185208" y="88900"/>
                </a:lnTo>
                <a:close/>
              </a:path>
              <a:path w="222250" h="306704">
                <a:moveTo>
                  <a:pt x="111125" y="88900"/>
                </a:moveTo>
                <a:lnTo>
                  <a:pt x="88900" y="88900"/>
                </a:lnTo>
                <a:lnTo>
                  <a:pt x="88900" y="97789"/>
                </a:lnTo>
                <a:lnTo>
                  <a:pt x="111125" y="88900"/>
                </a:lnTo>
                <a:close/>
              </a:path>
              <a:path w="222250" h="306704">
                <a:moveTo>
                  <a:pt x="133350" y="88900"/>
                </a:moveTo>
                <a:lnTo>
                  <a:pt x="111125" y="88900"/>
                </a:lnTo>
                <a:lnTo>
                  <a:pt x="133350" y="97789"/>
                </a:lnTo>
                <a:lnTo>
                  <a:pt x="133350" y="88900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48" name="object 38"/>
          <p:cNvSpPr>
            <a:spLocks noChangeArrowheads="1"/>
          </p:cNvSpPr>
          <p:nvPr/>
        </p:nvSpPr>
        <p:spPr bwMode="auto">
          <a:xfrm>
            <a:off x="7432675" y="2971800"/>
            <a:ext cx="222250" cy="306388"/>
          </a:xfrm>
          <a:custGeom>
            <a:avLst/>
            <a:gdLst>
              <a:gd name="T0" fmla="*/ 0 w 222250"/>
              <a:gd name="T1" fmla="*/ 0 h 306704"/>
              <a:gd name="T2" fmla="*/ 222250 w 222250"/>
              <a:gd name="T3" fmla="*/ 306704 h 306704"/>
            </a:gdLst>
            <a:ahLst/>
            <a:cxnLst/>
            <a:rect l="T0" t="T1" r="T2" b="T3"/>
            <a:pathLst>
              <a:path w="222250" h="306704">
                <a:moveTo>
                  <a:pt x="111125" y="88900"/>
                </a:moveTo>
                <a:lnTo>
                  <a:pt x="88900" y="97789"/>
                </a:lnTo>
                <a:lnTo>
                  <a:pt x="88900" y="306324"/>
                </a:lnTo>
                <a:lnTo>
                  <a:pt x="133350" y="306324"/>
                </a:lnTo>
                <a:lnTo>
                  <a:pt x="133350" y="97789"/>
                </a:lnTo>
                <a:lnTo>
                  <a:pt x="111125" y="88900"/>
                </a:lnTo>
                <a:close/>
              </a:path>
              <a:path w="222250" h="306704">
                <a:moveTo>
                  <a:pt x="111125" y="0"/>
                </a:moveTo>
                <a:lnTo>
                  <a:pt x="0" y="133350"/>
                </a:lnTo>
                <a:lnTo>
                  <a:pt x="88900" y="97789"/>
                </a:lnTo>
                <a:lnTo>
                  <a:pt x="88900" y="88900"/>
                </a:lnTo>
                <a:lnTo>
                  <a:pt x="185208" y="88900"/>
                </a:lnTo>
                <a:lnTo>
                  <a:pt x="111125" y="0"/>
                </a:lnTo>
                <a:close/>
              </a:path>
              <a:path w="222250" h="306704">
                <a:moveTo>
                  <a:pt x="185208" y="88900"/>
                </a:moveTo>
                <a:lnTo>
                  <a:pt x="133350" y="88900"/>
                </a:lnTo>
                <a:lnTo>
                  <a:pt x="133350" y="97789"/>
                </a:lnTo>
                <a:lnTo>
                  <a:pt x="222250" y="133350"/>
                </a:lnTo>
                <a:lnTo>
                  <a:pt x="185208" y="88900"/>
                </a:lnTo>
                <a:close/>
              </a:path>
              <a:path w="222250" h="306704">
                <a:moveTo>
                  <a:pt x="111125" y="88900"/>
                </a:moveTo>
                <a:lnTo>
                  <a:pt x="88900" y="88900"/>
                </a:lnTo>
                <a:lnTo>
                  <a:pt x="88900" y="97789"/>
                </a:lnTo>
                <a:lnTo>
                  <a:pt x="111125" y="88900"/>
                </a:lnTo>
                <a:close/>
              </a:path>
              <a:path w="222250" h="306704">
                <a:moveTo>
                  <a:pt x="133350" y="88900"/>
                </a:moveTo>
                <a:lnTo>
                  <a:pt x="111125" y="88900"/>
                </a:lnTo>
                <a:lnTo>
                  <a:pt x="133350" y="97789"/>
                </a:lnTo>
                <a:lnTo>
                  <a:pt x="133350" y="88900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49" name="object 39"/>
          <p:cNvSpPr>
            <a:spLocks noChangeArrowheads="1"/>
          </p:cNvSpPr>
          <p:nvPr/>
        </p:nvSpPr>
        <p:spPr bwMode="auto">
          <a:xfrm>
            <a:off x="7889875" y="2971800"/>
            <a:ext cx="222250" cy="306388"/>
          </a:xfrm>
          <a:custGeom>
            <a:avLst/>
            <a:gdLst>
              <a:gd name="T0" fmla="*/ 0 w 222250"/>
              <a:gd name="T1" fmla="*/ 0 h 306704"/>
              <a:gd name="T2" fmla="*/ 222250 w 222250"/>
              <a:gd name="T3" fmla="*/ 306704 h 306704"/>
            </a:gdLst>
            <a:ahLst/>
            <a:cxnLst/>
            <a:rect l="T0" t="T1" r="T2" b="T3"/>
            <a:pathLst>
              <a:path w="222250" h="306704">
                <a:moveTo>
                  <a:pt x="111125" y="88900"/>
                </a:moveTo>
                <a:lnTo>
                  <a:pt x="88900" y="97789"/>
                </a:lnTo>
                <a:lnTo>
                  <a:pt x="88900" y="306324"/>
                </a:lnTo>
                <a:lnTo>
                  <a:pt x="133350" y="306324"/>
                </a:lnTo>
                <a:lnTo>
                  <a:pt x="133350" y="97789"/>
                </a:lnTo>
                <a:lnTo>
                  <a:pt x="111125" y="88900"/>
                </a:lnTo>
                <a:close/>
              </a:path>
              <a:path w="222250" h="306704">
                <a:moveTo>
                  <a:pt x="111125" y="0"/>
                </a:moveTo>
                <a:lnTo>
                  <a:pt x="0" y="133350"/>
                </a:lnTo>
                <a:lnTo>
                  <a:pt x="88900" y="97789"/>
                </a:lnTo>
                <a:lnTo>
                  <a:pt x="88900" y="88900"/>
                </a:lnTo>
                <a:lnTo>
                  <a:pt x="185208" y="88900"/>
                </a:lnTo>
                <a:lnTo>
                  <a:pt x="111125" y="0"/>
                </a:lnTo>
                <a:close/>
              </a:path>
              <a:path w="222250" h="306704">
                <a:moveTo>
                  <a:pt x="185208" y="88900"/>
                </a:moveTo>
                <a:lnTo>
                  <a:pt x="133350" y="88900"/>
                </a:lnTo>
                <a:lnTo>
                  <a:pt x="133350" y="97789"/>
                </a:lnTo>
                <a:lnTo>
                  <a:pt x="222250" y="133350"/>
                </a:lnTo>
                <a:lnTo>
                  <a:pt x="185208" y="88900"/>
                </a:lnTo>
                <a:close/>
              </a:path>
              <a:path w="222250" h="306704">
                <a:moveTo>
                  <a:pt x="111125" y="88900"/>
                </a:moveTo>
                <a:lnTo>
                  <a:pt x="88900" y="88900"/>
                </a:lnTo>
                <a:lnTo>
                  <a:pt x="88900" y="97789"/>
                </a:lnTo>
                <a:lnTo>
                  <a:pt x="111125" y="88900"/>
                </a:lnTo>
                <a:close/>
              </a:path>
              <a:path w="222250" h="306704">
                <a:moveTo>
                  <a:pt x="133350" y="88900"/>
                </a:moveTo>
                <a:lnTo>
                  <a:pt x="111125" y="88900"/>
                </a:lnTo>
                <a:lnTo>
                  <a:pt x="133350" y="97789"/>
                </a:lnTo>
                <a:lnTo>
                  <a:pt x="133350" y="88900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50" name="object 40"/>
          <p:cNvSpPr>
            <a:spLocks noChangeArrowheads="1"/>
          </p:cNvSpPr>
          <p:nvPr/>
        </p:nvSpPr>
        <p:spPr bwMode="auto">
          <a:xfrm>
            <a:off x="8031163" y="2301875"/>
            <a:ext cx="817562" cy="319088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51" name="object 41"/>
          <p:cNvSpPr>
            <a:spLocks noChangeArrowheads="1"/>
          </p:cNvSpPr>
          <p:nvPr/>
        </p:nvSpPr>
        <p:spPr bwMode="auto">
          <a:xfrm>
            <a:off x="8031164" y="2554289"/>
            <a:ext cx="92075" cy="920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52" name="object 42"/>
          <p:cNvSpPr>
            <a:spLocks noChangeArrowheads="1"/>
          </p:cNvSpPr>
          <p:nvPr/>
        </p:nvSpPr>
        <p:spPr bwMode="auto">
          <a:xfrm>
            <a:off x="8077200" y="2381250"/>
            <a:ext cx="609600" cy="114300"/>
          </a:xfrm>
          <a:custGeom>
            <a:avLst/>
            <a:gdLst>
              <a:gd name="T0" fmla="*/ 0 w 609600"/>
              <a:gd name="T1" fmla="*/ 0 h 114300"/>
              <a:gd name="T2" fmla="*/ 609600 w 609600"/>
              <a:gd name="T3" fmla="*/ 114300 h 114300"/>
            </a:gdLst>
            <a:ahLst/>
            <a:cxnLst/>
            <a:rect l="T0" t="T1" r="T2" b="T3"/>
            <a:pathLst>
              <a:path w="609600" h="114300">
                <a:moveTo>
                  <a:pt x="533400" y="57150"/>
                </a:moveTo>
                <a:lnTo>
                  <a:pt x="495300" y="114300"/>
                </a:lnTo>
                <a:lnTo>
                  <a:pt x="571500" y="76200"/>
                </a:lnTo>
                <a:lnTo>
                  <a:pt x="533400" y="76200"/>
                </a:lnTo>
                <a:lnTo>
                  <a:pt x="533400" y="57150"/>
                </a:lnTo>
                <a:close/>
              </a:path>
              <a:path w="609600" h="114300">
                <a:moveTo>
                  <a:pt x="5207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20700" y="76200"/>
                </a:lnTo>
                <a:lnTo>
                  <a:pt x="533400" y="57150"/>
                </a:lnTo>
                <a:lnTo>
                  <a:pt x="520700" y="38100"/>
                </a:lnTo>
                <a:close/>
              </a:path>
              <a:path w="609600" h="114300">
                <a:moveTo>
                  <a:pt x="571500" y="38100"/>
                </a:moveTo>
                <a:lnTo>
                  <a:pt x="533400" y="38100"/>
                </a:lnTo>
                <a:lnTo>
                  <a:pt x="533400" y="76200"/>
                </a:lnTo>
                <a:lnTo>
                  <a:pt x="571500" y="76200"/>
                </a:lnTo>
                <a:lnTo>
                  <a:pt x="609600" y="57150"/>
                </a:lnTo>
                <a:lnTo>
                  <a:pt x="571500" y="38100"/>
                </a:lnTo>
                <a:close/>
              </a:path>
              <a:path w="609600" h="114300">
                <a:moveTo>
                  <a:pt x="495300" y="0"/>
                </a:moveTo>
                <a:lnTo>
                  <a:pt x="533400" y="57150"/>
                </a:lnTo>
                <a:lnTo>
                  <a:pt x="533400" y="38100"/>
                </a:lnTo>
                <a:lnTo>
                  <a:pt x="571500" y="38100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53" name="object 43"/>
          <p:cNvSpPr>
            <a:spLocks noChangeArrowheads="1"/>
          </p:cNvSpPr>
          <p:nvPr/>
        </p:nvSpPr>
        <p:spPr bwMode="auto">
          <a:xfrm>
            <a:off x="6096000" y="3429000"/>
            <a:ext cx="2362200" cy="762000"/>
          </a:xfrm>
          <a:custGeom>
            <a:avLst/>
            <a:gdLst>
              <a:gd name="T0" fmla="*/ 0 w 2362200"/>
              <a:gd name="T1" fmla="*/ 0 h 762000"/>
              <a:gd name="T2" fmla="*/ 2362200 w 2362200"/>
              <a:gd name="T3" fmla="*/ 762000 h 762000"/>
            </a:gdLst>
            <a:ahLst/>
            <a:cxnLst/>
            <a:rect l="T0" t="T1" r="T2" b="T3"/>
            <a:pathLst>
              <a:path w="2362200" h="762000">
                <a:moveTo>
                  <a:pt x="1181100" y="0"/>
                </a:moveTo>
                <a:lnTo>
                  <a:pt x="1111704" y="646"/>
                </a:lnTo>
                <a:lnTo>
                  <a:pt x="1043364" y="2563"/>
                </a:lnTo>
                <a:lnTo>
                  <a:pt x="976191" y="5713"/>
                </a:lnTo>
                <a:lnTo>
                  <a:pt x="910294" y="10061"/>
                </a:lnTo>
                <a:lnTo>
                  <a:pt x="845785" y="15572"/>
                </a:lnTo>
                <a:lnTo>
                  <a:pt x="782776" y="22209"/>
                </a:lnTo>
                <a:lnTo>
                  <a:pt x="721375" y="29938"/>
                </a:lnTo>
                <a:lnTo>
                  <a:pt x="661695" y="38722"/>
                </a:lnTo>
                <a:lnTo>
                  <a:pt x="603847" y="48525"/>
                </a:lnTo>
                <a:lnTo>
                  <a:pt x="547940" y="59312"/>
                </a:lnTo>
                <a:lnTo>
                  <a:pt x="494086" y="71047"/>
                </a:lnTo>
                <a:lnTo>
                  <a:pt x="442395" y="83695"/>
                </a:lnTo>
                <a:lnTo>
                  <a:pt x="392979" y="97219"/>
                </a:lnTo>
                <a:lnTo>
                  <a:pt x="345948" y="111585"/>
                </a:lnTo>
                <a:lnTo>
                  <a:pt x="301412" y="126756"/>
                </a:lnTo>
                <a:lnTo>
                  <a:pt x="259484" y="142696"/>
                </a:lnTo>
                <a:lnTo>
                  <a:pt x="220273" y="159370"/>
                </a:lnTo>
                <a:lnTo>
                  <a:pt x="183890" y="176742"/>
                </a:lnTo>
                <a:lnTo>
                  <a:pt x="120053" y="213437"/>
                </a:lnTo>
                <a:lnTo>
                  <a:pt x="68859" y="252497"/>
                </a:lnTo>
                <a:lnTo>
                  <a:pt x="31195" y="293634"/>
                </a:lnTo>
                <a:lnTo>
                  <a:pt x="7946" y="336563"/>
                </a:lnTo>
                <a:lnTo>
                  <a:pt x="0" y="381000"/>
                </a:lnTo>
                <a:lnTo>
                  <a:pt x="2005" y="403388"/>
                </a:lnTo>
                <a:lnTo>
                  <a:pt x="17713" y="447107"/>
                </a:lnTo>
                <a:lnTo>
                  <a:pt x="48281" y="489176"/>
                </a:lnTo>
                <a:lnTo>
                  <a:pt x="92821" y="529310"/>
                </a:lnTo>
                <a:lnTo>
                  <a:pt x="150447" y="567223"/>
                </a:lnTo>
                <a:lnTo>
                  <a:pt x="220273" y="602629"/>
                </a:lnTo>
                <a:lnTo>
                  <a:pt x="259484" y="619303"/>
                </a:lnTo>
                <a:lnTo>
                  <a:pt x="301412" y="635243"/>
                </a:lnTo>
                <a:lnTo>
                  <a:pt x="345948" y="650414"/>
                </a:lnTo>
                <a:lnTo>
                  <a:pt x="392979" y="664780"/>
                </a:lnTo>
                <a:lnTo>
                  <a:pt x="442395" y="678304"/>
                </a:lnTo>
                <a:lnTo>
                  <a:pt x="494086" y="690952"/>
                </a:lnTo>
                <a:lnTo>
                  <a:pt x="547940" y="702687"/>
                </a:lnTo>
                <a:lnTo>
                  <a:pt x="603847" y="713474"/>
                </a:lnTo>
                <a:lnTo>
                  <a:pt x="661695" y="723277"/>
                </a:lnTo>
                <a:lnTo>
                  <a:pt x="721375" y="732061"/>
                </a:lnTo>
                <a:lnTo>
                  <a:pt x="782776" y="739790"/>
                </a:lnTo>
                <a:lnTo>
                  <a:pt x="845785" y="746427"/>
                </a:lnTo>
                <a:lnTo>
                  <a:pt x="910294" y="751938"/>
                </a:lnTo>
                <a:lnTo>
                  <a:pt x="976191" y="756286"/>
                </a:lnTo>
                <a:lnTo>
                  <a:pt x="1043364" y="759436"/>
                </a:lnTo>
                <a:lnTo>
                  <a:pt x="1111704" y="761353"/>
                </a:lnTo>
                <a:lnTo>
                  <a:pt x="1181100" y="762000"/>
                </a:lnTo>
                <a:lnTo>
                  <a:pt x="1250495" y="761353"/>
                </a:lnTo>
                <a:lnTo>
                  <a:pt x="1318835" y="759436"/>
                </a:lnTo>
                <a:lnTo>
                  <a:pt x="1386008" y="756286"/>
                </a:lnTo>
                <a:lnTo>
                  <a:pt x="1451905" y="751938"/>
                </a:lnTo>
                <a:lnTo>
                  <a:pt x="1516414" y="746427"/>
                </a:lnTo>
                <a:lnTo>
                  <a:pt x="1579423" y="739790"/>
                </a:lnTo>
                <a:lnTo>
                  <a:pt x="1640824" y="732061"/>
                </a:lnTo>
                <a:lnTo>
                  <a:pt x="1700504" y="723277"/>
                </a:lnTo>
                <a:lnTo>
                  <a:pt x="1758352" y="713474"/>
                </a:lnTo>
                <a:lnTo>
                  <a:pt x="1814259" y="702687"/>
                </a:lnTo>
                <a:lnTo>
                  <a:pt x="1868113" y="690952"/>
                </a:lnTo>
                <a:lnTo>
                  <a:pt x="1919804" y="678304"/>
                </a:lnTo>
                <a:lnTo>
                  <a:pt x="1969220" y="664780"/>
                </a:lnTo>
                <a:lnTo>
                  <a:pt x="2016251" y="650414"/>
                </a:lnTo>
                <a:lnTo>
                  <a:pt x="2060787" y="635243"/>
                </a:lnTo>
                <a:lnTo>
                  <a:pt x="2102715" y="619303"/>
                </a:lnTo>
                <a:lnTo>
                  <a:pt x="2141926" y="602629"/>
                </a:lnTo>
                <a:lnTo>
                  <a:pt x="2178309" y="585257"/>
                </a:lnTo>
                <a:lnTo>
                  <a:pt x="2242146" y="548562"/>
                </a:lnTo>
                <a:lnTo>
                  <a:pt x="2293340" y="509502"/>
                </a:lnTo>
                <a:lnTo>
                  <a:pt x="2331004" y="468365"/>
                </a:lnTo>
                <a:lnTo>
                  <a:pt x="2354253" y="425436"/>
                </a:lnTo>
                <a:lnTo>
                  <a:pt x="2362200" y="381000"/>
                </a:lnTo>
                <a:lnTo>
                  <a:pt x="2360194" y="358611"/>
                </a:lnTo>
                <a:lnTo>
                  <a:pt x="2344486" y="314892"/>
                </a:lnTo>
                <a:lnTo>
                  <a:pt x="2313918" y="272823"/>
                </a:lnTo>
                <a:lnTo>
                  <a:pt x="2269378" y="232689"/>
                </a:lnTo>
                <a:lnTo>
                  <a:pt x="2211752" y="194776"/>
                </a:lnTo>
                <a:lnTo>
                  <a:pt x="2141926" y="159370"/>
                </a:lnTo>
                <a:lnTo>
                  <a:pt x="2102715" y="142696"/>
                </a:lnTo>
                <a:lnTo>
                  <a:pt x="2060787" y="126756"/>
                </a:lnTo>
                <a:lnTo>
                  <a:pt x="2016252" y="111585"/>
                </a:lnTo>
                <a:lnTo>
                  <a:pt x="1969220" y="97219"/>
                </a:lnTo>
                <a:lnTo>
                  <a:pt x="1919804" y="83695"/>
                </a:lnTo>
                <a:lnTo>
                  <a:pt x="1868113" y="71047"/>
                </a:lnTo>
                <a:lnTo>
                  <a:pt x="1814259" y="59312"/>
                </a:lnTo>
                <a:lnTo>
                  <a:pt x="1758352" y="48525"/>
                </a:lnTo>
                <a:lnTo>
                  <a:pt x="1700504" y="38722"/>
                </a:lnTo>
                <a:lnTo>
                  <a:pt x="1640824" y="29938"/>
                </a:lnTo>
                <a:lnTo>
                  <a:pt x="1579423" y="22209"/>
                </a:lnTo>
                <a:lnTo>
                  <a:pt x="1516414" y="15572"/>
                </a:lnTo>
                <a:lnTo>
                  <a:pt x="1451905" y="10061"/>
                </a:lnTo>
                <a:lnTo>
                  <a:pt x="1386008" y="5713"/>
                </a:lnTo>
                <a:lnTo>
                  <a:pt x="1318835" y="2563"/>
                </a:lnTo>
                <a:lnTo>
                  <a:pt x="1250495" y="646"/>
                </a:lnTo>
                <a:lnTo>
                  <a:pt x="1181100" y="0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54" name="object 44"/>
          <p:cNvSpPr>
            <a:spLocks noChangeArrowheads="1"/>
          </p:cNvSpPr>
          <p:nvPr/>
        </p:nvSpPr>
        <p:spPr bwMode="auto">
          <a:xfrm>
            <a:off x="6096000" y="3429000"/>
            <a:ext cx="2362200" cy="762000"/>
          </a:xfrm>
          <a:custGeom>
            <a:avLst/>
            <a:gdLst>
              <a:gd name="T0" fmla="*/ 0 w 2362200"/>
              <a:gd name="T1" fmla="*/ 0 h 762000"/>
              <a:gd name="T2" fmla="*/ 2362200 w 2362200"/>
              <a:gd name="T3" fmla="*/ 762000 h 762000"/>
            </a:gdLst>
            <a:ahLst/>
            <a:cxnLst/>
            <a:rect l="T0" t="T1" r="T2" b="T3"/>
            <a:pathLst>
              <a:path w="2362200" h="762000">
                <a:moveTo>
                  <a:pt x="0" y="381000"/>
                </a:moveTo>
                <a:lnTo>
                  <a:pt x="7946" y="336563"/>
                </a:lnTo>
                <a:lnTo>
                  <a:pt x="31195" y="293634"/>
                </a:lnTo>
                <a:lnTo>
                  <a:pt x="68859" y="252497"/>
                </a:lnTo>
                <a:lnTo>
                  <a:pt x="120053" y="213437"/>
                </a:lnTo>
                <a:lnTo>
                  <a:pt x="183890" y="176742"/>
                </a:lnTo>
                <a:lnTo>
                  <a:pt x="220273" y="159370"/>
                </a:lnTo>
                <a:lnTo>
                  <a:pt x="259484" y="142696"/>
                </a:lnTo>
                <a:lnTo>
                  <a:pt x="301412" y="126756"/>
                </a:lnTo>
                <a:lnTo>
                  <a:pt x="345948" y="111585"/>
                </a:lnTo>
                <a:lnTo>
                  <a:pt x="392979" y="97219"/>
                </a:lnTo>
                <a:lnTo>
                  <a:pt x="442395" y="83695"/>
                </a:lnTo>
                <a:lnTo>
                  <a:pt x="494086" y="71047"/>
                </a:lnTo>
                <a:lnTo>
                  <a:pt x="547940" y="59312"/>
                </a:lnTo>
                <a:lnTo>
                  <a:pt x="603847" y="48525"/>
                </a:lnTo>
                <a:lnTo>
                  <a:pt x="661695" y="38722"/>
                </a:lnTo>
                <a:lnTo>
                  <a:pt x="721375" y="29938"/>
                </a:lnTo>
                <a:lnTo>
                  <a:pt x="782776" y="22209"/>
                </a:lnTo>
                <a:lnTo>
                  <a:pt x="845785" y="15572"/>
                </a:lnTo>
                <a:lnTo>
                  <a:pt x="910294" y="10061"/>
                </a:lnTo>
                <a:lnTo>
                  <a:pt x="976191" y="5713"/>
                </a:lnTo>
                <a:lnTo>
                  <a:pt x="1043364" y="2563"/>
                </a:lnTo>
                <a:lnTo>
                  <a:pt x="1111704" y="646"/>
                </a:lnTo>
                <a:lnTo>
                  <a:pt x="1181100" y="0"/>
                </a:lnTo>
                <a:lnTo>
                  <a:pt x="1250495" y="646"/>
                </a:lnTo>
                <a:lnTo>
                  <a:pt x="1318835" y="2563"/>
                </a:lnTo>
                <a:lnTo>
                  <a:pt x="1386008" y="5713"/>
                </a:lnTo>
                <a:lnTo>
                  <a:pt x="1451905" y="10061"/>
                </a:lnTo>
                <a:lnTo>
                  <a:pt x="1516414" y="15572"/>
                </a:lnTo>
                <a:lnTo>
                  <a:pt x="1579423" y="22209"/>
                </a:lnTo>
                <a:lnTo>
                  <a:pt x="1640824" y="29938"/>
                </a:lnTo>
                <a:lnTo>
                  <a:pt x="1700504" y="38722"/>
                </a:lnTo>
                <a:lnTo>
                  <a:pt x="1758352" y="48525"/>
                </a:lnTo>
                <a:lnTo>
                  <a:pt x="1814259" y="59312"/>
                </a:lnTo>
                <a:lnTo>
                  <a:pt x="1868113" y="71047"/>
                </a:lnTo>
                <a:lnTo>
                  <a:pt x="1919804" y="83695"/>
                </a:lnTo>
                <a:lnTo>
                  <a:pt x="1969220" y="97219"/>
                </a:lnTo>
                <a:lnTo>
                  <a:pt x="2016252" y="111585"/>
                </a:lnTo>
                <a:lnTo>
                  <a:pt x="2060787" y="126756"/>
                </a:lnTo>
                <a:lnTo>
                  <a:pt x="2102715" y="142696"/>
                </a:lnTo>
                <a:lnTo>
                  <a:pt x="2141926" y="159370"/>
                </a:lnTo>
                <a:lnTo>
                  <a:pt x="2178309" y="176742"/>
                </a:lnTo>
                <a:lnTo>
                  <a:pt x="2242146" y="213437"/>
                </a:lnTo>
                <a:lnTo>
                  <a:pt x="2293340" y="252497"/>
                </a:lnTo>
                <a:lnTo>
                  <a:pt x="2331004" y="293634"/>
                </a:lnTo>
                <a:lnTo>
                  <a:pt x="2354253" y="336563"/>
                </a:lnTo>
                <a:lnTo>
                  <a:pt x="2362200" y="381000"/>
                </a:lnTo>
                <a:lnTo>
                  <a:pt x="2360194" y="403388"/>
                </a:lnTo>
                <a:lnTo>
                  <a:pt x="2354253" y="425436"/>
                </a:lnTo>
                <a:lnTo>
                  <a:pt x="2331004" y="468365"/>
                </a:lnTo>
                <a:lnTo>
                  <a:pt x="2293340" y="509502"/>
                </a:lnTo>
                <a:lnTo>
                  <a:pt x="2242146" y="548562"/>
                </a:lnTo>
                <a:lnTo>
                  <a:pt x="2178309" y="585257"/>
                </a:lnTo>
                <a:lnTo>
                  <a:pt x="2141926" y="602629"/>
                </a:lnTo>
                <a:lnTo>
                  <a:pt x="2102715" y="619303"/>
                </a:lnTo>
                <a:lnTo>
                  <a:pt x="2060787" y="635243"/>
                </a:lnTo>
                <a:lnTo>
                  <a:pt x="2016251" y="650414"/>
                </a:lnTo>
                <a:lnTo>
                  <a:pt x="1969220" y="664780"/>
                </a:lnTo>
                <a:lnTo>
                  <a:pt x="1919804" y="678304"/>
                </a:lnTo>
                <a:lnTo>
                  <a:pt x="1868113" y="690952"/>
                </a:lnTo>
                <a:lnTo>
                  <a:pt x="1814259" y="702687"/>
                </a:lnTo>
                <a:lnTo>
                  <a:pt x="1758352" y="713474"/>
                </a:lnTo>
                <a:lnTo>
                  <a:pt x="1700504" y="723277"/>
                </a:lnTo>
                <a:lnTo>
                  <a:pt x="1640824" y="732061"/>
                </a:lnTo>
                <a:lnTo>
                  <a:pt x="1579423" y="739790"/>
                </a:lnTo>
                <a:lnTo>
                  <a:pt x="1516414" y="746427"/>
                </a:lnTo>
                <a:lnTo>
                  <a:pt x="1451905" y="751938"/>
                </a:lnTo>
                <a:lnTo>
                  <a:pt x="1386008" y="756286"/>
                </a:lnTo>
                <a:lnTo>
                  <a:pt x="1318835" y="759436"/>
                </a:lnTo>
                <a:lnTo>
                  <a:pt x="1250495" y="761353"/>
                </a:lnTo>
                <a:lnTo>
                  <a:pt x="1181100" y="762000"/>
                </a:lnTo>
                <a:lnTo>
                  <a:pt x="1111704" y="761353"/>
                </a:lnTo>
                <a:lnTo>
                  <a:pt x="1043364" y="759436"/>
                </a:lnTo>
                <a:lnTo>
                  <a:pt x="976191" y="756286"/>
                </a:lnTo>
                <a:lnTo>
                  <a:pt x="910294" y="751938"/>
                </a:lnTo>
                <a:lnTo>
                  <a:pt x="845785" y="746427"/>
                </a:lnTo>
                <a:lnTo>
                  <a:pt x="782776" y="739790"/>
                </a:lnTo>
                <a:lnTo>
                  <a:pt x="721375" y="732061"/>
                </a:lnTo>
                <a:lnTo>
                  <a:pt x="661695" y="723277"/>
                </a:lnTo>
                <a:lnTo>
                  <a:pt x="603847" y="713474"/>
                </a:lnTo>
                <a:lnTo>
                  <a:pt x="547940" y="702687"/>
                </a:lnTo>
                <a:lnTo>
                  <a:pt x="494086" y="690952"/>
                </a:lnTo>
                <a:lnTo>
                  <a:pt x="442395" y="678304"/>
                </a:lnTo>
                <a:lnTo>
                  <a:pt x="392979" y="664780"/>
                </a:lnTo>
                <a:lnTo>
                  <a:pt x="345948" y="650414"/>
                </a:lnTo>
                <a:lnTo>
                  <a:pt x="301412" y="635243"/>
                </a:lnTo>
                <a:lnTo>
                  <a:pt x="259484" y="619303"/>
                </a:lnTo>
                <a:lnTo>
                  <a:pt x="220273" y="602629"/>
                </a:lnTo>
                <a:lnTo>
                  <a:pt x="183890" y="585257"/>
                </a:lnTo>
                <a:lnTo>
                  <a:pt x="120053" y="548562"/>
                </a:lnTo>
                <a:lnTo>
                  <a:pt x="68859" y="509502"/>
                </a:lnTo>
                <a:lnTo>
                  <a:pt x="31195" y="468365"/>
                </a:lnTo>
                <a:lnTo>
                  <a:pt x="7946" y="425436"/>
                </a:lnTo>
                <a:lnTo>
                  <a:pt x="0" y="381000"/>
                </a:lnTo>
                <a:close/>
              </a:path>
            </a:pathLst>
          </a:custGeom>
          <a:noFill/>
          <a:ln w="3175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55" name="object 45"/>
          <p:cNvSpPr>
            <a:spLocks noChangeArrowheads="1"/>
          </p:cNvSpPr>
          <p:nvPr/>
        </p:nvSpPr>
        <p:spPr bwMode="auto">
          <a:xfrm>
            <a:off x="5815013" y="2295526"/>
            <a:ext cx="893762" cy="32226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56" name="object 46"/>
          <p:cNvSpPr>
            <a:spLocks noChangeArrowheads="1"/>
          </p:cNvSpPr>
          <p:nvPr/>
        </p:nvSpPr>
        <p:spPr bwMode="auto">
          <a:xfrm>
            <a:off x="5815014" y="2547939"/>
            <a:ext cx="92075" cy="920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57" name="object 47"/>
          <p:cNvSpPr>
            <a:spLocks noChangeArrowheads="1"/>
          </p:cNvSpPr>
          <p:nvPr/>
        </p:nvSpPr>
        <p:spPr bwMode="auto">
          <a:xfrm>
            <a:off x="5862638" y="2376488"/>
            <a:ext cx="685800" cy="114300"/>
          </a:xfrm>
          <a:custGeom>
            <a:avLst/>
            <a:gdLst>
              <a:gd name="T0" fmla="*/ 0 w 685800"/>
              <a:gd name="T1" fmla="*/ 0 h 114300"/>
              <a:gd name="T2" fmla="*/ 685800 w 685800"/>
              <a:gd name="T3" fmla="*/ 114300 h 114300"/>
            </a:gdLst>
            <a:ahLst/>
            <a:cxnLst/>
            <a:rect l="T0" t="T1" r="T2" b="T3"/>
            <a:pathLst>
              <a:path w="685800" h="114300">
                <a:moveTo>
                  <a:pt x="609600" y="57150"/>
                </a:moveTo>
                <a:lnTo>
                  <a:pt x="571500" y="114300"/>
                </a:lnTo>
                <a:lnTo>
                  <a:pt x="647700" y="76200"/>
                </a:lnTo>
                <a:lnTo>
                  <a:pt x="609600" y="76200"/>
                </a:lnTo>
                <a:lnTo>
                  <a:pt x="609600" y="57150"/>
                </a:lnTo>
                <a:close/>
              </a:path>
              <a:path w="685800" h="114300">
                <a:moveTo>
                  <a:pt x="5969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96900" y="76200"/>
                </a:lnTo>
                <a:lnTo>
                  <a:pt x="609600" y="57150"/>
                </a:lnTo>
                <a:lnTo>
                  <a:pt x="596900" y="38100"/>
                </a:lnTo>
                <a:close/>
              </a:path>
              <a:path w="685800" h="114300">
                <a:moveTo>
                  <a:pt x="647700" y="38100"/>
                </a:moveTo>
                <a:lnTo>
                  <a:pt x="609600" y="38100"/>
                </a:lnTo>
                <a:lnTo>
                  <a:pt x="609600" y="76200"/>
                </a:lnTo>
                <a:lnTo>
                  <a:pt x="647700" y="76200"/>
                </a:lnTo>
                <a:lnTo>
                  <a:pt x="685800" y="57150"/>
                </a:lnTo>
                <a:lnTo>
                  <a:pt x="647700" y="38100"/>
                </a:lnTo>
                <a:close/>
              </a:path>
              <a:path w="685800" h="114300">
                <a:moveTo>
                  <a:pt x="571500" y="0"/>
                </a:moveTo>
                <a:lnTo>
                  <a:pt x="609600" y="57150"/>
                </a:lnTo>
                <a:lnTo>
                  <a:pt x="609600" y="38100"/>
                </a:lnTo>
                <a:lnTo>
                  <a:pt x="647700" y="381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58" name="object 48"/>
          <p:cNvSpPr>
            <a:spLocks noChangeArrowheads="1"/>
          </p:cNvSpPr>
          <p:nvPr/>
        </p:nvSpPr>
        <p:spPr bwMode="auto">
          <a:xfrm>
            <a:off x="5705476" y="2454275"/>
            <a:ext cx="969963" cy="319088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59" name="object 49"/>
          <p:cNvSpPr>
            <a:spLocks noChangeArrowheads="1"/>
          </p:cNvSpPr>
          <p:nvPr/>
        </p:nvSpPr>
        <p:spPr bwMode="auto">
          <a:xfrm>
            <a:off x="6583364" y="2706689"/>
            <a:ext cx="92075" cy="920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60" name="object 50"/>
          <p:cNvSpPr>
            <a:spLocks noChangeArrowheads="1"/>
          </p:cNvSpPr>
          <p:nvPr/>
        </p:nvSpPr>
        <p:spPr bwMode="auto">
          <a:xfrm>
            <a:off x="5867400" y="2533650"/>
            <a:ext cx="762000" cy="114300"/>
          </a:xfrm>
          <a:custGeom>
            <a:avLst/>
            <a:gdLst>
              <a:gd name="T0" fmla="*/ 0 w 762000"/>
              <a:gd name="T1" fmla="*/ 0 h 114300"/>
              <a:gd name="T2" fmla="*/ 762000 w 762000"/>
              <a:gd name="T3" fmla="*/ 114300 h 114300"/>
            </a:gdLst>
            <a:ahLst/>
            <a:cxnLst/>
            <a:rect l="T0" t="T1" r="T2" b="T3"/>
            <a:pathLst>
              <a:path w="7620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88900" y="76200"/>
                </a:lnTo>
                <a:lnTo>
                  <a:pt x="76200" y="76200"/>
                </a:lnTo>
                <a:lnTo>
                  <a:pt x="76200" y="38100"/>
                </a:lnTo>
                <a:lnTo>
                  <a:pt x="88900" y="38100"/>
                </a:lnTo>
                <a:lnTo>
                  <a:pt x="114300" y="0"/>
                </a:lnTo>
                <a:close/>
              </a:path>
              <a:path w="762000" h="114300">
                <a:moveTo>
                  <a:pt x="76200" y="57150"/>
                </a:moveTo>
                <a:lnTo>
                  <a:pt x="76200" y="76200"/>
                </a:lnTo>
                <a:lnTo>
                  <a:pt x="88900" y="76200"/>
                </a:lnTo>
                <a:lnTo>
                  <a:pt x="76200" y="57150"/>
                </a:lnTo>
                <a:close/>
              </a:path>
              <a:path w="762000" h="114300">
                <a:moveTo>
                  <a:pt x="762000" y="38100"/>
                </a:moveTo>
                <a:lnTo>
                  <a:pt x="88900" y="38100"/>
                </a:lnTo>
                <a:lnTo>
                  <a:pt x="76200" y="57150"/>
                </a:lnTo>
                <a:lnTo>
                  <a:pt x="88900" y="76200"/>
                </a:lnTo>
                <a:lnTo>
                  <a:pt x="762000" y="76200"/>
                </a:lnTo>
                <a:lnTo>
                  <a:pt x="762000" y="38100"/>
                </a:lnTo>
                <a:close/>
              </a:path>
              <a:path w="762000" h="114300">
                <a:moveTo>
                  <a:pt x="88900" y="38100"/>
                </a:moveTo>
                <a:lnTo>
                  <a:pt x="76200" y="38100"/>
                </a:lnTo>
                <a:lnTo>
                  <a:pt x="76200" y="57150"/>
                </a:lnTo>
                <a:lnTo>
                  <a:pt x="88900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61" name="object 51"/>
          <p:cNvSpPr>
            <a:spLocks noChangeArrowheads="1"/>
          </p:cNvSpPr>
          <p:nvPr/>
        </p:nvSpPr>
        <p:spPr bwMode="auto">
          <a:xfrm>
            <a:off x="7762876" y="2454275"/>
            <a:ext cx="969963" cy="319088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62" name="object 52"/>
          <p:cNvSpPr>
            <a:spLocks noChangeArrowheads="1"/>
          </p:cNvSpPr>
          <p:nvPr/>
        </p:nvSpPr>
        <p:spPr bwMode="auto">
          <a:xfrm>
            <a:off x="8640764" y="2706689"/>
            <a:ext cx="92075" cy="920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63" name="object 53"/>
          <p:cNvSpPr>
            <a:spLocks noChangeArrowheads="1"/>
          </p:cNvSpPr>
          <p:nvPr/>
        </p:nvSpPr>
        <p:spPr bwMode="auto">
          <a:xfrm>
            <a:off x="7924800" y="2533650"/>
            <a:ext cx="762000" cy="114300"/>
          </a:xfrm>
          <a:custGeom>
            <a:avLst/>
            <a:gdLst>
              <a:gd name="T0" fmla="*/ 0 w 762000"/>
              <a:gd name="T1" fmla="*/ 0 h 114300"/>
              <a:gd name="T2" fmla="*/ 762000 w 762000"/>
              <a:gd name="T3" fmla="*/ 114300 h 114300"/>
            </a:gdLst>
            <a:ahLst/>
            <a:cxnLst/>
            <a:rect l="T0" t="T1" r="T2" b="T3"/>
            <a:pathLst>
              <a:path w="7620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88900" y="76200"/>
                </a:lnTo>
                <a:lnTo>
                  <a:pt x="76200" y="76200"/>
                </a:lnTo>
                <a:lnTo>
                  <a:pt x="76200" y="38100"/>
                </a:lnTo>
                <a:lnTo>
                  <a:pt x="88900" y="38100"/>
                </a:lnTo>
                <a:lnTo>
                  <a:pt x="114300" y="0"/>
                </a:lnTo>
                <a:close/>
              </a:path>
              <a:path w="762000" h="114300">
                <a:moveTo>
                  <a:pt x="76200" y="57150"/>
                </a:moveTo>
                <a:lnTo>
                  <a:pt x="76200" y="76200"/>
                </a:lnTo>
                <a:lnTo>
                  <a:pt x="88900" y="76200"/>
                </a:lnTo>
                <a:lnTo>
                  <a:pt x="76200" y="57150"/>
                </a:lnTo>
                <a:close/>
              </a:path>
              <a:path w="762000" h="114300">
                <a:moveTo>
                  <a:pt x="762000" y="38100"/>
                </a:moveTo>
                <a:lnTo>
                  <a:pt x="88900" y="38100"/>
                </a:lnTo>
                <a:lnTo>
                  <a:pt x="76200" y="57150"/>
                </a:lnTo>
                <a:lnTo>
                  <a:pt x="88900" y="76200"/>
                </a:lnTo>
                <a:lnTo>
                  <a:pt x="762000" y="76200"/>
                </a:lnTo>
                <a:lnTo>
                  <a:pt x="762000" y="38100"/>
                </a:lnTo>
                <a:close/>
              </a:path>
              <a:path w="762000" h="114300">
                <a:moveTo>
                  <a:pt x="88900" y="38100"/>
                </a:moveTo>
                <a:lnTo>
                  <a:pt x="76200" y="38100"/>
                </a:lnTo>
                <a:lnTo>
                  <a:pt x="76200" y="57150"/>
                </a:lnTo>
                <a:lnTo>
                  <a:pt x="88900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64" name="object 54"/>
          <p:cNvSpPr>
            <a:spLocks noChangeArrowheads="1"/>
          </p:cNvSpPr>
          <p:nvPr/>
        </p:nvSpPr>
        <p:spPr bwMode="auto">
          <a:xfrm>
            <a:off x="8640763" y="2378075"/>
            <a:ext cx="1274762" cy="319088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65" name="object 55"/>
          <p:cNvSpPr>
            <a:spLocks noChangeArrowheads="1"/>
          </p:cNvSpPr>
          <p:nvPr/>
        </p:nvSpPr>
        <p:spPr bwMode="auto">
          <a:xfrm>
            <a:off x="8640764" y="2630489"/>
            <a:ext cx="92075" cy="920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66" name="object 56"/>
          <p:cNvSpPr>
            <a:spLocks noChangeArrowheads="1"/>
          </p:cNvSpPr>
          <p:nvPr/>
        </p:nvSpPr>
        <p:spPr bwMode="auto">
          <a:xfrm>
            <a:off x="8686800" y="2457450"/>
            <a:ext cx="1066800" cy="114300"/>
          </a:xfrm>
          <a:custGeom>
            <a:avLst/>
            <a:gdLst>
              <a:gd name="T0" fmla="*/ 0 w 1066800"/>
              <a:gd name="T1" fmla="*/ 0 h 114300"/>
              <a:gd name="T2" fmla="*/ 1066800 w 1066800"/>
              <a:gd name="T3" fmla="*/ 114300 h 114300"/>
            </a:gdLst>
            <a:ahLst/>
            <a:cxnLst/>
            <a:rect l="T0" t="T1" r="T2" b="T3"/>
            <a:pathLst>
              <a:path w="1066800" h="114300">
                <a:moveTo>
                  <a:pt x="990600" y="57150"/>
                </a:moveTo>
                <a:lnTo>
                  <a:pt x="952500" y="114300"/>
                </a:lnTo>
                <a:lnTo>
                  <a:pt x="1028700" y="76200"/>
                </a:lnTo>
                <a:lnTo>
                  <a:pt x="990600" y="76200"/>
                </a:lnTo>
                <a:lnTo>
                  <a:pt x="990600" y="57150"/>
                </a:lnTo>
                <a:close/>
              </a:path>
              <a:path w="1066800" h="114300">
                <a:moveTo>
                  <a:pt x="9779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77900" y="76200"/>
                </a:lnTo>
                <a:lnTo>
                  <a:pt x="990600" y="57150"/>
                </a:lnTo>
                <a:lnTo>
                  <a:pt x="977900" y="38100"/>
                </a:lnTo>
                <a:close/>
              </a:path>
              <a:path w="1066800" h="114300">
                <a:moveTo>
                  <a:pt x="1028700" y="38100"/>
                </a:moveTo>
                <a:lnTo>
                  <a:pt x="990600" y="38100"/>
                </a:lnTo>
                <a:lnTo>
                  <a:pt x="990600" y="76200"/>
                </a:lnTo>
                <a:lnTo>
                  <a:pt x="1028700" y="76200"/>
                </a:lnTo>
                <a:lnTo>
                  <a:pt x="1066800" y="57150"/>
                </a:lnTo>
                <a:lnTo>
                  <a:pt x="1028700" y="38100"/>
                </a:lnTo>
                <a:close/>
              </a:path>
              <a:path w="1066800" h="114300">
                <a:moveTo>
                  <a:pt x="952500" y="0"/>
                </a:moveTo>
                <a:lnTo>
                  <a:pt x="990600" y="57150"/>
                </a:lnTo>
                <a:lnTo>
                  <a:pt x="990600" y="38100"/>
                </a:lnTo>
                <a:lnTo>
                  <a:pt x="1028700" y="38100"/>
                </a:lnTo>
                <a:lnTo>
                  <a:pt x="9525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" name="object 57"/>
          <p:cNvSpPr txBox="1"/>
          <p:nvPr/>
        </p:nvSpPr>
        <p:spPr>
          <a:xfrm>
            <a:off x="6677025" y="3511551"/>
            <a:ext cx="1263650" cy="492125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78740">
              <a:lnSpc>
                <a:spcPts val="1835"/>
              </a:lnSpc>
              <a:spcBef>
                <a:spcPts val="100"/>
              </a:spcBef>
              <a:defRPr/>
            </a:pPr>
            <a:r>
              <a:rPr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Excitation</a:t>
            </a:r>
            <a:endParaRPr>
              <a:latin typeface="Arial" panose="020B0604020202020204"/>
              <a:cs typeface="Arial" panose="020B0604020202020204"/>
            </a:endParaRPr>
          </a:p>
          <a:p>
            <a:pPr>
              <a:lnSpc>
                <a:spcPts val="1835"/>
              </a:lnSpc>
              <a:defRPr/>
            </a:pPr>
            <a:r>
              <a:rPr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Mechanism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2895600" y="228600"/>
            <a:ext cx="5613400" cy="622222"/>
          </a:xfrm>
        </p:spPr>
        <p:txBody>
          <a:bodyPr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b="1" spc="-5" dirty="0"/>
              <a:t>Construction of</a:t>
            </a:r>
            <a:r>
              <a:rPr b="1" spc="-70" dirty="0"/>
              <a:t> </a:t>
            </a:r>
            <a:r>
              <a:rPr b="1" dirty="0"/>
              <a:t>laser</a:t>
            </a:r>
            <a:endParaRPr b="1" dirty="0"/>
          </a:p>
        </p:txBody>
      </p:sp>
      <p:sp>
        <p:nvSpPr>
          <p:cNvPr id="5" name="object 3"/>
          <p:cNvSpPr txBox="1"/>
          <p:nvPr/>
        </p:nvSpPr>
        <p:spPr>
          <a:xfrm>
            <a:off x="2005012" y="947817"/>
            <a:ext cx="8029575" cy="3019425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355600" indent="-342900" algn="just">
              <a:spcBef>
                <a:spcPts val="100"/>
              </a:spcBef>
              <a:tabLst>
                <a:tab pos="41402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laser mainly requires three components for its operation: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spcBef>
                <a:spcPts val="100"/>
              </a:spcBef>
              <a:tabLst>
                <a:tab pos="41402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 algn="just">
              <a:spcBef>
                <a:spcPts val="100"/>
              </a:spcBef>
              <a:buFontTx/>
              <a:buAutoNum type="alphaLcParenBoth"/>
              <a:tabLst>
                <a:tab pos="41402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active medium in the form of a laser rod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 algn="just">
              <a:spcBef>
                <a:spcPts val="100"/>
              </a:spcBef>
              <a:buFontTx/>
              <a:buAutoNum type="alphaLcParenBoth"/>
              <a:tabLst>
                <a:tab pos="41402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pumping process to  produce population inversion between the energy  levels; and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 algn="just">
              <a:spcBef>
                <a:spcPts val="100"/>
              </a:spcBef>
              <a:buFontTx/>
              <a:buAutoNum type="alphaLcParenBoth"/>
              <a:tabLst>
                <a:tab pos="41402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resonant cavity containing the active medium  which serves to store the emitted radiation and provides feedback to maintain the coherence of the radiation.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2" name="Picture 5" descr="stock-vector-general-construction-of-a-ruby-pulsed-laser-1551952361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11223" r="4167" b="21487"/>
          <a:stretch>
            <a:fillRect/>
          </a:stretch>
        </p:blipFill>
        <p:spPr bwMode="auto">
          <a:xfrm>
            <a:off x="1690686" y="4177984"/>
            <a:ext cx="4267200" cy="226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6" descr="Main Laser Page - Makerworks Wik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1" y="4267200"/>
            <a:ext cx="432911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5CB3E4-C6DF-455C-98D0-A514F78C7EA0}" type="datetime2">
              <a:rPr lang="en-IN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5227-2A60-422B-9A48-28E403C249B0}" type="slidenum">
              <a:rPr lang="en-US" altLang="en-US" smtClean="0"/>
            </a:fld>
            <a:endParaRPr lang="en-US" altLang="en-US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1866900" y="258921"/>
            <a:ext cx="830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Components of all Lasers</a:t>
            </a:r>
            <a:endParaRPr lang="en-US" altLang="en-US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38200" y="1189925"/>
            <a:ext cx="1081278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just">
              <a:spcBef>
                <a:spcPct val="50000"/>
              </a:spcBef>
              <a:buFontTx/>
              <a:buAutoNum type="arabicPeriod"/>
            </a:pPr>
            <a:r>
              <a:rPr lang="en-US" altLang="en-US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Medium</a:t>
            </a:r>
            <a:r>
              <a:rPr lang="en-US" altLang="en-US" sz="1800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50000"/>
              </a:spcBef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active medium may be solid crystals such as ruby or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Nd:YAG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liquid dyes, gases like CO</a:t>
            </a:r>
            <a:r>
              <a:rPr lang="en-US" altLang="en-US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He:Ne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or semiconductors such as GaAs. Active mediums contain atoms whose electrons may be excited to a metastable energy level by an energy source.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algn="just">
              <a:spcBef>
                <a:spcPct val="50000"/>
              </a:spcBef>
              <a:buFontTx/>
              <a:buAutoNum type="arabicPeriod" startAt="2"/>
            </a:pPr>
            <a:r>
              <a:rPr lang="en-US" altLang="en-US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Excitation Mechanism: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50000"/>
              </a:spcBef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Excitation mechanisms pump energy into the active medium by one or more of three basic methods; optical, electrical or chemical.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algn="just">
              <a:spcBef>
                <a:spcPct val="50000"/>
              </a:spcBef>
              <a:buFontTx/>
              <a:buAutoNum type="arabicPeriod" startAt="3"/>
            </a:pPr>
            <a:r>
              <a:rPr lang="en-US" altLang="en-US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Optical Resonator: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50000"/>
              </a:spcBef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part of a laser, consisting of two mirrors, one highly reflective (100% reflection) and one partly reflective (less than 100% reflection), placed on either side of a laser pump. Amplified light bounces back and forth between the mirrors, enhancing stimulated emission within the pump, eventually being emitted through the partly reflective mirror.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700" y="190500"/>
            <a:ext cx="7391400" cy="655638"/>
          </a:xfrm>
        </p:spPr>
        <p:txBody>
          <a:bodyPr/>
          <a:lstStyle/>
          <a:p>
            <a:r>
              <a:rPr lang="en-IN" b="1" dirty="0"/>
              <a:t>Lasing Action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6476CC-D33A-49EC-8301-930FDB5536B7}" type="datetime2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sp>
        <p:nvSpPr>
          <p:cNvPr id="9" name="Rectangle 8"/>
          <p:cNvSpPr>
            <a:spLocks noGrp="1" noChangeArrowheads="1"/>
          </p:cNvSpPr>
          <p:nvPr/>
        </p:nvSpPr>
        <p:spPr bwMode="auto">
          <a:xfrm>
            <a:off x="2476500" y="1905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00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2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Grp="1" noChangeArrowheads="1"/>
          </p:cNvSpPr>
          <p:nvPr/>
        </p:nvSpPr>
        <p:spPr bwMode="auto">
          <a:xfrm>
            <a:off x="628650" y="990600"/>
            <a:ext cx="11007090" cy="4621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Font typeface="Wingdings" panose="05000000000000000000" pitchFamily="2" charset="2"/>
              <a:buAutoNum type="arabicPeriod"/>
            </a:pPr>
            <a:r>
              <a:rPr lang="en-US" altLang="en-US" sz="2000" b="1" dirty="0">
                <a:effectLst/>
                <a:latin typeface="Arial" panose="020B0604020202020204" pitchFamily="34" charset="0"/>
              </a:rPr>
              <a:t>Energy is applied to a medium raising electrons to an unstable energy level.</a:t>
            </a:r>
            <a:endParaRPr lang="en-US" altLang="en-US" sz="2000" b="1" dirty="0">
              <a:effectLst/>
              <a:latin typeface="Arial" panose="020B0604020202020204" pitchFamily="34" charset="0"/>
            </a:endParaRPr>
          </a:p>
          <a:p>
            <a:pPr marL="609600" indent="-609600" algn="just">
              <a:buFont typeface="Wingdings" panose="05000000000000000000" pitchFamily="2" charset="2"/>
              <a:buAutoNum type="arabicPeriod"/>
            </a:pPr>
            <a:r>
              <a:rPr lang="en-US" altLang="en-US" sz="2000" b="1" dirty="0">
                <a:effectLst/>
                <a:latin typeface="Arial" panose="020B0604020202020204" pitchFamily="34" charset="0"/>
              </a:rPr>
              <a:t>These atoms spontaneously decay to a relatively long-lived, lower energy, metastable state.</a:t>
            </a:r>
            <a:endParaRPr lang="en-US" altLang="en-US" sz="2000" b="1" dirty="0">
              <a:effectLst/>
              <a:latin typeface="Arial" panose="020B0604020202020204" pitchFamily="34" charset="0"/>
            </a:endParaRPr>
          </a:p>
          <a:p>
            <a:pPr marL="609600" indent="-609600" algn="just">
              <a:buFont typeface="Wingdings" panose="05000000000000000000" pitchFamily="2" charset="2"/>
              <a:buAutoNum type="arabicPeriod"/>
            </a:pPr>
            <a:r>
              <a:rPr lang="en-US" altLang="en-US" sz="2000" b="1" dirty="0">
                <a:effectLst/>
                <a:latin typeface="Arial" panose="020B0604020202020204" pitchFamily="34" charset="0"/>
              </a:rPr>
              <a:t>A population inversion is achieved when the majority of atoms have reached this metastable state.</a:t>
            </a:r>
            <a:endParaRPr lang="en-US" altLang="en-US" sz="2000" b="1" dirty="0">
              <a:effectLst/>
              <a:latin typeface="Arial" panose="020B0604020202020204" pitchFamily="34" charset="0"/>
            </a:endParaRPr>
          </a:p>
          <a:p>
            <a:pPr marL="609600" indent="-609600" algn="just">
              <a:buFont typeface="Wingdings" panose="05000000000000000000" pitchFamily="2" charset="2"/>
              <a:buAutoNum type="arabicPeriod"/>
            </a:pPr>
            <a:r>
              <a:rPr lang="en-US" altLang="en-US" sz="2000" b="1" dirty="0">
                <a:effectLst/>
                <a:latin typeface="Arial" panose="020B0604020202020204" pitchFamily="34" charset="0"/>
              </a:rPr>
              <a:t>Lasing action occurs when an electron spontaneously returns to its ground state and produces a photon.</a:t>
            </a:r>
            <a:endParaRPr lang="en-US" altLang="en-US" sz="2000" b="1" dirty="0">
              <a:effectLst/>
              <a:latin typeface="Arial" panose="020B0604020202020204" pitchFamily="34" charset="0"/>
            </a:endParaRPr>
          </a:p>
          <a:p>
            <a:pPr marL="609600" indent="-609600" algn="just">
              <a:buFont typeface="Wingdings" panose="05000000000000000000" pitchFamily="2" charset="2"/>
              <a:buAutoNum type="arabicPeriod"/>
            </a:pPr>
            <a:r>
              <a:rPr lang="en-US" altLang="en-US" sz="2000" b="1" dirty="0">
                <a:effectLst/>
                <a:latin typeface="Arial" panose="020B0604020202020204" pitchFamily="34" charset="0"/>
              </a:rPr>
              <a:t>If the energy from this photon is of the precise wavelength, it will stimulate the production of another photon of the same wavelength and resulting in a cascading effect.</a:t>
            </a:r>
            <a:endParaRPr lang="en-US" altLang="en-US" sz="2000" b="1" dirty="0">
              <a:effectLst/>
              <a:latin typeface="Arial" panose="020B0604020202020204" pitchFamily="34" charset="0"/>
            </a:endParaRPr>
          </a:p>
          <a:p>
            <a:pPr marL="609600" indent="-609600" algn="just">
              <a:buFont typeface="Wingdings" panose="05000000000000000000" pitchFamily="2" charset="2"/>
              <a:buAutoNum type="arabicPeriod"/>
            </a:pPr>
            <a:r>
              <a:rPr lang="en-US" altLang="en-US" sz="2000" b="1" dirty="0">
                <a:effectLst/>
                <a:latin typeface="Arial" panose="020B0604020202020204" pitchFamily="34" charset="0"/>
              </a:rPr>
              <a:t>The highly reflective mirror and partially reflective mirror continue the reaction by directing photons back through the medium along the long axis of the laser.</a:t>
            </a:r>
            <a:endParaRPr lang="en-US" altLang="en-US" sz="2000" b="1" dirty="0">
              <a:effectLst/>
              <a:latin typeface="Arial" panose="020B0604020202020204" pitchFamily="34" charset="0"/>
            </a:endParaRPr>
          </a:p>
          <a:p>
            <a:pPr marL="609600" indent="-609600" algn="just">
              <a:buFont typeface="Wingdings" panose="05000000000000000000" pitchFamily="2" charset="2"/>
              <a:buAutoNum type="arabicPeriod"/>
            </a:pPr>
            <a:r>
              <a:rPr lang="en-US" altLang="en-US" sz="2000" b="1" dirty="0">
                <a:effectLst/>
                <a:latin typeface="Arial" panose="020B0604020202020204" pitchFamily="34" charset="0"/>
              </a:rPr>
              <a:t>The partially reflective mirror allows the transmission of a small amount of coherent radiation that we observe as the “beam”.</a:t>
            </a:r>
            <a:endParaRPr lang="en-US" altLang="en-US" sz="2000" b="1" dirty="0">
              <a:effectLst/>
              <a:latin typeface="Arial" panose="020B0604020202020204" pitchFamily="34" charset="0"/>
            </a:endParaRPr>
          </a:p>
          <a:p>
            <a:pPr marL="609600" indent="-609600" algn="just">
              <a:buFont typeface="Wingdings" panose="05000000000000000000" pitchFamily="2" charset="2"/>
              <a:buAutoNum type="arabicPeriod"/>
            </a:pPr>
            <a:r>
              <a:rPr lang="en-US" altLang="en-US" sz="2000" b="1" dirty="0">
                <a:effectLst/>
                <a:latin typeface="Arial" panose="020B0604020202020204" pitchFamily="34" charset="0"/>
              </a:rPr>
              <a:t>Laser radiation will continue as long as energy is applied to the lasing medium.</a:t>
            </a:r>
            <a:endParaRPr lang="en-US" altLang="en-US" sz="2000" b="1" dirty="0"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>
            <a:spLocks noGrp="1"/>
          </p:cNvSpPr>
          <p:nvPr>
            <p:ph type="title"/>
          </p:nvPr>
        </p:nvSpPr>
        <p:spPr>
          <a:xfrm>
            <a:off x="4381500" y="188779"/>
            <a:ext cx="7391400" cy="655638"/>
          </a:xfrm>
        </p:spPr>
        <p:txBody>
          <a:bodyPr/>
          <a:lstStyle/>
          <a:p>
            <a:r>
              <a:rPr lang="en-US" sz="3600" b="1" dirty="0"/>
              <a:t>Types of Resonator</a:t>
            </a:r>
            <a:endParaRPr lang="en-US" sz="3600" b="1" dirty="0"/>
          </a:p>
        </p:txBody>
      </p:sp>
      <p:sp>
        <p:nvSpPr>
          <p:cNvPr id="137" name="Date Placeholder 3"/>
          <p:cNvSpPr>
            <a:spLocks noGrp="1"/>
          </p:cNvSpPr>
          <p:nvPr>
            <p:ph type="dt" sz="half" idx="10"/>
          </p:nvPr>
        </p:nvSpPr>
        <p:spPr>
          <a:xfrm>
            <a:off x="1981200" y="6416676"/>
            <a:ext cx="21336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78FE6F34-74F6-4052-9741-2BBA37BF3ED7}" type="datetime2">
              <a:rPr lang="en-IN" smtClean="0"/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648200" y="6416676"/>
            <a:ext cx="2895600" cy="365125"/>
          </a:xfrm>
        </p:spPr>
        <p:txBody>
          <a:bodyPr anchor="ctr">
            <a:normAutofit lnSpcReduction="10000"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16676"/>
            <a:ext cx="2133600" cy="365125"/>
          </a:xfrm>
        </p:spPr>
        <p:txBody>
          <a:bodyPr wrap="square" anchor="ctr">
            <a:normAutofit lnSpcReduction="10000"/>
          </a:bodyPr>
          <a:lstStyle/>
          <a:p>
            <a:pPr>
              <a:spcAft>
                <a:spcPts val="600"/>
              </a:spcAft>
              <a:defRPr/>
            </a:pPr>
            <a:fld id="{185D37C8-2326-4A9B-A331-E941F8499E7C}" type="slidenum">
              <a:rPr lang="en-US" smtClean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844417"/>
            <a:ext cx="3383158" cy="5572259"/>
          </a:xfrm>
          <a:prstGeom prst="rect">
            <a:avLst/>
          </a:prstGeom>
        </p:spPr>
      </p:pic>
      <p:pic>
        <p:nvPicPr>
          <p:cNvPr id="4" name="Picture 3" descr="G:\mirror_e0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45680" y="844417"/>
            <a:ext cx="259080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G:\mirror_e0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45680" y="3630546"/>
            <a:ext cx="247269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49C696-6E61-47F1-B95A-E2B8D27D5423}" type="datetime2">
              <a:rPr lang="en-IN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5227-2A60-422B-9A48-28E403C249B0}" type="slidenum">
              <a:rPr lang="en-US" altLang="en-US" smtClean="0"/>
            </a:fld>
            <a:endParaRPr lang="en-US" alt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38200" y="1108711"/>
            <a:ext cx="9144000" cy="456025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achieving population inversion is called Pumping i.e. sending the atoms from lower   energy state to higher energy state.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PUMPING :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 3" panose="05040102010807070707" pitchFamily="18" charset="2"/>
              <a:buAutoNum type="arabicPeriod"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pumping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 3" panose="05040102010807070707" pitchFamily="18" charset="2"/>
              <a:buAutoNum type="arabicPeriod"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pumping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 3" panose="05040102010807070707" pitchFamily="18" charset="2"/>
              <a:buAutoNum type="arabicPeriod"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X-ray pumping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 3" panose="05040102010807070707" pitchFamily="18" charset="2"/>
              <a:buAutoNum type="arabicPeriod"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Chemical pumping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2"/>
          <p:cNvSpPr txBox="1"/>
          <p:nvPr/>
        </p:nvSpPr>
        <p:spPr>
          <a:xfrm>
            <a:off x="1752600" y="159386"/>
            <a:ext cx="8229600" cy="68579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PUMPING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F254-03A5-4C2E-AEEF-A0A65243B33B}" type="slidenum">
              <a:rPr lang="en-US" altLang="en-US"/>
            </a:fld>
            <a:endParaRPr lang="en-US" alt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0" y="299032"/>
            <a:ext cx="7772400" cy="691568"/>
          </a:xfrm>
        </p:spPr>
        <p:txBody>
          <a:bodyPr/>
          <a:lstStyle/>
          <a:p>
            <a:r>
              <a:rPr lang="en-US" altLang="en-US" b="1" dirty="0">
                <a:latin typeface="Comic Sans MS" panose="030F0702030302020204" pitchFamily="66" charset="0"/>
              </a:rPr>
              <a:t>Lasing Action Diagram</a:t>
            </a:r>
            <a:endParaRPr lang="en-US" altLang="en-US" b="1" dirty="0">
              <a:latin typeface="Comic Sans MS" panose="030F0702030302020204" pitchFamily="66" charset="0"/>
            </a:endParaRPr>
          </a:p>
        </p:txBody>
      </p:sp>
      <p:sp>
        <p:nvSpPr>
          <p:cNvPr id="34826" name="Text Box 10"/>
          <p:cNvSpPr txBox="1">
            <a:spLocks noChangeArrowheads="1"/>
          </p:cNvSpPr>
          <p:nvPr/>
        </p:nvSpPr>
        <p:spPr bwMode="auto">
          <a:xfrm rot="-10800000">
            <a:off x="1677963" y="2895601"/>
            <a:ext cx="1154162" cy="228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0000FF"/>
                </a:solidFill>
                <a:latin typeface="Comic Sans MS" panose="030F0702030302020204" pitchFamily="66" charset="0"/>
              </a:rPr>
              <a:t>Energy Introduction</a:t>
            </a:r>
            <a:endParaRPr lang="en-US" altLang="en-US" b="1" dirty="0">
              <a:solidFill>
                <a:srgbClr val="0000FF"/>
              </a:solidFill>
              <a:latin typeface="Comic Sans MS" panose="030F0702030302020204" pitchFamily="66" charset="0"/>
            </a:endParaRPr>
          </a:p>
          <a:p>
            <a:pPr>
              <a:spcBef>
                <a:spcPct val="50000"/>
              </a:spcBef>
            </a:pPr>
            <a:endParaRPr lang="en-US" altLang="en-US" b="1" dirty="0">
              <a:solidFill>
                <a:srgbClr val="0000FF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2438400" y="2133600"/>
            <a:ext cx="0" cy="411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>
            <a:off x="2438400" y="6248400"/>
            <a:ext cx="5562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3505200" y="5791200"/>
            <a:ext cx="2667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Ground State</a:t>
            </a:r>
            <a:endParaRPr lang="en-US" altLang="en-US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>
            <a:off x="2971800" y="2133600"/>
            <a:ext cx="4800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 dirty="0"/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3733800" y="1676400"/>
            <a:ext cx="2667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Excited State</a:t>
            </a:r>
            <a:endParaRPr lang="en-US" altLang="en-US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3352800" y="3657600"/>
            <a:ext cx="4648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4495800" y="3200400"/>
            <a:ext cx="2971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Metastable State</a:t>
            </a:r>
            <a:endParaRPr lang="en-US" altLang="en-US" b="1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34848" name="Line 32"/>
          <p:cNvSpPr>
            <a:spLocks noChangeShapeType="1"/>
          </p:cNvSpPr>
          <p:nvPr/>
        </p:nvSpPr>
        <p:spPr bwMode="auto">
          <a:xfrm>
            <a:off x="3505200" y="2209800"/>
            <a:ext cx="838200" cy="1371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4849" name="Line 33"/>
          <p:cNvSpPr>
            <a:spLocks noChangeShapeType="1"/>
          </p:cNvSpPr>
          <p:nvPr/>
        </p:nvSpPr>
        <p:spPr bwMode="auto">
          <a:xfrm flipH="1">
            <a:off x="5715000" y="3733800"/>
            <a:ext cx="609600" cy="2438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34850" name="Text Box 34"/>
          <p:cNvSpPr txBox="1">
            <a:spLocks noChangeArrowheads="1"/>
          </p:cNvSpPr>
          <p:nvPr/>
        </p:nvSpPr>
        <p:spPr bwMode="auto">
          <a:xfrm>
            <a:off x="6400800" y="2307122"/>
            <a:ext cx="2286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chemeClr val="bg2">
                    <a:lumMod val="25000"/>
                  </a:schemeClr>
                </a:solidFill>
                <a:latin typeface="Comic Sans MS" panose="030F0702030302020204" pitchFamily="66" charset="0"/>
              </a:rPr>
              <a:t>Spontaneous Energy Emission</a:t>
            </a:r>
            <a:endParaRPr lang="en-US" altLang="en-US" b="1" dirty="0">
              <a:solidFill>
                <a:schemeClr val="bg2">
                  <a:lumMod val="25000"/>
                </a:schemeClr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34853" name="Group 37"/>
          <p:cNvGrpSpPr/>
          <p:nvPr/>
        </p:nvGrpSpPr>
        <p:grpSpPr bwMode="auto">
          <a:xfrm>
            <a:off x="6324600" y="3886201"/>
            <a:ext cx="4267200" cy="1649413"/>
            <a:chOff x="3360" y="2400"/>
            <a:chExt cx="2688" cy="1039"/>
          </a:xfrm>
        </p:grpSpPr>
        <p:grpSp>
          <p:nvGrpSpPr>
            <p:cNvPr id="34847" name="Group 31"/>
            <p:cNvGrpSpPr/>
            <p:nvPr/>
          </p:nvGrpSpPr>
          <p:grpSpPr bwMode="auto">
            <a:xfrm>
              <a:off x="3360" y="2400"/>
              <a:ext cx="1008" cy="1039"/>
              <a:chOff x="1776" y="2496"/>
              <a:chExt cx="1008" cy="1039"/>
            </a:xfrm>
          </p:grpSpPr>
          <p:pic>
            <p:nvPicPr>
              <p:cNvPr id="34844" name="Picture 28"/>
              <p:cNvPicPr>
                <a:picLocks noChangeAspect="1" noChangeArrowheads="1"/>
              </p:cNvPicPr>
              <p:nvPr/>
            </p:nvPicPr>
            <p:blipFill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6" y="3072"/>
                <a:ext cx="1008" cy="4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845" name="Picture 29"/>
              <p:cNvPicPr>
                <a:picLocks noChangeAspect="1" noChangeArrowheads="1"/>
              </p:cNvPicPr>
              <p:nvPr/>
            </p:nvPicPr>
            <p:blipFill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6" y="2784"/>
                <a:ext cx="1008" cy="4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846" name="Picture 30"/>
              <p:cNvPicPr>
                <a:picLocks noChangeAspect="1" noChangeArrowheads="1"/>
              </p:cNvPicPr>
              <p:nvPr/>
            </p:nvPicPr>
            <p:blipFill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6" y="2496"/>
                <a:ext cx="1008" cy="4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4851" name="Text Box 35"/>
            <p:cNvSpPr txBox="1">
              <a:spLocks noChangeArrowheads="1"/>
            </p:cNvSpPr>
            <p:nvPr/>
          </p:nvSpPr>
          <p:spPr bwMode="auto">
            <a:xfrm>
              <a:off x="4368" y="2592"/>
              <a:ext cx="168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Stimulated Emission of Radiation</a:t>
              </a:r>
              <a:endParaRPr lang="en-US" altLang="en-US" b="1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21" name="Text Box 34"/>
          <p:cNvSpPr txBox="1">
            <a:spLocks noChangeArrowheads="1"/>
          </p:cNvSpPr>
          <p:nvPr/>
        </p:nvSpPr>
        <p:spPr bwMode="auto">
          <a:xfrm>
            <a:off x="4114800" y="2331237"/>
            <a:ext cx="2286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chemeClr val="bg2">
                    <a:lumMod val="25000"/>
                  </a:schemeClr>
                </a:solidFill>
                <a:latin typeface="Comic Sans MS" panose="030F0702030302020204" pitchFamily="66" charset="0"/>
              </a:rPr>
              <a:t>Non-Radiative Transition</a:t>
            </a:r>
            <a:endParaRPr lang="en-US" altLang="en-US" b="1" dirty="0">
              <a:solidFill>
                <a:schemeClr val="bg2">
                  <a:lumMod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Text Box 35"/>
          <p:cNvSpPr txBox="1">
            <a:spLocks noChangeArrowheads="1"/>
          </p:cNvSpPr>
          <p:nvPr/>
        </p:nvSpPr>
        <p:spPr bwMode="auto">
          <a:xfrm rot="17016876">
            <a:off x="4694668" y="4346611"/>
            <a:ext cx="1449295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Radiative</a:t>
            </a:r>
            <a:endParaRPr lang="en-US" altLang="en-US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Transition</a:t>
            </a:r>
            <a:endParaRPr lang="en-US" altLang="en-US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57166B-2F84-4C2C-85C7-5E28C93E8C9B}" type="datetime2">
              <a:rPr lang="en-IN" smtClean="0"/>
            </a:fld>
            <a:endParaRPr 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6" grpId="0" autoUpdateAnimBg="0"/>
      <p:bldP spid="34829" grpId="0" autoUpdateAnimBg="0"/>
      <p:bldP spid="34832" grpId="0" autoUpdateAnimBg="0"/>
      <p:bldP spid="34834" grpId="0" autoUpdateAnimBg="0"/>
      <p:bldP spid="34850" grpId="0" autoUpdateAnimBg="0"/>
      <p:bldP spid="21" grpId="0" autoUpdateAnimBg="0"/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http://www.shorelaser.com/Images/EssentialLaserParts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57200"/>
            <a:ext cx="80010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490E82-47A3-44C0-8657-C4C3EDE7FAC3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7170"/>
            <a:ext cx="9140190" cy="6139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3416300" y="2882900"/>
            <a:ext cx="5308600" cy="2374900"/>
          </a:xfrm>
          <a:prstGeom prst="rect">
            <a:avLst/>
          </a:prstGeom>
          <a:solidFill>
            <a:srgbClr val="FF99FF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60" name="Slide Number Placeholder 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8C7C9D-F490-4541-A877-C34F04104A1E}" type="slidenum">
              <a:rPr lang="en-US" smtClean="0"/>
            </a:fld>
            <a:endParaRPr lang="en-US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 fontScale="9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Click to edit Master title style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505326" y="3300414"/>
            <a:ext cx="1012825" cy="1538287"/>
            <a:chOff x="1376" y="2191"/>
            <a:chExt cx="638" cy="969"/>
          </a:xfrm>
        </p:grpSpPr>
        <p:sp>
          <p:nvSpPr>
            <p:cNvPr id="51258" name="Freeform 5"/>
            <p:cNvSpPr/>
            <p:nvPr/>
          </p:nvSpPr>
          <p:spPr bwMode="auto">
            <a:xfrm>
              <a:off x="1376" y="2191"/>
              <a:ext cx="638" cy="296"/>
            </a:xfrm>
            <a:custGeom>
              <a:avLst/>
              <a:gdLst>
                <a:gd name="T0" fmla="*/ 0 w 2598"/>
                <a:gd name="T1" fmla="*/ 0 h 1998"/>
                <a:gd name="T2" fmla="*/ 0 w 2598"/>
                <a:gd name="T3" fmla="*/ 0 h 1998"/>
                <a:gd name="T4" fmla="*/ 0 w 2598"/>
                <a:gd name="T5" fmla="*/ 0 h 1998"/>
                <a:gd name="T6" fmla="*/ 0 w 2598"/>
                <a:gd name="T7" fmla="*/ 0 h 1998"/>
                <a:gd name="T8" fmla="*/ 0 w 2598"/>
                <a:gd name="T9" fmla="*/ 0 h 1998"/>
                <a:gd name="T10" fmla="*/ 0 w 2598"/>
                <a:gd name="T11" fmla="*/ 0 h 1998"/>
                <a:gd name="T12" fmla="*/ 0 w 2598"/>
                <a:gd name="T13" fmla="*/ 0 h 1998"/>
                <a:gd name="T14" fmla="*/ 0 w 2598"/>
                <a:gd name="T15" fmla="*/ 0 h 1998"/>
                <a:gd name="T16" fmla="*/ 0 w 2598"/>
                <a:gd name="T17" fmla="*/ 0 h 1998"/>
                <a:gd name="T18" fmla="*/ 0 w 2598"/>
                <a:gd name="T19" fmla="*/ 0 h 1998"/>
                <a:gd name="T20" fmla="*/ 0 w 2598"/>
                <a:gd name="T21" fmla="*/ 0 h 1998"/>
                <a:gd name="T22" fmla="*/ 0 w 2598"/>
                <a:gd name="T23" fmla="*/ 0 h 1998"/>
                <a:gd name="T24" fmla="*/ 0 w 2598"/>
                <a:gd name="T25" fmla="*/ 0 h 1998"/>
                <a:gd name="T26" fmla="*/ 0 w 2598"/>
                <a:gd name="T27" fmla="*/ 0 h 1998"/>
                <a:gd name="T28" fmla="*/ 0 w 2598"/>
                <a:gd name="T29" fmla="*/ 0 h 1998"/>
                <a:gd name="T30" fmla="*/ 0 w 2598"/>
                <a:gd name="T31" fmla="*/ 0 h 1998"/>
                <a:gd name="T32" fmla="*/ 0 w 2598"/>
                <a:gd name="T33" fmla="*/ 0 h 1998"/>
                <a:gd name="T34" fmla="*/ 0 w 2598"/>
                <a:gd name="T35" fmla="*/ 0 h 1998"/>
                <a:gd name="T36" fmla="*/ 0 w 2598"/>
                <a:gd name="T37" fmla="*/ 0 h 1998"/>
                <a:gd name="T38" fmla="*/ 0 w 2598"/>
                <a:gd name="T39" fmla="*/ 0 h 1998"/>
                <a:gd name="T40" fmla="*/ 0 w 2598"/>
                <a:gd name="T41" fmla="*/ 0 h 1998"/>
                <a:gd name="T42" fmla="*/ 0 w 2598"/>
                <a:gd name="T43" fmla="*/ 0 h 1998"/>
                <a:gd name="T44" fmla="*/ 0 w 2598"/>
                <a:gd name="T45" fmla="*/ 0 h 1998"/>
                <a:gd name="T46" fmla="*/ 0 w 2598"/>
                <a:gd name="T47" fmla="*/ 0 h 1998"/>
                <a:gd name="T48" fmla="*/ 0 w 2598"/>
                <a:gd name="T49" fmla="*/ 0 h 1998"/>
                <a:gd name="T50" fmla="*/ 0 w 2598"/>
                <a:gd name="T51" fmla="*/ 0 h 1998"/>
                <a:gd name="T52" fmla="*/ 0 w 2598"/>
                <a:gd name="T53" fmla="*/ 0 h 1998"/>
                <a:gd name="T54" fmla="*/ 0 w 2598"/>
                <a:gd name="T55" fmla="*/ 0 h 1998"/>
                <a:gd name="T56" fmla="*/ 0 w 2598"/>
                <a:gd name="T57" fmla="*/ 0 h 1998"/>
                <a:gd name="T58" fmla="*/ 0 w 2598"/>
                <a:gd name="T59" fmla="*/ 0 h 1998"/>
                <a:gd name="T60" fmla="*/ 0 w 2598"/>
                <a:gd name="T61" fmla="*/ 0 h 1998"/>
                <a:gd name="T62" fmla="*/ 0 w 2598"/>
                <a:gd name="T63" fmla="*/ 0 h 1998"/>
                <a:gd name="T64" fmla="*/ 0 w 2598"/>
                <a:gd name="T65" fmla="*/ 0 h 1998"/>
                <a:gd name="T66" fmla="*/ 0 w 2598"/>
                <a:gd name="T67" fmla="*/ 0 h 1998"/>
                <a:gd name="T68" fmla="*/ 0 w 2598"/>
                <a:gd name="T69" fmla="*/ 0 h 1998"/>
                <a:gd name="T70" fmla="*/ 0 w 2598"/>
                <a:gd name="T71" fmla="*/ 0 h 1998"/>
                <a:gd name="T72" fmla="*/ 0 w 2598"/>
                <a:gd name="T73" fmla="*/ 0 h 1998"/>
                <a:gd name="T74" fmla="*/ 0 w 2598"/>
                <a:gd name="T75" fmla="*/ 0 h 1998"/>
                <a:gd name="T76" fmla="*/ 0 w 2598"/>
                <a:gd name="T77" fmla="*/ 0 h 1998"/>
                <a:gd name="T78" fmla="*/ 0 w 2598"/>
                <a:gd name="T79" fmla="*/ 0 h 1998"/>
                <a:gd name="T80" fmla="*/ 0 w 2598"/>
                <a:gd name="T81" fmla="*/ 0 h 1998"/>
                <a:gd name="T82" fmla="*/ 0 w 2598"/>
                <a:gd name="T83" fmla="*/ 0 h 1998"/>
                <a:gd name="T84" fmla="*/ 0 w 2598"/>
                <a:gd name="T85" fmla="*/ 0 h 1998"/>
                <a:gd name="T86" fmla="*/ 0 w 2598"/>
                <a:gd name="T87" fmla="*/ 0 h 1998"/>
                <a:gd name="T88" fmla="*/ 0 w 2598"/>
                <a:gd name="T89" fmla="*/ 0 h 1998"/>
                <a:gd name="T90" fmla="*/ 0 w 2598"/>
                <a:gd name="T91" fmla="*/ 0 h 1998"/>
                <a:gd name="T92" fmla="*/ 0 w 2598"/>
                <a:gd name="T93" fmla="*/ 0 h 1998"/>
                <a:gd name="T94" fmla="*/ 0 w 2598"/>
                <a:gd name="T95" fmla="*/ 0 h 1998"/>
                <a:gd name="T96" fmla="*/ 0 w 2598"/>
                <a:gd name="T97" fmla="*/ 0 h 1998"/>
                <a:gd name="T98" fmla="*/ 0 w 2598"/>
                <a:gd name="T99" fmla="*/ 0 h 1998"/>
                <a:gd name="T100" fmla="*/ 0 w 2598"/>
                <a:gd name="T101" fmla="*/ 0 h 1998"/>
                <a:gd name="T102" fmla="*/ 0 w 2598"/>
                <a:gd name="T103" fmla="*/ 0 h 1998"/>
                <a:gd name="T104" fmla="*/ 0 w 2598"/>
                <a:gd name="T105" fmla="*/ 0 h 1998"/>
                <a:gd name="T106" fmla="*/ 0 w 2598"/>
                <a:gd name="T107" fmla="*/ 0 h 1998"/>
                <a:gd name="T108" fmla="*/ 0 w 2598"/>
                <a:gd name="T109" fmla="*/ 0 h 1998"/>
                <a:gd name="T110" fmla="*/ 0 w 2598"/>
                <a:gd name="T111" fmla="*/ 0 h 1998"/>
                <a:gd name="T112" fmla="*/ 0 w 2598"/>
                <a:gd name="T113" fmla="*/ 0 h 199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598"/>
                <a:gd name="T172" fmla="*/ 0 h 1998"/>
                <a:gd name="T173" fmla="*/ 2598 w 2598"/>
                <a:gd name="T174" fmla="*/ 1998 h 199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598" h="1998">
                  <a:moveTo>
                    <a:pt x="0" y="1026"/>
                  </a:moveTo>
                  <a:lnTo>
                    <a:pt x="6" y="1026"/>
                  </a:lnTo>
                  <a:lnTo>
                    <a:pt x="12" y="1026"/>
                  </a:lnTo>
                  <a:lnTo>
                    <a:pt x="18" y="1026"/>
                  </a:lnTo>
                  <a:lnTo>
                    <a:pt x="24" y="1026"/>
                  </a:lnTo>
                  <a:lnTo>
                    <a:pt x="30" y="1026"/>
                  </a:lnTo>
                  <a:lnTo>
                    <a:pt x="36" y="1026"/>
                  </a:lnTo>
                  <a:lnTo>
                    <a:pt x="48" y="1020"/>
                  </a:lnTo>
                  <a:lnTo>
                    <a:pt x="54" y="1020"/>
                  </a:lnTo>
                  <a:lnTo>
                    <a:pt x="60" y="1020"/>
                  </a:lnTo>
                  <a:lnTo>
                    <a:pt x="66" y="1020"/>
                  </a:lnTo>
                  <a:lnTo>
                    <a:pt x="72" y="1020"/>
                  </a:lnTo>
                  <a:lnTo>
                    <a:pt x="78" y="1020"/>
                  </a:lnTo>
                  <a:lnTo>
                    <a:pt x="84" y="1020"/>
                  </a:lnTo>
                  <a:lnTo>
                    <a:pt x="90" y="1020"/>
                  </a:lnTo>
                  <a:lnTo>
                    <a:pt x="96" y="1020"/>
                  </a:lnTo>
                  <a:lnTo>
                    <a:pt x="102" y="1020"/>
                  </a:lnTo>
                  <a:lnTo>
                    <a:pt x="108" y="1020"/>
                  </a:lnTo>
                  <a:lnTo>
                    <a:pt x="114" y="1020"/>
                  </a:lnTo>
                  <a:lnTo>
                    <a:pt x="126" y="1020"/>
                  </a:lnTo>
                  <a:lnTo>
                    <a:pt x="132" y="1026"/>
                  </a:lnTo>
                  <a:lnTo>
                    <a:pt x="138" y="1026"/>
                  </a:lnTo>
                  <a:lnTo>
                    <a:pt x="144" y="1026"/>
                  </a:lnTo>
                  <a:lnTo>
                    <a:pt x="150" y="1026"/>
                  </a:lnTo>
                  <a:lnTo>
                    <a:pt x="156" y="1026"/>
                  </a:lnTo>
                  <a:lnTo>
                    <a:pt x="162" y="1026"/>
                  </a:lnTo>
                  <a:lnTo>
                    <a:pt x="168" y="1026"/>
                  </a:lnTo>
                  <a:lnTo>
                    <a:pt x="174" y="1026"/>
                  </a:lnTo>
                  <a:lnTo>
                    <a:pt x="180" y="1026"/>
                  </a:lnTo>
                  <a:lnTo>
                    <a:pt x="186" y="1026"/>
                  </a:lnTo>
                  <a:lnTo>
                    <a:pt x="192" y="1026"/>
                  </a:lnTo>
                  <a:lnTo>
                    <a:pt x="204" y="1026"/>
                  </a:lnTo>
                  <a:lnTo>
                    <a:pt x="210" y="1026"/>
                  </a:lnTo>
                  <a:lnTo>
                    <a:pt x="216" y="1026"/>
                  </a:lnTo>
                  <a:lnTo>
                    <a:pt x="222" y="1020"/>
                  </a:lnTo>
                  <a:lnTo>
                    <a:pt x="228" y="1020"/>
                  </a:lnTo>
                  <a:lnTo>
                    <a:pt x="234" y="1020"/>
                  </a:lnTo>
                  <a:lnTo>
                    <a:pt x="240" y="1020"/>
                  </a:lnTo>
                  <a:lnTo>
                    <a:pt x="246" y="1020"/>
                  </a:lnTo>
                  <a:lnTo>
                    <a:pt x="252" y="1020"/>
                  </a:lnTo>
                  <a:lnTo>
                    <a:pt x="258" y="1020"/>
                  </a:lnTo>
                  <a:lnTo>
                    <a:pt x="264" y="1020"/>
                  </a:lnTo>
                  <a:lnTo>
                    <a:pt x="270" y="1020"/>
                  </a:lnTo>
                  <a:lnTo>
                    <a:pt x="282" y="1020"/>
                  </a:lnTo>
                  <a:lnTo>
                    <a:pt x="288" y="1020"/>
                  </a:lnTo>
                  <a:lnTo>
                    <a:pt x="294" y="1020"/>
                  </a:lnTo>
                  <a:lnTo>
                    <a:pt x="300" y="1020"/>
                  </a:lnTo>
                  <a:lnTo>
                    <a:pt x="306" y="1026"/>
                  </a:lnTo>
                  <a:lnTo>
                    <a:pt x="312" y="1026"/>
                  </a:lnTo>
                  <a:lnTo>
                    <a:pt x="318" y="1026"/>
                  </a:lnTo>
                  <a:lnTo>
                    <a:pt x="324" y="1026"/>
                  </a:lnTo>
                  <a:lnTo>
                    <a:pt x="330" y="1026"/>
                  </a:lnTo>
                  <a:lnTo>
                    <a:pt x="336" y="1026"/>
                  </a:lnTo>
                  <a:lnTo>
                    <a:pt x="342" y="1026"/>
                  </a:lnTo>
                  <a:lnTo>
                    <a:pt x="348" y="1026"/>
                  </a:lnTo>
                  <a:lnTo>
                    <a:pt x="360" y="1026"/>
                  </a:lnTo>
                  <a:lnTo>
                    <a:pt x="366" y="1026"/>
                  </a:lnTo>
                  <a:lnTo>
                    <a:pt x="372" y="1026"/>
                  </a:lnTo>
                  <a:lnTo>
                    <a:pt x="378" y="1026"/>
                  </a:lnTo>
                  <a:lnTo>
                    <a:pt x="384" y="1026"/>
                  </a:lnTo>
                  <a:lnTo>
                    <a:pt x="390" y="1020"/>
                  </a:lnTo>
                  <a:lnTo>
                    <a:pt x="396" y="1020"/>
                  </a:lnTo>
                  <a:lnTo>
                    <a:pt x="402" y="1020"/>
                  </a:lnTo>
                  <a:lnTo>
                    <a:pt x="408" y="1020"/>
                  </a:lnTo>
                  <a:lnTo>
                    <a:pt x="414" y="1020"/>
                  </a:lnTo>
                  <a:lnTo>
                    <a:pt x="420" y="1014"/>
                  </a:lnTo>
                  <a:lnTo>
                    <a:pt x="426" y="1014"/>
                  </a:lnTo>
                  <a:lnTo>
                    <a:pt x="438" y="1014"/>
                  </a:lnTo>
                  <a:lnTo>
                    <a:pt x="444" y="1014"/>
                  </a:lnTo>
                  <a:lnTo>
                    <a:pt x="450" y="1014"/>
                  </a:lnTo>
                  <a:lnTo>
                    <a:pt x="456" y="1014"/>
                  </a:lnTo>
                  <a:lnTo>
                    <a:pt x="462" y="1020"/>
                  </a:lnTo>
                  <a:lnTo>
                    <a:pt x="468" y="1020"/>
                  </a:lnTo>
                  <a:lnTo>
                    <a:pt x="474" y="1020"/>
                  </a:lnTo>
                  <a:lnTo>
                    <a:pt x="480" y="1026"/>
                  </a:lnTo>
                  <a:lnTo>
                    <a:pt x="486" y="1026"/>
                  </a:lnTo>
                  <a:lnTo>
                    <a:pt x="492" y="1032"/>
                  </a:lnTo>
                  <a:lnTo>
                    <a:pt x="498" y="1032"/>
                  </a:lnTo>
                  <a:lnTo>
                    <a:pt x="504" y="1038"/>
                  </a:lnTo>
                  <a:lnTo>
                    <a:pt x="516" y="1038"/>
                  </a:lnTo>
                  <a:lnTo>
                    <a:pt x="522" y="1044"/>
                  </a:lnTo>
                  <a:lnTo>
                    <a:pt x="528" y="1044"/>
                  </a:lnTo>
                  <a:lnTo>
                    <a:pt x="534" y="1044"/>
                  </a:lnTo>
                  <a:lnTo>
                    <a:pt x="540" y="1038"/>
                  </a:lnTo>
                  <a:lnTo>
                    <a:pt x="546" y="1038"/>
                  </a:lnTo>
                  <a:lnTo>
                    <a:pt x="552" y="1032"/>
                  </a:lnTo>
                  <a:lnTo>
                    <a:pt x="558" y="1026"/>
                  </a:lnTo>
                  <a:lnTo>
                    <a:pt x="564" y="1020"/>
                  </a:lnTo>
                  <a:lnTo>
                    <a:pt x="570" y="1014"/>
                  </a:lnTo>
                  <a:lnTo>
                    <a:pt x="576" y="1008"/>
                  </a:lnTo>
                  <a:lnTo>
                    <a:pt x="582" y="996"/>
                  </a:lnTo>
                  <a:lnTo>
                    <a:pt x="594" y="990"/>
                  </a:lnTo>
                  <a:lnTo>
                    <a:pt x="600" y="984"/>
                  </a:lnTo>
                  <a:lnTo>
                    <a:pt x="606" y="978"/>
                  </a:lnTo>
                  <a:lnTo>
                    <a:pt x="612" y="978"/>
                  </a:lnTo>
                  <a:lnTo>
                    <a:pt x="618" y="978"/>
                  </a:lnTo>
                  <a:lnTo>
                    <a:pt x="624" y="984"/>
                  </a:lnTo>
                  <a:lnTo>
                    <a:pt x="630" y="990"/>
                  </a:lnTo>
                  <a:lnTo>
                    <a:pt x="636" y="996"/>
                  </a:lnTo>
                  <a:lnTo>
                    <a:pt x="642" y="1008"/>
                  </a:lnTo>
                  <a:lnTo>
                    <a:pt x="648" y="1026"/>
                  </a:lnTo>
                  <a:lnTo>
                    <a:pt x="654" y="1038"/>
                  </a:lnTo>
                  <a:lnTo>
                    <a:pt x="660" y="1056"/>
                  </a:lnTo>
                  <a:lnTo>
                    <a:pt x="666" y="1074"/>
                  </a:lnTo>
                  <a:lnTo>
                    <a:pt x="678" y="1086"/>
                  </a:lnTo>
                  <a:lnTo>
                    <a:pt x="684" y="1098"/>
                  </a:lnTo>
                  <a:lnTo>
                    <a:pt x="690" y="1110"/>
                  </a:lnTo>
                  <a:lnTo>
                    <a:pt x="696" y="1116"/>
                  </a:lnTo>
                  <a:lnTo>
                    <a:pt x="702" y="1116"/>
                  </a:lnTo>
                  <a:lnTo>
                    <a:pt x="708" y="1110"/>
                  </a:lnTo>
                  <a:lnTo>
                    <a:pt x="714" y="1098"/>
                  </a:lnTo>
                  <a:lnTo>
                    <a:pt x="720" y="1080"/>
                  </a:lnTo>
                  <a:lnTo>
                    <a:pt x="726" y="1056"/>
                  </a:lnTo>
                  <a:lnTo>
                    <a:pt x="732" y="1032"/>
                  </a:lnTo>
                  <a:lnTo>
                    <a:pt x="738" y="1002"/>
                  </a:lnTo>
                  <a:lnTo>
                    <a:pt x="744" y="966"/>
                  </a:lnTo>
                  <a:lnTo>
                    <a:pt x="756" y="936"/>
                  </a:lnTo>
                  <a:lnTo>
                    <a:pt x="762" y="906"/>
                  </a:lnTo>
                  <a:lnTo>
                    <a:pt x="768" y="882"/>
                  </a:lnTo>
                  <a:lnTo>
                    <a:pt x="774" y="864"/>
                  </a:lnTo>
                  <a:lnTo>
                    <a:pt x="780" y="852"/>
                  </a:lnTo>
                  <a:lnTo>
                    <a:pt x="786" y="846"/>
                  </a:lnTo>
                  <a:lnTo>
                    <a:pt x="792" y="858"/>
                  </a:lnTo>
                  <a:lnTo>
                    <a:pt x="798" y="876"/>
                  </a:lnTo>
                  <a:lnTo>
                    <a:pt x="804" y="906"/>
                  </a:lnTo>
                  <a:lnTo>
                    <a:pt x="810" y="942"/>
                  </a:lnTo>
                  <a:lnTo>
                    <a:pt x="816" y="990"/>
                  </a:lnTo>
                  <a:lnTo>
                    <a:pt x="822" y="1044"/>
                  </a:lnTo>
                  <a:lnTo>
                    <a:pt x="834" y="1098"/>
                  </a:lnTo>
                  <a:lnTo>
                    <a:pt x="840" y="1158"/>
                  </a:lnTo>
                  <a:lnTo>
                    <a:pt x="846" y="1212"/>
                  </a:lnTo>
                  <a:lnTo>
                    <a:pt x="852" y="1260"/>
                  </a:lnTo>
                  <a:lnTo>
                    <a:pt x="858" y="1296"/>
                  </a:lnTo>
                  <a:lnTo>
                    <a:pt x="864" y="1314"/>
                  </a:lnTo>
                  <a:lnTo>
                    <a:pt x="870" y="1326"/>
                  </a:lnTo>
                  <a:lnTo>
                    <a:pt x="876" y="1314"/>
                  </a:lnTo>
                  <a:lnTo>
                    <a:pt x="882" y="1284"/>
                  </a:lnTo>
                  <a:lnTo>
                    <a:pt x="888" y="1242"/>
                  </a:lnTo>
                  <a:lnTo>
                    <a:pt x="894" y="1182"/>
                  </a:lnTo>
                  <a:lnTo>
                    <a:pt x="900" y="1104"/>
                  </a:lnTo>
                  <a:lnTo>
                    <a:pt x="912" y="1020"/>
                  </a:lnTo>
                  <a:lnTo>
                    <a:pt x="918" y="930"/>
                  </a:lnTo>
                  <a:lnTo>
                    <a:pt x="924" y="840"/>
                  </a:lnTo>
                  <a:lnTo>
                    <a:pt x="930" y="750"/>
                  </a:lnTo>
                  <a:lnTo>
                    <a:pt x="936" y="672"/>
                  </a:lnTo>
                  <a:lnTo>
                    <a:pt x="942" y="612"/>
                  </a:lnTo>
                  <a:lnTo>
                    <a:pt x="948" y="570"/>
                  </a:lnTo>
                  <a:lnTo>
                    <a:pt x="954" y="558"/>
                  </a:lnTo>
                  <a:lnTo>
                    <a:pt x="960" y="564"/>
                  </a:lnTo>
                  <a:lnTo>
                    <a:pt x="966" y="600"/>
                  </a:lnTo>
                  <a:lnTo>
                    <a:pt x="972" y="666"/>
                  </a:lnTo>
                  <a:lnTo>
                    <a:pt x="978" y="750"/>
                  </a:lnTo>
                  <a:lnTo>
                    <a:pt x="990" y="858"/>
                  </a:lnTo>
                  <a:lnTo>
                    <a:pt x="996" y="984"/>
                  </a:lnTo>
                  <a:lnTo>
                    <a:pt x="1002" y="1116"/>
                  </a:lnTo>
                  <a:lnTo>
                    <a:pt x="1008" y="1248"/>
                  </a:lnTo>
                  <a:lnTo>
                    <a:pt x="1014" y="1380"/>
                  </a:lnTo>
                  <a:lnTo>
                    <a:pt x="1020" y="1494"/>
                  </a:lnTo>
                  <a:lnTo>
                    <a:pt x="1026" y="1584"/>
                  </a:lnTo>
                  <a:lnTo>
                    <a:pt x="1032" y="1650"/>
                  </a:lnTo>
                  <a:lnTo>
                    <a:pt x="1038" y="1680"/>
                  </a:lnTo>
                  <a:lnTo>
                    <a:pt x="1044" y="1674"/>
                  </a:lnTo>
                  <a:lnTo>
                    <a:pt x="1050" y="1632"/>
                  </a:lnTo>
                  <a:lnTo>
                    <a:pt x="1056" y="1554"/>
                  </a:lnTo>
                  <a:lnTo>
                    <a:pt x="1068" y="1440"/>
                  </a:lnTo>
                  <a:lnTo>
                    <a:pt x="1074" y="1296"/>
                  </a:lnTo>
                  <a:lnTo>
                    <a:pt x="1080" y="1134"/>
                  </a:lnTo>
                  <a:lnTo>
                    <a:pt x="1086" y="960"/>
                  </a:lnTo>
                  <a:lnTo>
                    <a:pt x="1092" y="780"/>
                  </a:lnTo>
                  <a:lnTo>
                    <a:pt x="1098" y="612"/>
                  </a:lnTo>
                  <a:lnTo>
                    <a:pt x="1104" y="456"/>
                  </a:lnTo>
                  <a:lnTo>
                    <a:pt x="1110" y="330"/>
                  </a:lnTo>
                  <a:lnTo>
                    <a:pt x="1116" y="240"/>
                  </a:lnTo>
                  <a:lnTo>
                    <a:pt x="1122" y="192"/>
                  </a:lnTo>
                  <a:lnTo>
                    <a:pt x="1128" y="186"/>
                  </a:lnTo>
                  <a:lnTo>
                    <a:pt x="1134" y="228"/>
                  </a:lnTo>
                  <a:lnTo>
                    <a:pt x="1146" y="318"/>
                  </a:lnTo>
                  <a:lnTo>
                    <a:pt x="1152" y="450"/>
                  </a:lnTo>
                  <a:lnTo>
                    <a:pt x="1158" y="618"/>
                  </a:lnTo>
                  <a:lnTo>
                    <a:pt x="1164" y="816"/>
                  </a:lnTo>
                  <a:lnTo>
                    <a:pt x="1170" y="1026"/>
                  </a:lnTo>
                  <a:lnTo>
                    <a:pt x="1176" y="1242"/>
                  </a:lnTo>
                  <a:lnTo>
                    <a:pt x="1182" y="1452"/>
                  </a:lnTo>
                  <a:lnTo>
                    <a:pt x="1188" y="1638"/>
                  </a:lnTo>
                  <a:lnTo>
                    <a:pt x="1194" y="1794"/>
                  </a:lnTo>
                  <a:lnTo>
                    <a:pt x="1200" y="1914"/>
                  </a:lnTo>
                  <a:lnTo>
                    <a:pt x="1206" y="1980"/>
                  </a:lnTo>
                  <a:lnTo>
                    <a:pt x="1212" y="1998"/>
                  </a:lnTo>
                  <a:lnTo>
                    <a:pt x="1224" y="1956"/>
                  </a:lnTo>
                  <a:lnTo>
                    <a:pt x="1230" y="1866"/>
                  </a:lnTo>
                  <a:lnTo>
                    <a:pt x="1236" y="1728"/>
                  </a:lnTo>
                  <a:lnTo>
                    <a:pt x="1242" y="1542"/>
                  </a:lnTo>
                  <a:lnTo>
                    <a:pt x="1248" y="1332"/>
                  </a:lnTo>
                  <a:lnTo>
                    <a:pt x="1254" y="1104"/>
                  </a:lnTo>
                  <a:lnTo>
                    <a:pt x="1260" y="864"/>
                  </a:lnTo>
                  <a:lnTo>
                    <a:pt x="1266" y="636"/>
                  </a:lnTo>
                  <a:lnTo>
                    <a:pt x="1272" y="426"/>
                  </a:lnTo>
                  <a:lnTo>
                    <a:pt x="1278" y="246"/>
                  </a:lnTo>
                  <a:lnTo>
                    <a:pt x="1284" y="114"/>
                  </a:lnTo>
                  <a:lnTo>
                    <a:pt x="1290" y="30"/>
                  </a:lnTo>
                  <a:lnTo>
                    <a:pt x="1302" y="0"/>
                  </a:lnTo>
                  <a:lnTo>
                    <a:pt x="1308" y="30"/>
                  </a:lnTo>
                  <a:lnTo>
                    <a:pt x="1314" y="114"/>
                  </a:lnTo>
                  <a:lnTo>
                    <a:pt x="1320" y="246"/>
                  </a:lnTo>
                  <a:lnTo>
                    <a:pt x="1326" y="426"/>
                  </a:lnTo>
                  <a:lnTo>
                    <a:pt x="1332" y="636"/>
                  </a:lnTo>
                  <a:lnTo>
                    <a:pt x="1338" y="864"/>
                  </a:lnTo>
                  <a:lnTo>
                    <a:pt x="1344" y="1104"/>
                  </a:lnTo>
                  <a:lnTo>
                    <a:pt x="1350" y="1332"/>
                  </a:lnTo>
                  <a:lnTo>
                    <a:pt x="1356" y="1542"/>
                  </a:lnTo>
                  <a:lnTo>
                    <a:pt x="1362" y="1728"/>
                  </a:lnTo>
                  <a:lnTo>
                    <a:pt x="1368" y="1866"/>
                  </a:lnTo>
                  <a:lnTo>
                    <a:pt x="1374" y="1956"/>
                  </a:lnTo>
                  <a:lnTo>
                    <a:pt x="1386" y="1998"/>
                  </a:lnTo>
                  <a:lnTo>
                    <a:pt x="1392" y="1980"/>
                  </a:lnTo>
                  <a:lnTo>
                    <a:pt x="1398" y="1914"/>
                  </a:lnTo>
                  <a:lnTo>
                    <a:pt x="1404" y="1794"/>
                  </a:lnTo>
                  <a:lnTo>
                    <a:pt x="1410" y="1638"/>
                  </a:lnTo>
                  <a:lnTo>
                    <a:pt x="1416" y="1452"/>
                  </a:lnTo>
                  <a:lnTo>
                    <a:pt x="1422" y="1242"/>
                  </a:lnTo>
                  <a:lnTo>
                    <a:pt x="1428" y="1026"/>
                  </a:lnTo>
                  <a:lnTo>
                    <a:pt x="1434" y="816"/>
                  </a:lnTo>
                  <a:lnTo>
                    <a:pt x="1440" y="618"/>
                  </a:lnTo>
                  <a:lnTo>
                    <a:pt x="1446" y="450"/>
                  </a:lnTo>
                  <a:lnTo>
                    <a:pt x="1452" y="318"/>
                  </a:lnTo>
                  <a:lnTo>
                    <a:pt x="1464" y="228"/>
                  </a:lnTo>
                  <a:lnTo>
                    <a:pt x="1470" y="186"/>
                  </a:lnTo>
                  <a:lnTo>
                    <a:pt x="1476" y="192"/>
                  </a:lnTo>
                  <a:lnTo>
                    <a:pt x="1482" y="240"/>
                  </a:lnTo>
                  <a:lnTo>
                    <a:pt x="1488" y="330"/>
                  </a:lnTo>
                  <a:lnTo>
                    <a:pt x="1494" y="456"/>
                  </a:lnTo>
                  <a:lnTo>
                    <a:pt x="1500" y="612"/>
                  </a:lnTo>
                  <a:lnTo>
                    <a:pt x="1506" y="780"/>
                  </a:lnTo>
                  <a:lnTo>
                    <a:pt x="1512" y="960"/>
                  </a:lnTo>
                  <a:lnTo>
                    <a:pt x="1518" y="1134"/>
                  </a:lnTo>
                  <a:lnTo>
                    <a:pt x="1524" y="1296"/>
                  </a:lnTo>
                  <a:lnTo>
                    <a:pt x="1530" y="1440"/>
                  </a:lnTo>
                  <a:lnTo>
                    <a:pt x="1542" y="1554"/>
                  </a:lnTo>
                  <a:lnTo>
                    <a:pt x="1548" y="1632"/>
                  </a:lnTo>
                  <a:lnTo>
                    <a:pt x="1554" y="1674"/>
                  </a:lnTo>
                  <a:lnTo>
                    <a:pt x="1560" y="1680"/>
                  </a:lnTo>
                  <a:lnTo>
                    <a:pt x="1566" y="1650"/>
                  </a:lnTo>
                  <a:lnTo>
                    <a:pt x="1572" y="1584"/>
                  </a:lnTo>
                  <a:lnTo>
                    <a:pt x="1578" y="1494"/>
                  </a:lnTo>
                  <a:lnTo>
                    <a:pt x="1584" y="1380"/>
                  </a:lnTo>
                  <a:lnTo>
                    <a:pt x="1590" y="1248"/>
                  </a:lnTo>
                  <a:lnTo>
                    <a:pt x="1596" y="1116"/>
                  </a:lnTo>
                  <a:lnTo>
                    <a:pt x="1602" y="984"/>
                  </a:lnTo>
                  <a:lnTo>
                    <a:pt x="1608" y="858"/>
                  </a:lnTo>
                  <a:lnTo>
                    <a:pt x="1620" y="750"/>
                  </a:lnTo>
                  <a:lnTo>
                    <a:pt x="1626" y="666"/>
                  </a:lnTo>
                  <a:lnTo>
                    <a:pt x="1632" y="600"/>
                  </a:lnTo>
                  <a:lnTo>
                    <a:pt x="1638" y="564"/>
                  </a:lnTo>
                  <a:lnTo>
                    <a:pt x="1644" y="558"/>
                  </a:lnTo>
                  <a:lnTo>
                    <a:pt x="1650" y="570"/>
                  </a:lnTo>
                  <a:lnTo>
                    <a:pt x="1656" y="612"/>
                  </a:lnTo>
                  <a:lnTo>
                    <a:pt x="1662" y="672"/>
                  </a:lnTo>
                  <a:lnTo>
                    <a:pt x="1668" y="750"/>
                  </a:lnTo>
                  <a:lnTo>
                    <a:pt x="1674" y="840"/>
                  </a:lnTo>
                  <a:lnTo>
                    <a:pt x="1680" y="930"/>
                  </a:lnTo>
                  <a:lnTo>
                    <a:pt x="1686" y="1020"/>
                  </a:lnTo>
                  <a:lnTo>
                    <a:pt x="1698" y="1104"/>
                  </a:lnTo>
                  <a:lnTo>
                    <a:pt x="1704" y="1182"/>
                  </a:lnTo>
                  <a:lnTo>
                    <a:pt x="1710" y="1242"/>
                  </a:lnTo>
                  <a:lnTo>
                    <a:pt x="1716" y="1284"/>
                  </a:lnTo>
                  <a:lnTo>
                    <a:pt x="1722" y="1314"/>
                  </a:lnTo>
                  <a:lnTo>
                    <a:pt x="1728" y="1326"/>
                  </a:lnTo>
                  <a:lnTo>
                    <a:pt x="1734" y="1314"/>
                  </a:lnTo>
                  <a:lnTo>
                    <a:pt x="1740" y="1296"/>
                  </a:lnTo>
                  <a:lnTo>
                    <a:pt x="1746" y="1260"/>
                  </a:lnTo>
                  <a:lnTo>
                    <a:pt x="1752" y="1212"/>
                  </a:lnTo>
                  <a:lnTo>
                    <a:pt x="1758" y="1158"/>
                  </a:lnTo>
                  <a:lnTo>
                    <a:pt x="1764" y="1098"/>
                  </a:lnTo>
                  <a:lnTo>
                    <a:pt x="1776" y="1044"/>
                  </a:lnTo>
                  <a:lnTo>
                    <a:pt x="1782" y="990"/>
                  </a:lnTo>
                  <a:lnTo>
                    <a:pt x="1788" y="942"/>
                  </a:lnTo>
                  <a:lnTo>
                    <a:pt x="1794" y="906"/>
                  </a:lnTo>
                  <a:lnTo>
                    <a:pt x="1800" y="876"/>
                  </a:lnTo>
                  <a:lnTo>
                    <a:pt x="1806" y="858"/>
                  </a:lnTo>
                  <a:lnTo>
                    <a:pt x="1812" y="846"/>
                  </a:lnTo>
                  <a:lnTo>
                    <a:pt x="1818" y="852"/>
                  </a:lnTo>
                  <a:lnTo>
                    <a:pt x="1824" y="864"/>
                  </a:lnTo>
                  <a:lnTo>
                    <a:pt x="1830" y="882"/>
                  </a:lnTo>
                  <a:lnTo>
                    <a:pt x="1836" y="906"/>
                  </a:lnTo>
                  <a:lnTo>
                    <a:pt x="1842" y="936"/>
                  </a:lnTo>
                  <a:lnTo>
                    <a:pt x="1854" y="966"/>
                  </a:lnTo>
                  <a:lnTo>
                    <a:pt x="1860" y="1002"/>
                  </a:lnTo>
                  <a:lnTo>
                    <a:pt x="1866" y="1032"/>
                  </a:lnTo>
                  <a:lnTo>
                    <a:pt x="1872" y="1056"/>
                  </a:lnTo>
                  <a:lnTo>
                    <a:pt x="1878" y="1080"/>
                  </a:lnTo>
                  <a:lnTo>
                    <a:pt x="1884" y="1098"/>
                  </a:lnTo>
                  <a:lnTo>
                    <a:pt x="1890" y="1110"/>
                  </a:lnTo>
                  <a:lnTo>
                    <a:pt x="1896" y="1116"/>
                  </a:lnTo>
                  <a:lnTo>
                    <a:pt x="1902" y="1116"/>
                  </a:lnTo>
                  <a:lnTo>
                    <a:pt x="1908" y="1110"/>
                  </a:lnTo>
                  <a:lnTo>
                    <a:pt x="1914" y="1098"/>
                  </a:lnTo>
                  <a:lnTo>
                    <a:pt x="1920" y="1086"/>
                  </a:lnTo>
                  <a:lnTo>
                    <a:pt x="1932" y="1074"/>
                  </a:lnTo>
                  <a:lnTo>
                    <a:pt x="1938" y="1056"/>
                  </a:lnTo>
                  <a:lnTo>
                    <a:pt x="1944" y="1038"/>
                  </a:lnTo>
                  <a:lnTo>
                    <a:pt x="1950" y="1026"/>
                  </a:lnTo>
                  <a:lnTo>
                    <a:pt x="1956" y="1008"/>
                  </a:lnTo>
                  <a:lnTo>
                    <a:pt x="1962" y="996"/>
                  </a:lnTo>
                  <a:lnTo>
                    <a:pt x="1968" y="990"/>
                  </a:lnTo>
                  <a:lnTo>
                    <a:pt x="1974" y="984"/>
                  </a:lnTo>
                  <a:lnTo>
                    <a:pt x="1980" y="978"/>
                  </a:lnTo>
                  <a:lnTo>
                    <a:pt x="1986" y="978"/>
                  </a:lnTo>
                  <a:lnTo>
                    <a:pt x="1992" y="978"/>
                  </a:lnTo>
                  <a:lnTo>
                    <a:pt x="1998" y="984"/>
                  </a:lnTo>
                  <a:lnTo>
                    <a:pt x="2004" y="990"/>
                  </a:lnTo>
                  <a:lnTo>
                    <a:pt x="2016" y="996"/>
                  </a:lnTo>
                  <a:lnTo>
                    <a:pt x="2022" y="1008"/>
                  </a:lnTo>
                  <a:lnTo>
                    <a:pt x="2028" y="1014"/>
                  </a:lnTo>
                  <a:lnTo>
                    <a:pt x="2034" y="1020"/>
                  </a:lnTo>
                  <a:lnTo>
                    <a:pt x="2040" y="1026"/>
                  </a:lnTo>
                  <a:lnTo>
                    <a:pt x="2046" y="1032"/>
                  </a:lnTo>
                  <a:lnTo>
                    <a:pt x="2052" y="1038"/>
                  </a:lnTo>
                  <a:lnTo>
                    <a:pt x="2058" y="1038"/>
                  </a:lnTo>
                  <a:lnTo>
                    <a:pt x="2064" y="1044"/>
                  </a:lnTo>
                  <a:lnTo>
                    <a:pt x="2070" y="1044"/>
                  </a:lnTo>
                  <a:lnTo>
                    <a:pt x="2076" y="1044"/>
                  </a:lnTo>
                  <a:lnTo>
                    <a:pt x="2082" y="1038"/>
                  </a:lnTo>
                  <a:lnTo>
                    <a:pt x="2094" y="1038"/>
                  </a:lnTo>
                  <a:lnTo>
                    <a:pt x="2100" y="1032"/>
                  </a:lnTo>
                  <a:lnTo>
                    <a:pt x="2106" y="1032"/>
                  </a:lnTo>
                  <a:lnTo>
                    <a:pt x="2112" y="1026"/>
                  </a:lnTo>
                  <a:lnTo>
                    <a:pt x="2118" y="1026"/>
                  </a:lnTo>
                  <a:lnTo>
                    <a:pt x="2124" y="1020"/>
                  </a:lnTo>
                  <a:lnTo>
                    <a:pt x="2130" y="1020"/>
                  </a:lnTo>
                  <a:lnTo>
                    <a:pt x="2136" y="1020"/>
                  </a:lnTo>
                  <a:lnTo>
                    <a:pt x="2142" y="1014"/>
                  </a:lnTo>
                  <a:lnTo>
                    <a:pt x="2148" y="1014"/>
                  </a:lnTo>
                  <a:lnTo>
                    <a:pt x="2154" y="1014"/>
                  </a:lnTo>
                  <a:lnTo>
                    <a:pt x="2160" y="1014"/>
                  </a:lnTo>
                  <a:lnTo>
                    <a:pt x="2172" y="1014"/>
                  </a:lnTo>
                  <a:lnTo>
                    <a:pt x="2178" y="1014"/>
                  </a:lnTo>
                  <a:lnTo>
                    <a:pt x="2184" y="1020"/>
                  </a:lnTo>
                  <a:lnTo>
                    <a:pt x="2190" y="1020"/>
                  </a:lnTo>
                  <a:lnTo>
                    <a:pt x="2196" y="1020"/>
                  </a:lnTo>
                  <a:lnTo>
                    <a:pt x="2202" y="1020"/>
                  </a:lnTo>
                  <a:lnTo>
                    <a:pt x="2208" y="1020"/>
                  </a:lnTo>
                  <a:lnTo>
                    <a:pt x="2214" y="1026"/>
                  </a:lnTo>
                  <a:lnTo>
                    <a:pt x="2220" y="1026"/>
                  </a:lnTo>
                  <a:lnTo>
                    <a:pt x="2226" y="1026"/>
                  </a:lnTo>
                  <a:lnTo>
                    <a:pt x="2232" y="1026"/>
                  </a:lnTo>
                  <a:lnTo>
                    <a:pt x="2238" y="1026"/>
                  </a:lnTo>
                  <a:lnTo>
                    <a:pt x="2250" y="1026"/>
                  </a:lnTo>
                  <a:lnTo>
                    <a:pt x="2256" y="1026"/>
                  </a:lnTo>
                  <a:lnTo>
                    <a:pt x="2262" y="1026"/>
                  </a:lnTo>
                  <a:lnTo>
                    <a:pt x="2268" y="1026"/>
                  </a:lnTo>
                  <a:lnTo>
                    <a:pt x="2274" y="1026"/>
                  </a:lnTo>
                  <a:lnTo>
                    <a:pt x="2280" y="1026"/>
                  </a:lnTo>
                  <a:lnTo>
                    <a:pt x="2286" y="1026"/>
                  </a:lnTo>
                  <a:lnTo>
                    <a:pt x="2292" y="1026"/>
                  </a:lnTo>
                  <a:lnTo>
                    <a:pt x="2298" y="1020"/>
                  </a:lnTo>
                  <a:lnTo>
                    <a:pt x="2304" y="1020"/>
                  </a:lnTo>
                  <a:lnTo>
                    <a:pt x="2310" y="1020"/>
                  </a:lnTo>
                  <a:lnTo>
                    <a:pt x="2316" y="1020"/>
                  </a:lnTo>
                  <a:lnTo>
                    <a:pt x="2328" y="1020"/>
                  </a:lnTo>
                  <a:lnTo>
                    <a:pt x="2334" y="1020"/>
                  </a:lnTo>
                  <a:lnTo>
                    <a:pt x="2340" y="1020"/>
                  </a:lnTo>
                  <a:lnTo>
                    <a:pt x="2346" y="1020"/>
                  </a:lnTo>
                  <a:lnTo>
                    <a:pt x="2352" y="1020"/>
                  </a:lnTo>
                  <a:lnTo>
                    <a:pt x="2358" y="1020"/>
                  </a:lnTo>
                  <a:lnTo>
                    <a:pt x="2364" y="1020"/>
                  </a:lnTo>
                  <a:lnTo>
                    <a:pt x="2370" y="1020"/>
                  </a:lnTo>
                  <a:lnTo>
                    <a:pt x="2376" y="1020"/>
                  </a:lnTo>
                  <a:lnTo>
                    <a:pt x="2382" y="1026"/>
                  </a:lnTo>
                  <a:lnTo>
                    <a:pt x="2388" y="1026"/>
                  </a:lnTo>
                  <a:lnTo>
                    <a:pt x="2394" y="1026"/>
                  </a:lnTo>
                  <a:lnTo>
                    <a:pt x="2406" y="1026"/>
                  </a:lnTo>
                  <a:lnTo>
                    <a:pt x="2412" y="1026"/>
                  </a:lnTo>
                  <a:lnTo>
                    <a:pt x="2418" y="1026"/>
                  </a:lnTo>
                  <a:lnTo>
                    <a:pt x="2424" y="1026"/>
                  </a:lnTo>
                  <a:lnTo>
                    <a:pt x="2430" y="1026"/>
                  </a:lnTo>
                  <a:lnTo>
                    <a:pt x="2436" y="1026"/>
                  </a:lnTo>
                  <a:lnTo>
                    <a:pt x="2442" y="1026"/>
                  </a:lnTo>
                  <a:lnTo>
                    <a:pt x="2448" y="1026"/>
                  </a:lnTo>
                  <a:lnTo>
                    <a:pt x="2454" y="1026"/>
                  </a:lnTo>
                  <a:lnTo>
                    <a:pt x="2460" y="1026"/>
                  </a:lnTo>
                  <a:lnTo>
                    <a:pt x="2466" y="1026"/>
                  </a:lnTo>
                  <a:lnTo>
                    <a:pt x="2472" y="1020"/>
                  </a:lnTo>
                  <a:lnTo>
                    <a:pt x="2484" y="1020"/>
                  </a:lnTo>
                  <a:lnTo>
                    <a:pt x="2490" y="1020"/>
                  </a:lnTo>
                  <a:lnTo>
                    <a:pt x="2496" y="1020"/>
                  </a:lnTo>
                  <a:lnTo>
                    <a:pt x="2502" y="1020"/>
                  </a:lnTo>
                  <a:lnTo>
                    <a:pt x="2508" y="1020"/>
                  </a:lnTo>
                  <a:lnTo>
                    <a:pt x="2514" y="1020"/>
                  </a:lnTo>
                  <a:lnTo>
                    <a:pt x="2520" y="1020"/>
                  </a:lnTo>
                  <a:lnTo>
                    <a:pt x="2526" y="1020"/>
                  </a:lnTo>
                  <a:lnTo>
                    <a:pt x="2532" y="1020"/>
                  </a:lnTo>
                  <a:lnTo>
                    <a:pt x="2538" y="1020"/>
                  </a:lnTo>
                  <a:lnTo>
                    <a:pt x="2544" y="1020"/>
                  </a:lnTo>
                  <a:lnTo>
                    <a:pt x="2550" y="1020"/>
                  </a:lnTo>
                  <a:lnTo>
                    <a:pt x="2562" y="1026"/>
                  </a:lnTo>
                  <a:lnTo>
                    <a:pt x="2568" y="1026"/>
                  </a:lnTo>
                  <a:lnTo>
                    <a:pt x="2574" y="1026"/>
                  </a:lnTo>
                  <a:lnTo>
                    <a:pt x="2580" y="1026"/>
                  </a:lnTo>
                  <a:lnTo>
                    <a:pt x="2586" y="1026"/>
                  </a:lnTo>
                  <a:lnTo>
                    <a:pt x="2592" y="1026"/>
                  </a:lnTo>
                  <a:lnTo>
                    <a:pt x="2598" y="1026"/>
                  </a:lnTo>
                </a:path>
              </a:pathLst>
            </a:custGeom>
            <a:noFill/>
            <a:ln w="28575">
              <a:solidFill>
                <a:srgbClr val="66FFFF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259" name="Freeform 6"/>
            <p:cNvSpPr/>
            <p:nvPr/>
          </p:nvSpPr>
          <p:spPr bwMode="auto">
            <a:xfrm>
              <a:off x="1376" y="2864"/>
              <a:ext cx="638" cy="296"/>
            </a:xfrm>
            <a:custGeom>
              <a:avLst/>
              <a:gdLst>
                <a:gd name="T0" fmla="*/ 0 w 2598"/>
                <a:gd name="T1" fmla="*/ 0 h 1998"/>
                <a:gd name="T2" fmla="*/ 0 w 2598"/>
                <a:gd name="T3" fmla="*/ 0 h 1998"/>
                <a:gd name="T4" fmla="*/ 0 w 2598"/>
                <a:gd name="T5" fmla="*/ 0 h 1998"/>
                <a:gd name="T6" fmla="*/ 0 w 2598"/>
                <a:gd name="T7" fmla="*/ 0 h 1998"/>
                <a:gd name="T8" fmla="*/ 0 w 2598"/>
                <a:gd name="T9" fmla="*/ 0 h 1998"/>
                <a:gd name="T10" fmla="*/ 0 w 2598"/>
                <a:gd name="T11" fmla="*/ 0 h 1998"/>
                <a:gd name="T12" fmla="*/ 0 w 2598"/>
                <a:gd name="T13" fmla="*/ 0 h 1998"/>
                <a:gd name="T14" fmla="*/ 0 w 2598"/>
                <a:gd name="T15" fmla="*/ 0 h 1998"/>
                <a:gd name="T16" fmla="*/ 0 w 2598"/>
                <a:gd name="T17" fmla="*/ 0 h 1998"/>
                <a:gd name="T18" fmla="*/ 0 w 2598"/>
                <a:gd name="T19" fmla="*/ 0 h 1998"/>
                <a:gd name="T20" fmla="*/ 0 w 2598"/>
                <a:gd name="T21" fmla="*/ 0 h 1998"/>
                <a:gd name="T22" fmla="*/ 0 w 2598"/>
                <a:gd name="T23" fmla="*/ 0 h 1998"/>
                <a:gd name="T24" fmla="*/ 0 w 2598"/>
                <a:gd name="T25" fmla="*/ 0 h 1998"/>
                <a:gd name="T26" fmla="*/ 0 w 2598"/>
                <a:gd name="T27" fmla="*/ 0 h 1998"/>
                <a:gd name="T28" fmla="*/ 0 w 2598"/>
                <a:gd name="T29" fmla="*/ 0 h 1998"/>
                <a:gd name="T30" fmla="*/ 0 w 2598"/>
                <a:gd name="T31" fmla="*/ 0 h 1998"/>
                <a:gd name="T32" fmla="*/ 0 w 2598"/>
                <a:gd name="T33" fmla="*/ 0 h 1998"/>
                <a:gd name="T34" fmla="*/ 0 w 2598"/>
                <a:gd name="T35" fmla="*/ 0 h 1998"/>
                <a:gd name="T36" fmla="*/ 0 w 2598"/>
                <a:gd name="T37" fmla="*/ 0 h 1998"/>
                <a:gd name="T38" fmla="*/ 0 w 2598"/>
                <a:gd name="T39" fmla="*/ 0 h 1998"/>
                <a:gd name="T40" fmla="*/ 0 w 2598"/>
                <a:gd name="T41" fmla="*/ 0 h 1998"/>
                <a:gd name="T42" fmla="*/ 0 w 2598"/>
                <a:gd name="T43" fmla="*/ 0 h 1998"/>
                <a:gd name="T44" fmla="*/ 0 w 2598"/>
                <a:gd name="T45" fmla="*/ 0 h 1998"/>
                <a:gd name="T46" fmla="*/ 0 w 2598"/>
                <a:gd name="T47" fmla="*/ 0 h 1998"/>
                <a:gd name="T48" fmla="*/ 0 w 2598"/>
                <a:gd name="T49" fmla="*/ 0 h 1998"/>
                <a:gd name="T50" fmla="*/ 0 w 2598"/>
                <a:gd name="T51" fmla="*/ 0 h 1998"/>
                <a:gd name="T52" fmla="*/ 0 w 2598"/>
                <a:gd name="T53" fmla="*/ 0 h 1998"/>
                <a:gd name="T54" fmla="*/ 0 w 2598"/>
                <a:gd name="T55" fmla="*/ 0 h 1998"/>
                <a:gd name="T56" fmla="*/ 0 w 2598"/>
                <a:gd name="T57" fmla="*/ 0 h 1998"/>
                <a:gd name="T58" fmla="*/ 0 w 2598"/>
                <a:gd name="T59" fmla="*/ 0 h 1998"/>
                <a:gd name="T60" fmla="*/ 0 w 2598"/>
                <a:gd name="T61" fmla="*/ 0 h 1998"/>
                <a:gd name="T62" fmla="*/ 0 w 2598"/>
                <a:gd name="T63" fmla="*/ 0 h 1998"/>
                <a:gd name="T64" fmla="*/ 0 w 2598"/>
                <a:gd name="T65" fmla="*/ 0 h 1998"/>
                <a:gd name="T66" fmla="*/ 0 w 2598"/>
                <a:gd name="T67" fmla="*/ 0 h 1998"/>
                <a:gd name="T68" fmla="*/ 0 w 2598"/>
                <a:gd name="T69" fmla="*/ 0 h 1998"/>
                <a:gd name="T70" fmla="*/ 0 w 2598"/>
                <a:gd name="T71" fmla="*/ 0 h 1998"/>
                <a:gd name="T72" fmla="*/ 0 w 2598"/>
                <a:gd name="T73" fmla="*/ 0 h 1998"/>
                <a:gd name="T74" fmla="*/ 0 w 2598"/>
                <a:gd name="T75" fmla="*/ 0 h 1998"/>
                <a:gd name="T76" fmla="*/ 0 w 2598"/>
                <a:gd name="T77" fmla="*/ 0 h 1998"/>
                <a:gd name="T78" fmla="*/ 0 w 2598"/>
                <a:gd name="T79" fmla="*/ 0 h 1998"/>
                <a:gd name="T80" fmla="*/ 0 w 2598"/>
                <a:gd name="T81" fmla="*/ 0 h 1998"/>
                <a:gd name="T82" fmla="*/ 0 w 2598"/>
                <a:gd name="T83" fmla="*/ 0 h 1998"/>
                <a:gd name="T84" fmla="*/ 0 w 2598"/>
                <a:gd name="T85" fmla="*/ 0 h 1998"/>
                <a:gd name="T86" fmla="*/ 0 w 2598"/>
                <a:gd name="T87" fmla="*/ 0 h 1998"/>
                <a:gd name="T88" fmla="*/ 0 w 2598"/>
                <a:gd name="T89" fmla="*/ 0 h 1998"/>
                <a:gd name="T90" fmla="*/ 0 w 2598"/>
                <a:gd name="T91" fmla="*/ 0 h 1998"/>
                <a:gd name="T92" fmla="*/ 0 w 2598"/>
                <a:gd name="T93" fmla="*/ 0 h 1998"/>
                <a:gd name="T94" fmla="*/ 0 w 2598"/>
                <a:gd name="T95" fmla="*/ 0 h 1998"/>
                <a:gd name="T96" fmla="*/ 0 w 2598"/>
                <a:gd name="T97" fmla="*/ 0 h 1998"/>
                <a:gd name="T98" fmla="*/ 0 w 2598"/>
                <a:gd name="T99" fmla="*/ 0 h 1998"/>
                <a:gd name="T100" fmla="*/ 0 w 2598"/>
                <a:gd name="T101" fmla="*/ 0 h 1998"/>
                <a:gd name="T102" fmla="*/ 0 w 2598"/>
                <a:gd name="T103" fmla="*/ 0 h 1998"/>
                <a:gd name="T104" fmla="*/ 0 w 2598"/>
                <a:gd name="T105" fmla="*/ 0 h 1998"/>
                <a:gd name="T106" fmla="*/ 0 w 2598"/>
                <a:gd name="T107" fmla="*/ 0 h 1998"/>
                <a:gd name="T108" fmla="*/ 0 w 2598"/>
                <a:gd name="T109" fmla="*/ 0 h 1998"/>
                <a:gd name="T110" fmla="*/ 0 w 2598"/>
                <a:gd name="T111" fmla="*/ 0 h 1998"/>
                <a:gd name="T112" fmla="*/ 0 w 2598"/>
                <a:gd name="T113" fmla="*/ 0 h 199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598"/>
                <a:gd name="T172" fmla="*/ 0 h 1998"/>
                <a:gd name="T173" fmla="*/ 2598 w 2598"/>
                <a:gd name="T174" fmla="*/ 1998 h 199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598" h="1998">
                  <a:moveTo>
                    <a:pt x="0" y="1026"/>
                  </a:moveTo>
                  <a:lnTo>
                    <a:pt x="6" y="1026"/>
                  </a:lnTo>
                  <a:lnTo>
                    <a:pt x="12" y="1026"/>
                  </a:lnTo>
                  <a:lnTo>
                    <a:pt x="18" y="1026"/>
                  </a:lnTo>
                  <a:lnTo>
                    <a:pt x="24" y="1026"/>
                  </a:lnTo>
                  <a:lnTo>
                    <a:pt x="30" y="1026"/>
                  </a:lnTo>
                  <a:lnTo>
                    <a:pt x="36" y="1026"/>
                  </a:lnTo>
                  <a:lnTo>
                    <a:pt x="48" y="1020"/>
                  </a:lnTo>
                  <a:lnTo>
                    <a:pt x="54" y="1020"/>
                  </a:lnTo>
                  <a:lnTo>
                    <a:pt x="60" y="1020"/>
                  </a:lnTo>
                  <a:lnTo>
                    <a:pt x="66" y="1020"/>
                  </a:lnTo>
                  <a:lnTo>
                    <a:pt x="72" y="1020"/>
                  </a:lnTo>
                  <a:lnTo>
                    <a:pt x="78" y="1020"/>
                  </a:lnTo>
                  <a:lnTo>
                    <a:pt x="84" y="1020"/>
                  </a:lnTo>
                  <a:lnTo>
                    <a:pt x="90" y="1020"/>
                  </a:lnTo>
                  <a:lnTo>
                    <a:pt x="96" y="1020"/>
                  </a:lnTo>
                  <a:lnTo>
                    <a:pt x="102" y="1020"/>
                  </a:lnTo>
                  <a:lnTo>
                    <a:pt x="108" y="1020"/>
                  </a:lnTo>
                  <a:lnTo>
                    <a:pt x="114" y="1020"/>
                  </a:lnTo>
                  <a:lnTo>
                    <a:pt x="126" y="1020"/>
                  </a:lnTo>
                  <a:lnTo>
                    <a:pt x="132" y="1026"/>
                  </a:lnTo>
                  <a:lnTo>
                    <a:pt x="138" y="1026"/>
                  </a:lnTo>
                  <a:lnTo>
                    <a:pt x="144" y="1026"/>
                  </a:lnTo>
                  <a:lnTo>
                    <a:pt x="150" y="1026"/>
                  </a:lnTo>
                  <a:lnTo>
                    <a:pt x="156" y="1026"/>
                  </a:lnTo>
                  <a:lnTo>
                    <a:pt x="162" y="1026"/>
                  </a:lnTo>
                  <a:lnTo>
                    <a:pt x="168" y="1026"/>
                  </a:lnTo>
                  <a:lnTo>
                    <a:pt x="174" y="1026"/>
                  </a:lnTo>
                  <a:lnTo>
                    <a:pt x="180" y="1026"/>
                  </a:lnTo>
                  <a:lnTo>
                    <a:pt x="186" y="1026"/>
                  </a:lnTo>
                  <a:lnTo>
                    <a:pt x="192" y="1026"/>
                  </a:lnTo>
                  <a:lnTo>
                    <a:pt x="204" y="1026"/>
                  </a:lnTo>
                  <a:lnTo>
                    <a:pt x="210" y="1026"/>
                  </a:lnTo>
                  <a:lnTo>
                    <a:pt x="216" y="1026"/>
                  </a:lnTo>
                  <a:lnTo>
                    <a:pt x="222" y="1020"/>
                  </a:lnTo>
                  <a:lnTo>
                    <a:pt x="228" y="1020"/>
                  </a:lnTo>
                  <a:lnTo>
                    <a:pt x="234" y="1020"/>
                  </a:lnTo>
                  <a:lnTo>
                    <a:pt x="240" y="1020"/>
                  </a:lnTo>
                  <a:lnTo>
                    <a:pt x="246" y="1020"/>
                  </a:lnTo>
                  <a:lnTo>
                    <a:pt x="252" y="1020"/>
                  </a:lnTo>
                  <a:lnTo>
                    <a:pt x="258" y="1020"/>
                  </a:lnTo>
                  <a:lnTo>
                    <a:pt x="264" y="1020"/>
                  </a:lnTo>
                  <a:lnTo>
                    <a:pt x="270" y="1020"/>
                  </a:lnTo>
                  <a:lnTo>
                    <a:pt x="282" y="1020"/>
                  </a:lnTo>
                  <a:lnTo>
                    <a:pt x="288" y="1020"/>
                  </a:lnTo>
                  <a:lnTo>
                    <a:pt x="294" y="1020"/>
                  </a:lnTo>
                  <a:lnTo>
                    <a:pt x="300" y="1020"/>
                  </a:lnTo>
                  <a:lnTo>
                    <a:pt x="306" y="1026"/>
                  </a:lnTo>
                  <a:lnTo>
                    <a:pt x="312" y="1026"/>
                  </a:lnTo>
                  <a:lnTo>
                    <a:pt x="318" y="1026"/>
                  </a:lnTo>
                  <a:lnTo>
                    <a:pt x="324" y="1026"/>
                  </a:lnTo>
                  <a:lnTo>
                    <a:pt x="330" y="1026"/>
                  </a:lnTo>
                  <a:lnTo>
                    <a:pt x="336" y="1026"/>
                  </a:lnTo>
                  <a:lnTo>
                    <a:pt x="342" y="1026"/>
                  </a:lnTo>
                  <a:lnTo>
                    <a:pt x="348" y="1026"/>
                  </a:lnTo>
                  <a:lnTo>
                    <a:pt x="360" y="1026"/>
                  </a:lnTo>
                  <a:lnTo>
                    <a:pt x="366" y="1026"/>
                  </a:lnTo>
                  <a:lnTo>
                    <a:pt x="372" y="1026"/>
                  </a:lnTo>
                  <a:lnTo>
                    <a:pt x="378" y="1026"/>
                  </a:lnTo>
                  <a:lnTo>
                    <a:pt x="384" y="1026"/>
                  </a:lnTo>
                  <a:lnTo>
                    <a:pt x="390" y="1020"/>
                  </a:lnTo>
                  <a:lnTo>
                    <a:pt x="396" y="1020"/>
                  </a:lnTo>
                  <a:lnTo>
                    <a:pt x="402" y="1020"/>
                  </a:lnTo>
                  <a:lnTo>
                    <a:pt x="408" y="1020"/>
                  </a:lnTo>
                  <a:lnTo>
                    <a:pt x="414" y="1020"/>
                  </a:lnTo>
                  <a:lnTo>
                    <a:pt x="420" y="1014"/>
                  </a:lnTo>
                  <a:lnTo>
                    <a:pt x="426" y="1014"/>
                  </a:lnTo>
                  <a:lnTo>
                    <a:pt x="438" y="1014"/>
                  </a:lnTo>
                  <a:lnTo>
                    <a:pt x="444" y="1014"/>
                  </a:lnTo>
                  <a:lnTo>
                    <a:pt x="450" y="1014"/>
                  </a:lnTo>
                  <a:lnTo>
                    <a:pt x="456" y="1014"/>
                  </a:lnTo>
                  <a:lnTo>
                    <a:pt x="462" y="1020"/>
                  </a:lnTo>
                  <a:lnTo>
                    <a:pt x="468" y="1020"/>
                  </a:lnTo>
                  <a:lnTo>
                    <a:pt x="474" y="1020"/>
                  </a:lnTo>
                  <a:lnTo>
                    <a:pt x="480" y="1026"/>
                  </a:lnTo>
                  <a:lnTo>
                    <a:pt x="486" y="1026"/>
                  </a:lnTo>
                  <a:lnTo>
                    <a:pt x="492" y="1032"/>
                  </a:lnTo>
                  <a:lnTo>
                    <a:pt x="498" y="1032"/>
                  </a:lnTo>
                  <a:lnTo>
                    <a:pt x="504" y="1038"/>
                  </a:lnTo>
                  <a:lnTo>
                    <a:pt x="516" y="1038"/>
                  </a:lnTo>
                  <a:lnTo>
                    <a:pt x="522" y="1044"/>
                  </a:lnTo>
                  <a:lnTo>
                    <a:pt x="528" y="1044"/>
                  </a:lnTo>
                  <a:lnTo>
                    <a:pt x="534" y="1044"/>
                  </a:lnTo>
                  <a:lnTo>
                    <a:pt x="540" y="1038"/>
                  </a:lnTo>
                  <a:lnTo>
                    <a:pt x="546" y="1038"/>
                  </a:lnTo>
                  <a:lnTo>
                    <a:pt x="552" y="1032"/>
                  </a:lnTo>
                  <a:lnTo>
                    <a:pt x="558" y="1026"/>
                  </a:lnTo>
                  <a:lnTo>
                    <a:pt x="564" y="1020"/>
                  </a:lnTo>
                  <a:lnTo>
                    <a:pt x="570" y="1014"/>
                  </a:lnTo>
                  <a:lnTo>
                    <a:pt x="576" y="1008"/>
                  </a:lnTo>
                  <a:lnTo>
                    <a:pt x="582" y="996"/>
                  </a:lnTo>
                  <a:lnTo>
                    <a:pt x="594" y="990"/>
                  </a:lnTo>
                  <a:lnTo>
                    <a:pt x="600" y="984"/>
                  </a:lnTo>
                  <a:lnTo>
                    <a:pt x="606" y="978"/>
                  </a:lnTo>
                  <a:lnTo>
                    <a:pt x="612" y="978"/>
                  </a:lnTo>
                  <a:lnTo>
                    <a:pt x="618" y="978"/>
                  </a:lnTo>
                  <a:lnTo>
                    <a:pt x="624" y="984"/>
                  </a:lnTo>
                  <a:lnTo>
                    <a:pt x="630" y="990"/>
                  </a:lnTo>
                  <a:lnTo>
                    <a:pt x="636" y="996"/>
                  </a:lnTo>
                  <a:lnTo>
                    <a:pt x="642" y="1008"/>
                  </a:lnTo>
                  <a:lnTo>
                    <a:pt x="648" y="1026"/>
                  </a:lnTo>
                  <a:lnTo>
                    <a:pt x="654" y="1038"/>
                  </a:lnTo>
                  <a:lnTo>
                    <a:pt x="660" y="1056"/>
                  </a:lnTo>
                  <a:lnTo>
                    <a:pt x="666" y="1074"/>
                  </a:lnTo>
                  <a:lnTo>
                    <a:pt x="678" y="1086"/>
                  </a:lnTo>
                  <a:lnTo>
                    <a:pt x="684" y="1098"/>
                  </a:lnTo>
                  <a:lnTo>
                    <a:pt x="690" y="1110"/>
                  </a:lnTo>
                  <a:lnTo>
                    <a:pt x="696" y="1116"/>
                  </a:lnTo>
                  <a:lnTo>
                    <a:pt x="702" y="1116"/>
                  </a:lnTo>
                  <a:lnTo>
                    <a:pt x="708" y="1110"/>
                  </a:lnTo>
                  <a:lnTo>
                    <a:pt x="714" y="1098"/>
                  </a:lnTo>
                  <a:lnTo>
                    <a:pt x="720" y="1080"/>
                  </a:lnTo>
                  <a:lnTo>
                    <a:pt x="726" y="1056"/>
                  </a:lnTo>
                  <a:lnTo>
                    <a:pt x="732" y="1032"/>
                  </a:lnTo>
                  <a:lnTo>
                    <a:pt x="738" y="1002"/>
                  </a:lnTo>
                  <a:lnTo>
                    <a:pt x="744" y="966"/>
                  </a:lnTo>
                  <a:lnTo>
                    <a:pt x="756" y="936"/>
                  </a:lnTo>
                  <a:lnTo>
                    <a:pt x="762" y="906"/>
                  </a:lnTo>
                  <a:lnTo>
                    <a:pt x="768" y="882"/>
                  </a:lnTo>
                  <a:lnTo>
                    <a:pt x="774" y="864"/>
                  </a:lnTo>
                  <a:lnTo>
                    <a:pt x="780" y="852"/>
                  </a:lnTo>
                  <a:lnTo>
                    <a:pt x="786" y="846"/>
                  </a:lnTo>
                  <a:lnTo>
                    <a:pt x="792" y="858"/>
                  </a:lnTo>
                  <a:lnTo>
                    <a:pt x="798" y="876"/>
                  </a:lnTo>
                  <a:lnTo>
                    <a:pt x="804" y="906"/>
                  </a:lnTo>
                  <a:lnTo>
                    <a:pt x="810" y="942"/>
                  </a:lnTo>
                  <a:lnTo>
                    <a:pt x="816" y="990"/>
                  </a:lnTo>
                  <a:lnTo>
                    <a:pt x="822" y="1044"/>
                  </a:lnTo>
                  <a:lnTo>
                    <a:pt x="834" y="1098"/>
                  </a:lnTo>
                  <a:lnTo>
                    <a:pt x="840" y="1158"/>
                  </a:lnTo>
                  <a:lnTo>
                    <a:pt x="846" y="1212"/>
                  </a:lnTo>
                  <a:lnTo>
                    <a:pt x="852" y="1260"/>
                  </a:lnTo>
                  <a:lnTo>
                    <a:pt x="858" y="1296"/>
                  </a:lnTo>
                  <a:lnTo>
                    <a:pt x="864" y="1314"/>
                  </a:lnTo>
                  <a:lnTo>
                    <a:pt x="870" y="1326"/>
                  </a:lnTo>
                  <a:lnTo>
                    <a:pt x="876" y="1314"/>
                  </a:lnTo>
                  <a:lnTo>
                    <a:pt x="882" y="1284"/>
                  </a:lnTo>
                  <a:lnTo>
                    <a:pt x="888" y="1242"/>
                  </a:lnTo>
                  <a:lnTo>
                    <a:pt x="894" y="1182"/>
                  </a:lnTo>
                  <a:lnTo>
                    <a:pt x="900" y="1104"/>
                  </a:lnTo>
                  <a:lnTo>
                    <a:pt x="912" y="1020"/>
                  </a:lnTo>
                  <a:lnTo>
                    <a:pt x="918" y="930"/>
                  </a:lnTo>
                  <a:lnTo>
                    <a:pt x="924" y="840"/>
                  </a:lnTo>
                  <a:lnTo>
                    <a:pt x="930" y="750"/>
                  </a:lnTo>
                  <a:lnTo>
                    <a:pt x="936" y="672"/>
                  </a:lnTo>
                  <a:lnTo>
                    <a:pt x="942" y="612"/>
                  </a:lnTo>
                  <a:lnTo>
                    <a:pt x="948" y="570"/>
                  </a:lnTo>
                  <a:lnTo>
                    <a:pt x="954" y="558"/>
                  </a:lnTo>
                  <a:lnTo>
                    <a:pt x="960" y="564"/>
                  </a:lnTo>
                  <a:lnTo>
                    <a:pt x="966" y="600"/>
                  </a:lnTo>
                  <a:lnTo>
                    <a:pt x="972" y="666"/>
                  </a:lnTo>
                  <a:lnTo>
                    <a:pt x="978" y="750"/>
                  </a:lnTo>
                  <a:lnTo>
                    <a:pt x="990" y="858"/>
                  </a:lnTo>
                  <a:lnTo>
                    <a:pt x="996" y="984"/>
                  </a:lnTo>
                  <a:lnTo>
                    <a:pt x="1002" y="1116"/>
                  </a:lnTo>
                  <a:lnTo>
                    <a:pt x="1008" y="1248"/>
                  </a:lnTo>
                  <a:lnTo>
                    <a:pt x="1014" y="1380"/>
                  </a:lnTo>
                  <a:lnTo>
                    <a:pt x="1020" y="1494"/>
                  </a:lnTo>
                  <a:lnTo>
                    <a:pt x="1026" y="1584"/>
                  </a:lnTo>
                  <a:lnTo>
                    <a:pt x="1032" y="1650"/>
                  </a:lnTo>
                  <a:lnTo>
                    <a:pt x="1038" y="1680"/>
                  </a:lnTo>
                  <a:lnTo>
                    <a:pt x="1044" y="1674"/>
                  </a:lnTo>
                  <a:lnTo>
                    <a:pt x="1050" y="1632"/>
                  </a:lnTo>
                  <a:lnTo>
                    <a:pt x="1056" y="1554"/>
                  </a:lnTo>
                  <a:lnTo>
                    <a:pt x="1068" y="1440"/>
                  </a:lnTo>
                  <a:lnTo>
                    <a:pt x="1074" y="1296"/>
                  </a:lnTo>
                  <a:lnTo>
                    <a:pt x="1080" y="1134"/>
                  </a:lnTo>
                  <a:lnTo>
                    <a:pt x="1086" y="960"/>
                  </a:lnTo>
                  <a:lnTo>
                    <a:pt x="1092" y="780"/>
                  </a:lnTo>
                  <a:lnTo>
                    <a:pt x="1098" y="612"/>
                  </a:lnTo>
                  <a:lnTo>
                    <a:pt x="1104" y="456"/>
                  </a:lnTo>
                  <a:lnTo>
                    <a:pt x="1110" y="330"/>
                  </a:lnTo>
                  <a:lnTo>
                    <a:pt x="1116" y="240"/>
                  </a:lnTo>
                  <a:lnTo>
                    <a:pt x="1122" y="192"/>
                  </a:lnTo>
                  <a:lnTo>
                    <a:pt x="1128" y="186"/>
                  </a:lnTo>
                  <a:lnTo>
                    <a:pt x="1134" y="228"/>
                  </a:lnTo>
                  <a:lnTo>
                    <a:pt x="1146" y="318"/>
                  </a:lnTo>
                  <a:lnTo>
                    <a:pt x="1152" y="450"/>
                  </a:lnTo>
                  <a:lnTo>
                    <a:pt x="1158" y="618"/>
                  </a:lnTo>
                  <a:lnTo>
                    <a:pt x="1164" y="816"/>
                  </a:lnTo>
                  <a:lnTo>
                    <a:pt x="1170" y="1026"/>
                  </a:lnTo>
                  <a:lnTo>
                    <a:pt x="1176" y="1242"/>
                  </a:lnTo>
                  <a:lnTo>
                    <a:pt x="1182" y="1452"/>
                  </a:lnTo>
                  <a:lnTo>
                    <a:pt x="1188" y="1638"/>
                  </a:lnTo>
                  <a:lnTo>
                    <a:pt x="1194" y="1794"/>
                  </a:lnTo>
                  <a:lnTo>
                    <a:pt x="1200" y="1914"/>
                  </a:lnTo>
                  <a:lnTo>
                    <a:pt x="1206" y="1980"/>
                  </a:lnTo>
                  <a:lnTo>
                    <a:pt x="1212" y="1998"/>
                  </a:lnTo>
                  <a:lnTo>
                    <a:pt x="1224" y="1956"/>
                  </a:lnTo>
                  <a:lnTo>
                    <a:pt x="1230" y="1866"/>
                  </a:lnTo>
                  <a:lnTo>
                    <a:pt x="1236" y="1728"/>
                  </a:lnTo>
                  <a:lnTo>
                    <a:pt x="1242" y="1542"/>
                  </a:lnTo>
                  <a:lnTo>
                    <a:pt x="1248" y="1332"/>
                  </a:lnTo>
                  <a:lnTo>
                    <a:pt x="1254" y="1104"/>
                  </a:lnTo>
                  <a:lnTo>
                    <a:pt x="1260" y="864"/>
                  </a:lnTo>
                  <a:lnTo>
                    <a:pt x="1266" y="636"/>
                  </a:lnTo>
                  <a:lnTo>
                    <a:pt x="1272" y="426"/>
                  </a:lnTo>
                  <a:lnTo>
                    <a:pt x="1278" y="246"/>
                  </a:lnTo>
                  <a:lnTo>
                    <a:pt x="1284" y="114"/>
                  </a:lnTo>
                  <a:lnTo>
                    <a:pt x="1290" y="30"/>
                  </a:lnTo>
                  <a:lnTo>
                    <a:pt x="1302" y="0"/>
                  </a:lnTo>
                  <a:lnTo>
                    <a:pt x="1308" y="30"/>
                  </a:lnTo>
                  <a:lnTo>
                    <a:pt x="1314" y="114"/>
                  </a:lnTo>
                  <a:lnTo>
                    <a:pt x="1320" y="246"/>
                  </a:lnTo>
                  <a:lnTo>
                    <a:pt x="1326" y="426"/>
                  </a:lnTo>
                  <a:lnTo>
                    <a:pt x="1332" y="636"/>
                  </a:lnTo>
                  <a:lnTo>
                    <a:pt x="1338" y="864"/>
                  </a:lnTo>
                  <a:lnTo>
                    <a:pt x="1344" y="1104"/>
                  </a:lnTo>
                  <a:lnTo>
                    <a:pt x="1350" y="1332"/>
                  </a:lnTo>
                  <a:lnTo>
                    <a:pt x="1356" y="1542"/>
                  </a:lnTo>
                  <a:lnTo>
                    <a:pt x="1362" y="1728"/>
                  </a:lnTo>
                  <a:lnTo>
                    <a:pt x="1368" y="1866"/>
                  </a:lnTo>
                  <a:lnTo>
                    <a:pt x="1374" y="1956"/>
                  </a:lnTo>
                  <a:lnTo>
                    <a:pt x="1386" y="1998"/>
                  </a:lnTo>
                  <a:lnTo>
                    <a:pt x="1392" y="1980"/>
                  </a:lnTo>
                  <a:lnTo>
                    <a:pt x="1398" y="1914"/>
                  </a:lnTo>
                  <a:lnTo>
                    <a:pt x="1404" y="1794"/>
                  </a:lnTo>
                  <a:lnTo>
                    <a:pt x="1410" y="1638"/>
                  </a:lnTo>
                  <a:lnTo>
                    <a:pt x="1416" y="1452"/>
                  </a:lnTo>
                  <a:lnTo>
                    <a:pt x="1422" y="1242"/>
                  </a:lnTo>
                  <a:lnTo>
                    <a:pt x="1428" y="1026"/>
                  </a:lnTo>
                  <a:lnTo>
                    <a:pt x="1434" y="816"/>
                  </a:lnTo>
                  <a:lnTo>
                    <a:pt x="1440" y="618"/>
                  </a:lnTo>
                  <a:lnTo>
                    <a:pt x="1446" y="450"/>
                  </a:lnTo>
                  <a:lnTo>
                    <a:pt x="1452" y="318"/>
                  </a:lnTo>
                  <a:lnTo>
                    <a:pt x="1464" y="228"/>
                  </a:lnTo>
                  <a:lnTo>
                    <a:pt x="1470" y="186"/>
                  </a:lnTo>
                  <a:lnTo>
                    <a:pt x="1476" y="192"/>
                  </a:lnTo>
                  <a:lnTo>
                    <a:pt x="1482" y="240"/>
                  </a:lnTo>
                  <a:lnTo>
                    <a:pt x="1488" y="330"/>
                  </a:lnTo>
                  <a:lnTo>
                    <a:pt x="1494" y="456"/>
                  </a:lnTo>
                  <a:lnTo>
                    <a:pt x="1500" y="612"/>
                  </a:lnTo>
                  <a:lnTo>
                    <a:pt x="1506" y="780"/>
                  </a:lnTo>
                  <a:lnTo>
                    <a:pt x="1512" y="960"/>
                  </a:lnTo>
                  <a:lnTo>
                    <a:pt x="1518" y="1134"/>
                  </a:lnTo>
                  <a:lnTo>
                    <a:pt x="1524" y="1296"/>
                  </a:lnTo>
                  <a:lnTo>
                    <a:pt x="1530" y="1440"/>
                  </a:lnTo>
                  <a:lnTo>
                    <a:pt x="1542" y="1554"/>
                  </a:lnTo>
                  <a:lnTo>
                    <a:pt x="1548" y="1632"/>
                  </a:lnTo>
                  <a:lnTo>
                    <a:pt x="1554" y="1674"/>
                  </a:lnTo>
                  <a:lnTo>
                    <a:pt x="1560" y="1680"/>
                  </a:lnTo>
                  <a:lnTo>
                    <a:pt x="1566" y="1650"/>
                  </a:lnTo>
                  <a:lnTo>
                    <a:pt x="1572" y="1584"/>
                  </a:lnTo>
                  <a:lnTo>
                    <a:pt x="1578" y="1494"/>
                  </a:lnTo>
                  <a:lnTo>
                    <a:pt x="1584" y="1380"/>
                  </a:lnTo>
                  <a:lnTo>
                    <a:pt x="1590" y="1248"/>
                  </a:lnTo>
                  <a:lnTo>
                    <a:pt x="1596" y="1116"/>
                  </a:lnTo>
                  <a:lnTo>
                    <a:pt x="1602" y="984"/>
                  </a:lnTo>
                  <a:lnTo>
                    <a:pt x="1608" y="858"/>
                  </a:lnTo>
                  <a:lnTo>
                    <a:pt x="1620" y="750"/>
                  </a:lnTo>
                  <a:lnTo>
                    <a:pt x="1626" y="666"/>
                  </a:lnTo>
                  <a:lnTo>
                    <a:pt x="1632" y="600"/>
                  </a:lnTo>
                  <a:lnTo>
                    <a:pt x="1638" y="564"/>
                  </a:lnTo>
                  <a:lnTo>
                    <a:pt x="1644" y="558"/>
                  </a:lnTo>
                  <a:lnTo>
                    <a:pt x="1650" y="570"/>
                  </a:lnTo>
                  <a:lnTo>
                    <a:pt x="1656" y="612"/>
                  </a:lnTo>
                  <a:lnTo>
                    <a:pt x="1662" y="672"/>
                  </a:lnTo>
                  <a:lnTo>
                    <a:pt x="1668" y="750"/>
                  </a:lnTo>
                  <a:lnTo>
                    <a:pt x="1674" y="840"/>
                  </a:lnTo>
                  <a:lnTo>
                    <a:pt x="1680" y="930"/>
                  </a:lnTo>
                  <a:lnTo>
                    <a:pt x="1686" y="1020"/>
                  </a:lnTo>
                  <a:lnTo>
                    <a:pt x="1698" y="1104"/>
                  </a:lnTo>
                  <a:lnTo>
                    <a:pt x="1704" y="1182"/>
                  </a:lnTo>
                  <a:lnTo>
                    <a:pt x="1710" y="1242"/>
                  </a:lnTo>
                  <a:lnTo>
                    <a:pt x="1716" y="1284"/>
                  </a:lnTo>
                  <a:lnTo>
                    <a:pt x="1722" y="1314"/>
                  </a:lnTo>
                  <a:lnTo>
                    <a:pt x="1728" y="1326"/>
                  </a:lnTo>
                  <a:lnTo>
                    <a:pt x="1734" y="1314"/>
                  </a:lnTo>
                  <a:lnTo>
                    <a:pt x="1740" y="1296"/>
                  </a:lnTo>
                  <a:lnTo>
                    <a:pt x="1746" y="1260"/>
                  </a:lnTo>
                  <a:lnTo>
                    <a:pt x="1752" y="1212"/>
                  </a:lnTo>
                  <a:lnTo>
                    <a:pt x="1758" y="1158"/>
                  </a:lnTo>
                  <a:lnTo>
                    <a:pt x="1764" y="1098"/>
                  </a:lnTo>
                  <a:lnTo>
                    <a:pt x="1776" y="1044"/>
                  </a:lnTo>
                  <a:lnTo>
                    <a:pt x="1782" y="990"/>
                  </a:lnTo>
                  <a:lnTo>
                    <a:pt x="1788" y="942"/>
                  </a:lnTo>
                  <a:lnTo>
                    <a:pt x="1794" y="906"/>
                  </a:lnTo>
                  <a:lnTo>
                    <a:pt x="1800" y="876"/>
                  </a:lnTo>
                  <a:lnTo>
                    <a:pt x="1806" y="858"/>
                  </a:lnTo>
                  <a:lnTo>
                    <a:pt x="1812" y="846"/>
                  </a:lnTo>
                  <a:lnTo>
                    <a:pt x="1818" y="852"/>
                  </a:lnTo>
                  <a:lnTo>
                    <a:pt x="1824" y="864"/>
                  </a:lnTo>
                  <a:lnTo>
                    <a:pt x="1830" y="882"/>
                  </a:lnTo>
                  <a:lnTo>
                    <a:pt x="1836" y="906"/>
                  </a:lnTo>
                  <a:lnTo>
                    <a:pt x="1842" y="936"/>
                  </a:lnTo>
                  <a:lnTo>
                    <a:pt x="1854" y="966"/>
                  </a:lnTo>
                  <a:lnTo>
                    <a:pt x="1860" y="1002"/>
                  </a:lnTo>
                  <a:lnTo>
                    <a:pt x="1866" y="1032"/>
                  </a:lnTo>
                  <a:lnTo>
                    <a:pt x="1872" y="1056"/>
                  </a:lnTo>
                  <a:lnTo>
                    <a:pt x="1878" y="1080"/>
                  </a:lnTo>
                  <a:lnTo>
                    <a:pt x="1884" y="1098"/>
                  </a:lnTo>
                  <a:lnTo>
                    <a:pt x="1890" y="1110"/>
                  </a:lnTo>
                  <a:lnTo>
                    <a:pt x="1896" y="1116"/>
                  </a:lnTo>
                  <a:lnTo>
                    <a:pt x="1902" y="1116"/>
                  </a:lnTo>
                  <a:lnTo>
                    <a:pt x="1908" y="1110"/>
                  </a:lnTo>
                  <a:lnTo>
                    <a:pt x="1914" y="1098"/>
                  </a:lnTo>
                  <a:lnTo>
                    <a:pt x="1920" y="1086"/>
                  </a:lnTo>
                  <a:lnTo>
                    <a:pt x="1932" y="1074"/>
                  </a:lnTo>
                  <a:lnTo>
                    <a:pt x="1938" y="1056"/>
                  </a:lnTo>
                  <a:lnTo>
                    <a:pt x="1944" y="1038"/>
                  </a:lnTo>
                  <a:lnTo>
                    <a:pt x="1950" y="1026"/>
                  </a:lnTo>
                  <a:lnTo>
                    <a:pt x="1956" y="1008"/>
                  </a:lnTo>
                  <a:lnTo>
                    <a:pt x="1962" y="996"/>
                  </a:lnTo>
                  <a:lnTo>
                    <a:pt x="1968" y="990"/>
                  </a:lnTo>
                  <a:lnTo>
                    <a:pt x="1974" y="984"/>
                  </a:lnTo>
                  <a:lnTo>
                    <a:pt x="1980" y="978"/>
                  </a:lnTo>
                  <a:lnTo>
                    <a:pt x="1986" y="978"/>
                  </a:lnTo>
                  <a:lnTo>
                    <a:pt x="1992" y="978"/>
                  </a:lnTo>
                  <a:lnTo>
                    <a:pt x="1998" y="984"/>
                  </a:lnTo>
                  <a:lnTo>
                    <a:pt x="2004" y="990"/>
                  </a:lnTo>
                  <a:lnTo>
                    <a:pt x="2016" y="996"/>
                  </a:lnTo>
                  <a:lnTo>
                    <a:pt x="2022" y="1008"/>
                  </a:lnTo>
                  <a:lnTo>
                    <a:pt x="2028" y="1014"/>
                  </a:lnTo>
                  <a:lnTo>
                    <a:pt x="2034" y="1020"/>
                  </a:lnTo>
                  <a:lnTo>
                    <a:pt x="2040" y="1026"/>
                  </a:lnTo>
                  <a:lnTo>
                    <a:pt x="2046" y="1032"/>
                  </a:lnTo>
                  <a:lnTo>
                    <a:pt x="2052" y="1038"/>
                  </a:lnTo>
                  <a:lnTo>
                    <a:pt x="2058" y="1038"/>
                  </a:lnTo>
                  <a:lnTo>
                    <a:pt x="2064" y="1044"/>
                  </a:lnTo>
                  <a:lnTo>
                    <a:pt x="2070" y="1044"/>
                  </a:lnTo>
                  <a:lnTo>
                    <a:pt x="2076" y="1044"/>
                  </a:lnTo>
                  <a:lnTo>
                    <a:pt x="2082" y="1038"/>
                  </a:lnTo>
                  <a:lnTo>
                    <a:pt x="2094" y="1038"/>
                  </a:lnTo>
                  <a:lnTo>
                    <a:pt x="2100" y="1032"/>
                  </a:lnTo>
                  <a:lnTo>
                    <a:pt x="2106" y="1032"/>
                  </a:lnTo>
                  <a:lnTo>
                    <a:pt x="2112" y="1026"/>
                  </a:lnTo>
                  <a:lnTo>
                    <a:pt x="2118" y="1026"/>
                  </a:lnTo>
                  <a:lnTo>
                    <a:pt x="2124" y="1020"/>
                  </a:lnTo>
                  <a:lnTo>
                    <a:pt x="2130" y="1020"/>
                  </a:lnTo>
                  <a:lnTo>
                    <a:pt x="2136" y="1020"/>
                  </a:lnTo>
                  <a:lnTo>
                    <a:pt x="2142" y="1014"/>
                  </a:lnTo>
                  <a:lnTo>
                    <a:pt x="2148" y="1014"/>
                  </a:lnTo>
                  <a:lnTo>
                    <a:pt x="2154" y="1014"/>
                  </a:lnTo>
                  <a:lnTo>
                    <a:pt x="2160" y="1014"/>
                  </a:lnTo>
                  <a:lnTo>
                    <a:pt x="2172" y="1014"/>
                  </a:lnTo>
                  <a:lnTo>
                    <a:pt x="2178" y="1014"/>
                  </a:lnTo>
                  <a:lnTo>
                    <a:pt x="2184" y="1020"/>
                  </a:lnTo>
                  <a:lnTo>
                    <a:pt x="2190" y="1020"/>
                  </a:lnTo>
                  <a:lnTo>
                    <a:pt x="2196" y="1020"/>
                  </a:lnTo>
                  <a:lnTo>
                    <a:pt x="2202" y="1020"/>
                  </a:lnTo>
                  <a:lnTo>
                    <a:pt x="2208" y="1020"/>
                  </a:lnTo>
                  <a:lnTo>
                    <a:pt x="2214" y="1026"/>
                  </a:lnTo>
                  <a:lnTo>
                    <a:pt x="2220" y="1026"/>
                  </a:lnTo>
                  <a:lnTo>
                    <a:pt x="2226" y="1026"/>
                  </a:lnTo>
                  <a:lnTo>
                    <a:pt x="2232" y="1026"/>
                  </a:lnTo>
                  <a:lnTo>
                    <a:pt x="2238" y="1026"/>
                  </a:lnTo>
                  <a:lnTo>
                    <a:pt x="2250" y="1026"/>
                  </a:lnTo>
                  <a:lnTo>
                    <a:pt x="2256" y="1026"/>
                  </a:lnTo>
                  <a:lnTo>
                    <a:pt x="2262" y="1026"/>
                  </a:lnTo>
                  <a:lnTo>
                    <a:pt x="2268" y="1026"/>
                  </a:lnTo>
                  <a:lnTo>
                    <a:pt x="2274" y="1026"/>
                  </a:lnTo>
                  <a:lnTo>
                    <a:pt x="2280" y="1026"/>
                  </a:lnTo>
                  <a:lnTo>
                    <a:pt x="2286" y="1026"/>
                  </a:lnTo>
                  <a:lnTo>
                    <a:pt x="2292" y="1026"/>
                  </a:lnTo>
                  <a:lnTo>
                    <a:pt x="2298" y="1020"/>
                  </a:lnTo>
                  <a:lnTo>
                    <a:pt x="2304" y="1020"/>
                  </a:lnTo>
                  <a:lnTo>
                    <a:pt x="2310" y="1020"/>
                  </a:lnTo>
                  <a:lnTo>
                    <a:pt x="2316" y="1020"/>
                  </a:lnTo>
                  <a:lnTo>
                    <a:pt x="2328" y="1020"/>
                  </a:lnTo>
                  <a:lnTo>
                    <a:pt x="2334" y="1020"/>
                  </a:lnTo>
                  <a:lnTo>
                    <a:pt x="2340" y="1020"/>
                  </a:lnTo>
                  <a:lnTo>
                    <a:pt x="2346" y="1020"/>
                  </a:lnTo>
                  <a:lnTo>
                    <a:pt x="2352" y="1020"/>
                  </a:lnTo>
                  <a:lnTo>
                    <a:pt x="2358" y="1020"/>
                  </a:lnTo>
                  <a:lnTo>
                    <a:pt x="2364" y="1020"/>
                  </a:lnTo>
                  <a:lnTo>
                    <a:pt x="2370" y="1020"/>
                  </a:lnTo>
                  <a:lnTo>
                    <a:pt x="2376" y="1020"/>
                  </a:lnTo>
                  <a:lnTo>
                    <a:pt x="2382" y="1026"/>
                  </a:lnTo>
                  <a:lnTo>
                    <a:pt x="2388" y="1026"/>
                  </a:lnTo>
                  <a:lnTo>
                    <a:pt x="2394" y="1026"/>
                  </a:lnTo>
                  <a:lnTo>
                    <a:pt x="2406" y="1026"/>
                  </a:lnTo>
                  <a:lnTo>
                    <a:pt x="2412" y="1026"/>
                  </a:lnTo>
                  <a:lnTo>
                    <a:pt x="2418" y="1026"/>
                  </a:lnTo>
                  <a:lnTo>
                    <a:pt x="2424" y="1026"/>
                  </a:lnTo>
                  <a:lnTo>
                    <a:pt x="2430" y="1026"/>
                  </a:lnTo>
                  <a:lnTo>
                    <a:pt x="2436" y="1026"/>
                  </a:lnTo>
                  <a:lnTo>
                    <a:pt x="2442" y="1026"/>
                  </a:lnTo>
                  <a:lnTo>
                    <a:pt x="2448" y="1026"/>
                  </a:lnTo>
                  <a:lnTo>
                    <a:pt x="2454" y="1026"/>
                  </a:lnTo>
                  <a:lnTo>
                    <a:pt x="2460" y="1026"/>
                  </a:lnTo>
                  <a:lnTo>
                    <a:pt x="2466" y="1026"/>
                  </a:lnTo>
                  <a:lnTo>
                    <a:pt x="2472" y="1020"/>
                  </a:lnTo>
                  <a:lnTo>
                    <a:pt x="2484" y="1020"/>
                  </a:lnTo>
                  <a:lnTo>
                    <a:pt x="2490" y="1020"/>
                  </a:lnTo>
                  <a:lnTo>
                    <a:pt x="2496" y="1020"/>
                  </a:lnTo>
                  <a:lnTo>
                    <a:pt x="2502" y="1020"/>
                  </a:lnTo>
                  <a:lnTo>
                    <a:pt x="2508" y="1020"/>
                  </a:lnTo>
                  <a:lnTo>
                    <a:pt x="2514" y="1020"/>
                  </a:lnTo>
                  <a:lnTo>
                    <a:pt x="2520" y="1020"/>
                  </a:lnTo>
                  <a:lnTo>
                    <a:pt x="2526" y="1020"/>
                  </a:lnTo>
                  <a:lnTo>
                    <a:pt x="2532" y="1020"/>
                  </a:lnTo>
                  <a:lnTo>
                    <a:pt x="2538" y="1020"/>
                  </a:lnTo>
                  <a:lnTo>
                    <a:pt x="2544" y="1020"/>
                  </a:lnTo>
                  <a:lnTo>
                    <a:pt x="2550" y="1020"/>
                  </a:lnTo>
                  <a:lnTo>
                    <a:pt x="2562" y="1026"/>
                  </a:lnTo>
                  <a:lnTo>
                    <a:pt x="2568" y="1026"/>
                  </a:lnTo>
                  <a:lnTo>
                    <a:pt x="2574" y="1026"/>
                  </a:lnTo>
                  <a:lnTo>
                    <a:pt x="2580" y="1026"/>
                  </a:lnTo>
                  <a:lnTo>
                    <a:pt x="2586" y="1026"/>
                  </a:lnTo>
                  <a:lnTo>
                    <a:pt x="2592" y="1026"/>
                  </a:lnTo>
                  <a:lnTo>
                    <a:pt x="2598" y="1026"/>
                  </a:lnTo>
                </a:path>
              </a:pathLst>
            </a:custGeom>
            <a:noFill/>
            <a:ln w="28575">
              <a:solidFill>
                <a:srgbClr val="66FFFF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1206" name="Freeform 7"/>
          <p:cNvSpPr/>
          <p:nvPr/>
        </p:nvSpPr>
        <p:spPr bwMode="auto">
          <a:xfrm>
            <a:off x="3454401" y="3835400"/>
            <a:ext cx="1012825" cy="469900"/>
          </a:xfrm>
          <a:custGeom>
            <a:avLst/>
            <a:gdLst>
              <a:gd name="T0" fmla="*/ 2147483647 w 2598"/>
              <a:gd name="T1" fmla="*/ 2147483647 h 1998"/>
              <a:gd name="T2" fmla="*/ 2147483647 w 2598"/>
              <a:gd name="T3" fmla="*/ 2147483647 h 1998"/>
              <a:gd name="T4" fmla="*/ 2147483647 w 2598"/>
              <a:gd name="T5" fmla="*/ 2147483647 h 1998"/>
              <a:gd name="T6" fmla="*/ 2147483647 w 2598"/>
              <a:gd name="T7" fmla="*/ 2147483647 h 1998"/>
              <a:gd name="T8" fmla="*/ 2147483647 w 2598"/>
              <a:gd name="T9" fmla="*/ 2147483647 h 1998"/>
              <a:gd name="T10" fmla="*/ 2147483647 w 2598"/>
              <a:gd name="T11" fmla="*/ 2147483647 h 1998"/>
              <a:gd name="T12" fmla="*/ 2147483647 w 2598"/>
              <a:gd name="T13" fmla="*/ 2147483647 h 1998"/>
              <a:gd name="T14" fmla="*/ 2147483647 w 2598"/>
              <a:gd name="T15" fmla="*/ 2147483647 h 1998"/>
              <a:gd name="T16" fmla="*/ 2147483647 w 2598"/>
              <a:gd name="T17" fmla="*/ 2147483647 h 1998"/>
              <a:gd name="T18" fmla="*/ 2147483647 w 2598"/>
              <a:gd name="T19" fmla="*/ 2147483647 h 1998"/>
              <a:gd name="T20" fmla="*/ 2147483647 w 2598"/>
              <a:gd name="T21" fmla="*/ 2147483647 h 1998"/>
              <a:gd name="T22" fmla="*/ 2147483647 w 2598"/>
              <a:gd name="T23" fmla="*/ 2147483647 h 1998"/>
              <a:gd name="T24" fmla="*/ 2147483647 w 2598"/>
              <a:gd name="T25" fmla="*/ 2147483647 h 1998"/>
              <a:gd name="T26" fmla="*/ 2147483647 w 2598"/>
              <a:gd name="T27" fmla="*/ 2147483647 h 1998"/>
              <a:gd name="T28" fmla="*/ 2147483647 w 2598"/>
              <a:gd name="T29" fmla="*/ 2147483647 h 1998"/>
              <a:gd name="T30" fmla="*/ 2147483647 w 2598"/>
              <a:gd name="T31" fmla="*/ 2147483647 h 1998"/>
              <a:gd name="T32" fmla="*/ 2147483647 w 2598"/>
              <a:gd name="T33" fmla="*/ 2147483647 h 1998"/>
              <a:gd name="T34" fmla="*/ 2147483647 w 2598"/>
              <a:gd name="T35" fmla="*/ 2147483647 h 1998"/>
              <a:gd name="T36" fmla="*/ 2147483647 w 2598"/>
              <a:gd name="T37" fmla="*/ 2147483647 h 1998"/>
              <a:gd name="T38" fmla="*/ 2147483647 w 2598"/>
              <a:gd name="T39" fmla="*/ 2147483647 h 1998"/>
              <a:gd name="T40" fmla="*/ 2147483647 w 2598"/>
              <a:gd name="T41" fmla="*/ 2147483647 h 1998"/>
              <a:gd name="T42" fmla="*/ 2147483647 w 2598"/>
              <a:gd name="T43" fmla="*/ 2147483647 h 1998"/>
              <a:gd name="T44" fmla="*/ 2147483647 w 2598"/>
              <a:gd name="T45" fmla="*/ 2147483647 h 1998"/>
              <a:gd name="T46" fmla="*/ 2147483647 w 2598"/>
              <a:gd name="T47" fmla="*/ 2147483647 h 1998"/>
              <a:gd name="T48" fmla="*/ 2147483647 w 2598"/>
              <a:gd name="T49" fmla="*/ 2147483647 h 1998"/>
              <a:gd name="T50" fmla="*/ 2147483647 w 2598"/>
              <a:gd name="T51" fmla="*/ 2147483647 h 1998"/>
              <a:gd name="T52" fmla="*/ 2147483647 w 2598"/>
              <a:gd name="T53" fmla="*/ 2147483647 h 1998"/>
              <a:gd name="T54" fmla="*/ 2147483647 w 2598"/>
              <a:gd name="T55" fmla="*/ 2147483647 h 1998"/>
              <a:gd name="T56" fmla="*/ 2147483647 w 2598"/>
              <a:gd name="T57" fmla="*/ 2147483647 h 1998"/>
              <a:gd name="T58" fmla="*/ 2147483647 w 2598"/>
              <a:gd name="T59" fmla="*/ 2147483647 h 1998"/>
              <a:gd name="T60" fmla="*/ 2147483647 w 2598"/>
              <a:gd name="T61" fmla="*/ 2147483647 h 1998"/>
              <a:gd name="T62" fmla="*/ 2147483647 w 2598"/>
              <a:gd name="T63" fmla="*/ 2147483647 h 1998"/>
              <a:gd name="T64" fmla="*/ 2147483647 w 2598"/>
              <a:gd name="T65" fmla="*/ 2147483647 h 1998"/>
              <a:gd name="T66" fmla="*/ 2147483647 w 2598"/>
              <a:gd name="T67" fmla="*/ 2147483647 h 1998"/>
              <a:gd name="T68" fmla="*/ 2147483647 w 2598"/>
              <a:gd name="T69" fmla="*/ 2147483647 h 1998"/>
              <a:gd name="T70" fmla="*/ 2147483647 w 2598"/>
              <a:gd name="T71" fmla="*/ 2147483647 h 1998"/>
              <a:gd name="T72" fmla="*/ 2147483647 w 2598"/>
              <a:gd name="T73" fmla="*/ 2147483647 h 1998"/>
              <a:gd name="T74" fmla="*/ 2147483647 w 2598"/>
              <a:gd name="T75" fmla="*/ 2147483647 h 1998"/>
              <a:gd name="T76" fmla="*/ 2147483647 w 2598"/>
              <a:gd name="T77" fmla="*/ 2147483647 h 1998"/>
              <a:gd name="T78" fmla="*/ 2147483647 w 2598"/>
              <a:gd name="T79" fmla="*/ 2147483647 h 1998"/>
              <a:gd name="T80" fmla="*/ 2147483647 w 2598"/>
              <a:gd name="T81" fmla="*/ 2147483647 h 1998"/>
              <a:gd name="T82" fmla="*/ 2147483647 w 2598"/>
              <a:gd name="T83" fmla="*/ 2147483647 h 1998"/>
              <a:gd name="T84" fmla="*/ 2147483647 w 2598"/>
              <a:gd name="T85" fmla="*/ 2147483647 h 1998"/>
              <a:gd name="T86" fmla="*/ 2147483647 w 2598"/>
              <a:gd name="T87" fmla="*/ 2147483647 h 1998"/>
              <a:gd name="T88" fmla="*/ 2147483647 w 2598"/>
              <a:gd name="T89" fmla="*/ 2147483647 h 1998"/>
              <a:gd name="T90" fmla="*/ 2147483647 w 2598"/>
              <a:gd name="T91" fmla="*/ 2147483647 h 1998"/>
              <a:gd name="T92" fmla="*/ 2147483647 w 2598"/>
              <a:gd name="T93" fmla="*/ 2147483647 h 1998"/>
              <a:gd name="T94" fmla="*/ 2147483647 w 2598"/>
              <a:gd name="T95" fmla="*/ 2147483647 h 1998"/>
              <a:gd name="T96" fmla="*/ 2147483647 w 2598"/>
              <a:gd name="T97" fmla="*/ 2147483647 h 1998"/>
              <a:gd name="T98" fmla="*/ 2147483647 w 2598"/>
              <a:gd name="T99" fmla="*/ 2147483647 h 1998"/>
              <a:gd name="T100" fmla="*/ 2147483647 w 2598"/>
              <a:gd name="T101" fmla="*/ 2147483647 h 1998"/>
              <a:gd name="T102" fmla="*/ 2147483647 w 2598"/>
              <a:gd name="T103" fmla="*/ 2147483647 h 1998"/>
              <a:gd name="T104" fmla="*/ 2147483647 w 2598"/>
              <a:gd name="T105" fmla="*/ 2147483647 h 1998"/>
              <a:gd name="T106" fmla="*/ 2147483647 w 2598"/>
              <a:gd name="T107" fmla="*/ 2147483647 h 1998"/>
              <a:gd name="T108" fmla="*/ 2147483647 w 2598"/>
              <a:gd name="T109" fmla="*/ 2147483647 h 1998"/>
              <a:gd name="T110" fmla="*/ 2147483647 w 2598"/>
              <a:gd name="T111" fmla="*/ 2147483647 h 1998"/>
              <a:gd name="T112" fmla="*/ 2147483647 w 2598"/>
              <a:gd name="T113" fmla="*/ 2147483647 h 199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598"/>
              <a:gd name="T172" fmla="*/ 0 h 1998"/>
              <a:gd name="T173" fmla="*/ 2598 w 2598"/>
              <a:gd name="T174" fmla="*/ 1998 h 199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598" h="1998">
                <a:moveTo>
                  <a:pt x="0" y="1026"/>
                </a:moveTo>
                <a:lnTo>
                  <a:pt x="6" y="1026"/>
                </a:lnTo>
                <a:lnTo>
                  <a:pt x="12" y="1026"/>
                </a:lnTo>
                <a:lnTo>
                  <a:pt x="18" y="1026"/>
                </a:lnTo>
                <a:lnTo>
                  <a:pt x="24" y="1026"/>
                </a:lnTo>
                <a:lnTo>
                  <a:pt x="30" y="1026"/>
                </a:lnTo>
                <a:lnTo>
                  <a:pt x="36" y="1026"/>
                </a:lnTo>
                <a:lnTo>
                  <a:pt x="48" y="1020"/>
                </a:lnTo>
                <a:lnTo>
                  <a:pt x="54" y="1020"/>
                </a:lnTo>
                <a:lnTo>
                  <a:pt x="60" y="1020"/>
                </a:lnTo>
                <a:lnTo>
                  <a:pt x="66" y="1020"/>
                </a:lnTo>
                <a:lnTo>
                  <a:pt x="72" y="1020"/>
                </a:lnTo>
                <a:lnTo>
                  <a:pt x="78" y="1020"/>
                </a:lnTo>
                <a:lnTo>
                  <a:pt x="84" y="1020"/>
                </a:lnTo>
                <a:lnTo>
                  <a:pt x="90" y="1020"/>
                </a:lnTo>
                <a:lnTo>
                  <a:pt x="96" y="1020"/>
                </a:lnTo>
                <a:lnTo>
                  <a:pt x="102" y="1020"/>
                </a:lnTo>
                <a:lnTo>
                  <a:pt x="108" y="1020"/>
                </a:lnTo>
                <a:lnTo>
                  <a:pt x="114" y="1020"/>
                </a:lnTo>
                <a:lnTo>
                  <a:pt x="126" y="1020"/>
                </a:lnTo>
                <a:lnTo>
                  <a:pt x="132" y="1026"/>
                </a:lnTo>
                <a:lnTo>
                  <a:pt x="138" y="1026"/>
                </a:lnTo>
                <a:lnTo>
                  <a:pt x="144" y="1026"/>
                </a:lnTo>
                <a:lnTo>
                  <a:pt x="150" y="1026"/>
                </a:lnTo>
                <a:lnTo>
                  <a:pt x="156" y="1026"/>
                </a:lnTo>
                <a:lnTo>
                  <a:pt x="162" y="1026"/>
                </a:lnTo>
                <a:lnTo>
                  <a:pt x="168" y="1026"/>
                </a:lnTo>
                <a:lnTo>
                  <a:pt x="174" y="1026"/>
                </a:lnTo>
                <a:lnTo>
                  <a:pt x="180" y="1026"/>
                </a:lnTo>
                <a:lnTo>
                  <a:pt x="186" y="1026"/>
                </a:lnTo>
                <a:lnTo>
                  <a:pt x="192" y="1026"/>
                </a:lnTo>
                <a:lnTo>
                  <a:pt x="204" y="1026"/>
                </a:lnTo>
                <a:lnTo>
                  <a:pt x="210" y="1026"/>
                </a:lnTo>
                <a:lnTo>
                  <a:pt x="216" y="1026"/>
                </a:lnTo>
                <a:lnTo>
                  <a:pt x="222" y="1020"/>
                </a:lnTo>
                <a:lnTo>
                  <a:pt x="228" y="1020"/>
                </a:lnTo>
                <a:lnTo>
                  <a:pt x="234" y="1020"/>
                </a:lnTo>
                <a:lnTo>
                  <a:pt x="240" y="1020"/>
                </a:lnTo>
                <a:lnTo>
                  <a:pt x="246" y="1020"/>
                </a:lnTo>
                <a:lnTo>
                  <a:pt x="252" y="1020"/>
                </a:lnTo>
                <a:lnTo>
                  <a:pt x="258" y="1020"/>
                </a:lnTo>
                <a:lnTo>
                  <a:pt x="264" y="1020"/>
                </a:lnTo>
                <a:lnTo>
                  <a:pt x="270" y="1020"/>
                </a:lnTo>
                <a:lnTo>
                  <a:pt x="282" y="1020"/>
                </a:lnTo>
                <a:lnTo>
                  <a:pt x="288" y="1020"/>
                </a:lnTo>
                <a:lnTo>
                  <a:pt x="294" y="1020"/>
                </a:lnTo>
                <a:lnTo>
                  <a:pt x="300" y="1020"/>
                </a:lnTo>
                <a:lnTo>
                  <a:pt x="306" y="1026"/>
                </a:lnTo>
                <a:lnTo>
                  <a:pt x="312" y="1026"/>
                </a:lnTo>
                <a:lnTo>
                  <a:pt x="318" y="1026"/>
                </a:lnTo>
                <a:lnTo>
                  <a:pt x="324" y="1026"/>
                </a:lnTo>
                <a:lnTo>
                  <a:pt x="330" y="1026"/>
                </a:lnTo>
                <a:lnTo>
                  <a:pt x="336" y="1026"/>
                </a:lnTo>
                <a:lnTo>
                  <a:pt x="342" y="1026"/>
                </a:lnTo>
                <a:lnTo>
                  <a:pt x="348" y="1026"/>
                </a:lnTo>
                <a:lnTo>
                  <a:pt x="360" y="1026"/>
                </a:lnTo>
                <a:lnTo>
                  <a:pt x="366" y="1026"/>
                </a:lnTo>
                <a:lnTo>
                  <a:pt x="372" y="1026"/>
                </a:lnTo>
                <a:lnTo>
                  <a:pt x="378" y="1026"/>
                </a:lnTo>
                <a:lnTo>
                  <a:pt x="384" y="1026"/>
                </a:lnTo>
                <a:lnTo>
                  <a:pt x="390" y="1020"/>
                </a:lnTo>
                <a:lnTo>
                  <a:pt x="396" y="1020"/>
                </a:lnTo>
                <a:lnTo>
                  <a:pt x="402" y="1020"/>
                </a:lnTo>
                <a:lnTo>
                  <a:pt x="408" y="1020"/>
                </a:lnTo>
                <a:lnTo>
                  <a:pt x="414" y="1020"/>
                </a:lnTo>
                <a:lnTo>
                  <a:pt x="420" y="1014"/>
                </a:lnTo>
                <a:lnTo>
                  <a:pt x="426" y="1014"/>
                </a:lnTo>
                <a:lnTo>
                  <a:pt x="438" y="1014"/>
                </a:lnTo>
                <a:lnTo>
                  <a:pt x="444" y="1014"/>
                </a:lnTo>
                <a:lnTo>
                  <a:pt x="450" y="1014"/>
                </a:lnTo>
                <a:lnTo>
                  <a:pt x="456" y="1014"/>
                </a:lnTo>
                <a:lnTo>
                  <a:pt x="462" y="1020"/>
                </a:lnTo>
                <a:lnTo>
                  <a:pt x="468" y="1020"/>
                </a:lnTo>
                <a:lnTo>
                  <a:pt x="474" y="1020"/>
                </a:lnTo>
                <a:lnTo>
                  <a:pt x="480" y="1026"/>
                </a:lnTo>
                <a:lnTo>
                  <a:pt x="486" y="1026"/>
                </a:lnTo>
                <a:lnTo>
                  <a:pt x="492" y="1032"/>
                </a:lnTo>
                <a:lnTo>
                  <a:pt x="498" y="1032"/>
                </a:lnTo>
                <a:lnTo>
                  <a:pt x="504" y="1038"/>
                </a:lnTo>
                <a:lnTo>
                  <a:pt x="516" y="1038"/>
                </a:lnTo>
                <a:lnTo>
                  <a:pt x="522" y="1044"/>
                </a:lnTo>
                <a:lnTo>
                  <a:pt x="528" y="1044"/>
                </a:lnTo>
                <a:lnTo>
                  <a:pt x="534" y="1044"/>
                </a:lnTo>
                <a:lnTo>
                  <a:pt x="540" y="1038"/>
                </a:lnTo>
                <a:lnTo>
                  <a:pt x="546" y="1038"/>
                </a:lnTo>
                <a:lnTo>
                  <a:pt x="552" y="1032"/>
                </a:lnTo>
                <a:lnTo>
                  <a:pt x="558" y="1026"/>
                </a:lnTo>
                <a:lnTo>
                  <a:pt x="564" y="1020"/>
                </a:lnTo>
                <a:lnTo>
                  <a:pt x="570" y="1014"/>
                </a:lnTo>
                <a:lnTo>
                  <a:pt x="576" y="1008"/>
                </a:lnTo>
                <a:lnTo>
                  <a:pt x="582" y="996"/>
                </a:lnTo>
                <a:lnTo>
                  <a:pt x="594" y="990"/>
                </a:lnTo>
                <a:lnTo>
                  <a:pt x="600" y="984"/>
                </a:lnTo>
                <a:lnTo>
                  <a:pt x="606" y="978"/>
                </a:lnTo>
                <a:lnTo>
                  <a:pt x="612" y="978"/>
                </a:lnTo>
                <a:lnTo>
                  <a:pt x="618" y="978"/>
                </a:lnTo>
                <a:lnTo>
                  <a:pt x="624" y="984"/>
                </a:lnTo>
                <a:lnTo>
                  <a:pt x="630" y="990"/>
                </a:lnTo>
                <a:lnTo>
                  <a:pt x="636" y="996"/>
                </a:lnTo>
                <a:lnTo>
                  <a:pt x="642" y="1008"/>
                </a:lnTo>
                <a:lnTo>
                  <a:pt x="648" y="1026"/>
                </a:lnTo>
                <a:lnTo>
                  <a:pt x="654" y="1038"/>
                </a:lnTo>
                <a:lnTo>
                  <a:pt x="660" y="1056"/>
                </a:lnTo>
                <a:lnTo>
                  <a:pt x="666" y="1074"/>
                </a:lnTo>
                <a:lnTo>
                  <a:pt x="678" y="1086"/>
                </a:lnTo>
                <a:lnTo>
                  <a:pt x="684" y="1098"/>
                </a:lnTo>
                <a:lnTo>
                  <a:pt x="690" y="1110"/>
                </a:lnTo>
                <a:lnTo>
                  <a:pt x="696" y="1116"/>
                </a:lnTo>
                <a:lnTo>
                  <a:pt x="702" y="1116"/>
                </a:lnTo>
                <a:lnTo>
                  <a:pt x="708" y="1110"/>
                </a:lnTo>
                <a:lnTo>
                  <a:pt x="714" y="1098"/>
                </a:lnTo>
                <a:lnTo>
                  <a:pt x="720" y="1080"/>
                </a:lnTo>
                <a:lnTo>
                  <a:pt x="726" y="1056"/>
                </a:lnTo>
                <a:lnTo>
                  <a:pt x="732" y="1032"/>
                </a:lnTo>
                <a:lnTo>
                  <a:pt x="738" y="1002"/>
                </a:lnTo>
                <a:lnTo>
                  <a:pt x="744" y="966"/>
                </a:lnTo>
                <a:lnTo>
                  <a:pt x="756" y="936"/>
                </a:lnTo>
                <a:lnTo>
                  <a:pt x="762" y="906"/>
                </a:lnTo>
                <a:lnTo>
                  <a:pt x="768" y="882"/>
                </a:lnTo>
                <a:lnTo>
                  <a:pt x="774" y="864"/>
                </a:lnTo>
                <a:lnTo>
                  <a:pt x="780" y="852"/>
                </a:lnTo>
                <a:lnTo>
                  <a:pt x="786" y="846"/>
                </a:lnTo>
                <a:lnTo>
                  <a:pt x="792" y="858"/>
                </a:lnTo>
                <a:lnTo>
                  <a:pt x="798" y="876"/>
                </a:lnTo>
                <a:lnTo>
                  <a:pt x="804" y="906"/>
                </a:lnTo>
                <a:lnTo>
                  <a:pt x="810" y="942"/>
                </a:lnTo>
                <a:lnTo>
                  <a:pt x="816" y="990"/>
                </a:lnTo>
                <a:lnTo>
                  <a:pt x="822" y="1044"/>
                </a:lnTo>
                <a:lnTo>
                  <a:pt x="834" y="1098"/>
                </a:lnTo>
                <a:lnTo>
                  <a:pt x="840" y="1158"/>
                </a:lnTo>
                <a:lnTo>
                  <a:pt x="846" y="1212"/>
                </a:lnTo>
                <a:lnTo>
                  <a:pt x="852" y="1260"/>
                </a:lnTo>
                <a:lnTo>
                  <a:pt x="858" y="1296"/>
                </a:lnTo>
                <a:lnTo>
                  <a:pt x="864" y="1314"/>
                </a:lnTo>
                <a:lnTo>
                  <a:pt x="870" y="1326"/>
                </a:lnTo>
                <a:lnTo>
                  <a:pt x="876" y="1314"/>
                </a:lnTo>
                <a:lnTo>
                  <a:pt x="882" y="1284"/>
                </a:lnTo>
                <a:lnTo>
                  <a:pt x="888" y="1242"/>
                </a:lnTo>
                <a:lnTo>
                  <a:pt x="894" y="1182"/>
                </a:lnTo>
                <a:lnTo>
                  <a:pt x="900" y="1104"/>
                </a:lnTo>
                <a:lnTo>
                  <a:pt x="912" y="1020"/>
                </a:lnTo>
                <a:lnTo>
                  <a:pt x="918" y="930"/>
                </a:lnTo>
                <a:lnTo>
                  <a:pt x="924" y="840"/>
                </a:lnTo>
                <a:lnTo>
                  <a:pt x="930" y="750"/>
                </a:lnTo>
                <a:lnTo>
                  <a:pt x="936" y="672"/>
                </a:lnTo>
                <a:lnTo>
                  <a:pt x="942" y="612"/>
                </a:lnTo>
                <a:lnTo>
                  <a:pt x="948" y="570"/>
                </a:lnTo>
                <a:lnTo>
                  <a:pt x="954" y="558"/>
                </a:lnTo>
                <a:lnTo>
                  <a:pt x="960" y="564"/>
                </a:lnTo>
                <a:lnTo>
                  <a:pt x="966" y="600"/>
                </a:lnTo>
                <a:lnTo>
                  <a:pt x="972" y="666"/>
                </a:lnTo>
                <a:lnTo>
                  <a:pt x="978" y="750"/>
                </a:lnTo>
                <a:lnTo>
                  <a:pt x="990" y="858"/>
                </a:lnTo>
                <a:lnTo>
                  <a:pt x="996" y="984"/>
                </a:lnTo>
                <a:lnTo>
                  <a:pt x="1002" y="1116"/>
                </a:lnTo>
                <a:lnTo>
                  <a:pt x="1008" y="1248"/>
                </a:lnTo>
                <a:lnTo>
                  <a:pt x="1014" y="1380"/>
                </a:lnTo>
                <a:lnTo>
                  <a:pt x="1020" y="1494"/>
                </a:lnTo>
                <a:lnTo>
                  <a:pt x="1026" y="1584"/>
                </a:lnTo>
                <a:lnTo>
                  <a:pt x="1032" y="1650"/>
                </a:lnTo>
                <a:lnTo>
                  <a:pt x="1038" y="1680"/>
                </a:lnTo>
                <a:lnTo>
                  <a:pt x="1044" y="1674"/>
                </a:lnTo>
                <a:lnTo>
                  <a:pt x="1050" y="1632"/>
                </a:lnTo>
                <a:lnTo>
                  <a:pt x="1056" y="1554"/>
                </a:lnTo>
                <a:lnTo>
                  <a:pt x="1068" y="1440"/>
                </a:lnTo>
                <a:lnTo>
                  <a:pt x="1074" y="1296"/>
                </a:lnTo>
                <a:lnTo>
                  <a:pt x="1080" y="1134"/>
                </a:lnTo>
                <a:lnTo>
                  <a:pt x="1086" y="960"/>
                </a:lnTo>
                <a:lnTo>
                  <a:pt x="1092" y="780"/>
                </a:lnTo>
                <a:lnTo>
                  <a:pt x="1098" y="612"/>
                </a:lnTo>
                <a:lnTo>
                  <a:pt x="1104" y="456"/>
                </a:lnTo>
                <a:lnTo>
                  <a:pt x="1110" y="330"/>
                </a:lnTo>
                <a:lnTo>
                  <a:pt x="1116" y="240"/>
                </a:lnTo>
                <a:lnTo>
                  <a:pt x="1122" y="192"/>
                </a:lnTo>
                <a:lnTo>
                  <a:pt x="1128" y="186"/>
                </a:lnTo>
                <a:lnTo>
                  <a:pt x="1134" y="228"/>
                </a:lnTo>
                <a:lnTo>
                  <a:pt x="1146" y="318"/>
                </a:lnTo>
                <a:lnTo>
                  <a:pt x="1152" y="450"/>
                </a:lnTo>
                <a:lnTo>
                  <a:pt x="1158" y="618"/>
                </a:lnTo>
                <a:lnTo>
                  <a:pt x="1164" y="816"/>
                </a:lnTo>
                <a:lnTo>
                  <a:pt x="1170" y="1026"/>
                </a:lnTo>
                <a:lnTo>
                  <a:pt x="1176" y="1242"/>
                </a:lnTo>
                <a:lnTo>
                  <a:pt x="1182" y="1452"/>
                </a:lnTo>
                <a:lnTo>
                  <a:pt x="1188" y="1638"/>
                </a:lnTo>
                <a:lnTo>
                  <a:pt x="1194" y="1794"/>
                </a:lnTo>
                <a:lnTo>
                  <a:pt x="1200" y="1914"/>
                </a:lnTo>
                <a:lnTo>
                  <a:pt x="1206" y="1980"/>
                </a:lnTo>
                <a:lnTo>
                  <a:pt x="1212" y="1998"/>
                </a:lnTo>
                <a:lnTo>
                  <a:pt x="1224" y="1956"/>
                </a:lnTo>
                <a:lnTo>
                  <a:pt x="1230" y="1866"/>
                </a:lnTo>
                <a:lnTo>
                  <a:pt x="1236" y="1728"/>
                </a:lnTo>
                <a:lnTo>
                  <a:pt x="1242" y="1542"/>
                </a:lnTo>
                <a:lnTo>
                  <a:pt x="1248" y="1332"/>
                </a:lnTo>
                <a:lnTo>
                  <a:pt x="1254" y="1104"/>
                </a:lnTo>
                <a:lnTo>
                  <a:pt x="1260" y="864"/>
                </a:lnTo>
                <a:lnTo>
                  <a:pt x="1266" y="636"/>
                </a:lnTo>
                <a:lnTo>
                  <a:pt x="1272" y="426"/>
                </a:lnTo>
                <a:lnTo>
                  <a:pt x="1278" y="246"/>
                </a:lnTo>
                <a:lnTo>
                  <a:pt x="1284" y="114"/>
                </a:lnTo>
                <a:lnTo>
                  <a:pt x="1290" y="30"/>
                </a:lnTo>
                <a:lnTo>
                  <a:pt x="1302" y="0"/>
                </a:lnTo>
                <a:lnTo>
                  <a:pt x="1308" y="30"/>
                </a:lnTo>
                <a:lnTo>
                  <a:pt x="1314" y="114"/>
                </a:lnTo>
                <a:lnTo>
                  <a:pt x="1320" y="246"/>
                </a:lnTo>
                <a:lnTo>
                  <a:pt x="1326" y="426"/>
                </a:lnTo>
                <a:lnTo>
                  <a:pt x="1332" y="636"/>
                </a:lnTo>
                <a:lnTo>
                  <a:pt x="1338" y="864"/>
                </a:lnTo>
                <a:lnTo>
                  <a:pt x="1344" y="1104"/>
                </a:lnTo>
                <a:lnTo>
                  <a:pt x="1350" y="1332"/>
                </a:lnTo>
                <a:lnTo>
                  <a:pt x="1356" y="1542"/>
                </a:lnTo>
                <a:lnTo>
                  <a:pt x="1362" y="1728"/>
                </a:lnTo>
                <a:lnTo>
                  <a:pt x="1368" y="1866"/>
                </a:lnTo>
                <a:lnTo>
                  <a:pt x="1374" y="1956"/>
                </a:lnTo>
                <a:lnTo>
                  <a:pt x="1386" y="1998"/>
                </a:lnTo>
                <a:lnTo>
                  <a:pt x="1392" y="1980"/>
                </a:lnTo>
                <a:lnTo>
                  <a:pt x="1398" y="1914"/>
                </a:lnTo>
                <a:lnTo>
                  <a:pt x="1404" y="1794"/>
                </a:lnTo>
                <a:lnTo>
                  <a:pt x="1410" y="1638"/>
                </a:lnTo>
                <a:lnTo>
                  <a:pt x="1416" y="1452"/>
                </a:lnTo>
                <a:lnTo>
                  <a:pt x="1422" y="1242"/>
                </a:lnTo>
                <a:lnTo>
                  <a:pt x="1428" y="1026"/>
                </a:lnTo>
                <a:lnTo>
                  <a:pt x="1434" y="816"/>
                </a:lnTo>
                <a:lnTo>
                  <a:pt x="1440" y="618"/>
                </a:lnTo>
                <a:lnTo>
                  <a:pt x="1446" y="450"/>
                </a:lnTo>
                <a:lnTo>
                  <a:pt x="1452" y="318"/>
                </a:lnTo>
                <a:lnTo>
                  <a:pt x="1464" y="228"/>
                </a:lnTo>
                <a:lnTo>
                  <a:pt x="1470" y="186"/>
                </a:lnTo>
                <a:lnTo>
                  <a:pt x="1476" y="192"/>
                </a:lnTo>
                <a:lnTo>
                  <a:pt x="1482" y="240"/>
                </a:lnTo>
                <a:lnTo>
                  <a:pt x="1488" y="330"/>
                </a:lnTo>
                <a:lnTo>
                  <a:pt x="1494" y="456"/>
                </a:lnTo>
                <a:lnTo>
                  <a:pt x="1500" y="612"/>
                </a:lnTo>
                <a:lnTo>
                  <a:pt x="1506" y="780"/>
                </a:lnTo>
                <a:lnTo>
                  <a:pt x="1512" y="960"/>
                </a:lnTo>
                <a:lnTo>
                  <a:pt x="1518" y="1134"/>
                </a:lnTo>
                <a:lnTo>
                  <a:pt x="1524" y="1296"/>
                </a:lnTo>
                <a:lnTo>
                  <a:pt x="1530" y="1440"/>
                </a:lnTo>
                <a:lnTo>
                  <a:pt x="1542" y="1554"/>
                </a:lnTo>
                <a:lnTo>
                  <a:pt x="1548" y="1632"/>
                </a:lnTo>
                <a:lnTo>
                  <a:pt x="1554" y="1674"/>
                </a:lnTo>
                <a:lnTo>
                  <a:pt x="1560" y="1680"/>
                </a:lnTo>
                <a:lnTo>
                  <a:pt x="1566" y="1650"/>
                </a:lnTo>
                <a:lnTo>
                  <a:pt x="1572" y="1584"/>
                </a:lnTo>
                <a:lnTo>
                  <a:pt x="1578" y="1494"/>
                </a:lnTo>
                <a:lnTo>
                  <a:pt x="1584" y="1380"/>
                </a:lnTo>
                <a:lnTo>
                  <a:pt x="1590" y="1248"/>
                </a:lnTo>
                <a:lnTo>
                  <a:pt x="1596" y="1116"/>
                </a:lnTo>
                <a:lnTo>
                  <a:pt x="1602" y="984"/>
                </a:lnTo>
                <a:lnTo>
                  <a:pt x="1608" y="858"/>
                </a:lnTo>
                <a:lnTo>
                  <a:pt x="1620" y="750"/>
                </a:lnTo>
                <a:lnTo>
                  <a:pt x="1626" y="666"/>
                </a:lnTo>
                <a:lnTo>
                  <a:pt x="1632" y="600"/>
                </a:lnTo>
                <a:lnTo>
                  <a:pt x="1638" y="564"/>
                </a:lnTo>
                <a:lnTo>
                  <a:pt x="1644" y="558"/>
                </a:lnTo>
                <a:lnTo>
                  <a:pt x="1650" y="570"/>
                </a:lnTo>
                <a:lnTo>
                  <a:pt x="1656" y="612"/>
                </a:lnTo>
                <a:lnTo>
                  <a:pt x="1662" y="672"/>
                </a:lnTo>
                <a:lnTo>
                  <a:pt x="1668" y="750"/>
                </a:lnTo>
                <a:lnTo>
                  <a:pt x="1674" y="840"/>
                </a:lnTo>
                <a:lnTo>
                  <a:pt x="1680" y="930"/>
                </a:lnTo>
                <a:lnTo>
                  <a:pt x="1686" y="1020"/>
                </a:lnTo>
                <a:lnTo>
                  <a:pt x="1698" y="1104"/>
                </a:lnTo>
                <a:lnTo>
                  <a:pt x="1704" y="1182"/>
                </a:lnTo>
                <a:lnTo>
                  <a:pt x="1710" y="1242"/>
                </a:lnTo>
                <a:lnTo>
                  <a:pt x="1716" y="1284"/>
                </a:lnTo>
                <a:lnTo>
                  <a:pt x="1722" y="1314"/>
                </a:lnTo>
                <a:lnTo>
                  <a:pt x="1728" y="1326"/>
                </a:lnTo>
                <a:lnTo>
                  <a:pt x="1734" y="1314"/>
                </a:lnTo>
                <a:lnTo>
                  <a:pt x="1740" y="1296"/>
                </a:lnTo>
                <a:lnTo>
                  <a:pt x="1746" y="1260"/>
                </a:lnTo>
                <a:lnTo>
                  <a:pt x="1752" y="1212"/>
                </a:lnTo>
                <a:lnTo>
                  <a:pt x="1758" y="1158"/>
                </a:lnTo>
                <a:lnTo>
                  <a:pt x="1764" y="1098"/>
                </a:lnTo>
                <a:lnTo>
                  <a:pt x="1776" y="1044"/>
                </a:lnTo>
                <a:lnTo>
                  <a:pt x="1782" y="990"/>
                </a:lnTo>
                <a:lnTo>
                  <a:pt x="1788" y="942"/>
                </a:lnTo>
                <a:lnTo>
                  <a:pt x="1794" y="906"/>
                </a:lnTo>
                <a:lnTo>
                  <a:pt x="1800" y="876"/>
                </a:lnTo>
                <a:lnTo>
                  <a:pt x="1806" y="858"/>
                </a:lnTo>
                <a:lnTo>
                  <a:pt x="1812" y="846"/>
                </a:lnTo>
                <a:lnTo>
                  <a:pt x="1818" y="852"/>
                </a:lnTo>
                <a:lnTo>
                  <a:pt x="1824" y="864"/>
                </a:lnTo>
                <a:lnTo>
                  <a:pt x="1830" y="882"/>
                </a:lnTo>
                <a:lnTo>
                  <a:pt x="1836" y="906"/>
                </a:lnTo>
                <a:lnTo>
                  <a:pt x="1842" y="936"/>
                </a:lnTo>
                <a:lnTo>
                  <a:pt x="1854" y="966"/>
                </a:lnTo>
                <a:lnTo>
                  <a:pt x="1860" y="1002"/>
                </a:lnTo>
                <a:lnTo>
                  <a:pt x="1866" y="1032"/>
                </a:lnTo>
                <a:lnTo>
                  <a:pt x="1872" y="1056"/>
                </a:lnTo>
                <a:lnTo>
                  <a:pt x="1878" y="1080"/>
                </a:lnTo>
                <a:lnTo>
                  <a:pt x="1884" y="1098"/>
                </a:lnTo>
                <a:lnTo>
                  <a:pt x="1890" y="1110"/>
                </a:lnTo>
                <a:lnTo>
                  <a:pt x="1896" y="1116"/>
                </a:lnTo>
                <a:lnTo>
                  <a:pt x="1902" y="1116"/>
                </a:lnTo>
                <a:lnTo>
                  <a:pt x="1908" y="1110"/>
                </a:lnTo>
                <a:lnTo>
                  <a:pt x="1914" y="1098"/>
                </a:lnTo>
                <a:lnTo>
                  <a:pt x="1920" y="1086"/>
                </a:lnTo>
                <a:lnTo>
                  <a:pt x="1932" y="1074"/>
                </a:lnTo>
                <a:lnTo>
                  <a:pt x="1938" y="1056"/>
                </a:lnTo>
                <a:lnTo>
                  <a:pt x="1944" y="1038"/>
                </a:lnTo>
                <a:lnTo>
                  <a:pt x="1950" y="1026"/>
                </a:lnTo>
                <a:lnTo>
                  <a:pt x="1956" y="1008"/>
                </a:lnTo>
                <a:lnTo>
                  <a:pt x="1962" y="996"/>
                </a:lnTo>
                <a:lnTo>
                  <a:pt x="1968" y="990"/>
                </a:lnTo>
                <a:lnTo>
                  <a:pt x="1974" y="984"/>
                </a:lnTo>
                <a:lnTo>
                  <a:pt x="1980" y="978"/>
                </a:lnTo>
                <a:lnTo>
                  <a:pt x="1986" y="978"/>
                </a:lnTo>
                <a:lnTo>
                  <a:pt x="1992" y="978"/>
                </a:lnTo>
                <a:lnTo>
                  <a:pt x="1998" y="984"/>
                </a:lnTo>
                <a:lnTo>
                  <a:pt x="2004" y="990"/>
                </a:lnTo>
                <a:lnTo>
                  <a:pt x="2016" y="996"/>
                </a:lnTo>
                <a:lnTo>
                  <a:pt x="2022" y="1008"/>
                </a:lnTo>
                <a:lnTo>
                  <a:pt x="2028" y="1014"/>
                </a:lnTo>
                <a:lnTo>
                  <a:pt x="2034" y="1020"/>
                </a:lnTo>
                <a:lnTo>
                  <a:pt x="2040" y="1026"/>
                </a:lnTo>
                <a:lnTo>
                  <a:pt x="2046" y="1032"/>
                </a:lnTo>
                <a:lnTo>
                  <a:pt x="2052" y="1038"/>
                </a:lnTo>
                <a:lnTo>
                  <a:pt x="2058" y="1038"/>
                </a:lnTo>
                <a:lnTo>
                  <a:pt x="2064" y="1044"/>
                </a:lnTo>
                <a:lnTo>
                  <a:pt x="2070" y="1044"/>
                </a:lnTo>
                <a:lnTo>
                  <a:pt x="2076" y="1044"/>
                </a:lnTo>
                <a:lnTo>
                  <a:pt x="2082" y="1038"/>
                </a:lnTo>
                <a:lnTo>
                  <a:pt x="2094" y="1038"/>
                </a:lnTo>
                <a:lnTo>
                  <a:pt x="2100" y="1032"/>
                </a:lnTo>
                <a:lnTo>
                  <a:pt x="2106" y="1032"/>
                </a:lnTo>
                <a:lnTo>
                  <a:pt x="2112" y="1026"/>
                </a:lnTo>
                <a:lnTo>
                  <a:pt x="2118" y="1026"/>
                </a:lnTo>
                <a:lnTo>
                  <a:pt x="2124" y="1020"/>
                </a:lnTo>
                <a:lnTo>
                  <a:pt x="2130" y="1020"/>
                </a:lnTo>
                <a:lnTo>
                  <a:pt x="2136" y="1020"/>
                </a:lnTo>
                <a:lnTo>
                  <a:pt x="2142" y="1014"/>
                </a:lnTo>
                <a:lnTo>
                  <a:pt x="2148" y="1014"/>
                </a:lnTo>
                <a:lnTo>
                  <a:pt x="2154" y="1014"/>
                </a:lnTo>
                <a:lnTo>
                  <a:pt x="2160" y="1014"/>
                </a:lnTo>
                <a:lnTo>
                  <a:pt x="2172" y="1014"/>
                </a:lnTo>
                <a:lnTo>
                  <a:pt x="2178" y="1014"/>
                </a:lnTo>
                <a:lnTo>
                  <a:pt x="2184" y="1020"/>
                </a:lnTo>
                <a:lnTo>
                  <a:pt x="2190" y="1020"/>
                </a:lnTo>
                <a:lnTo>
                  <a:pt x="2196" y="1020"/>
                </a:lnTo>
                <a:lnTo>
                  <a:pt x="2202" y="1020"/>
                </a:lnTo>
                <a:lnTo>
                  <a:pt x="2208" y="1020"/>
                </a:lnTo>
                <a:lnTo>
                  <a:pt x="2214" y="1026"/>
                </a:lnTo>
                <a:lnTo>
                  <a:pt x="2220" y="1026"/>
                </a:lnTo>
                <a:lnTo>
                  <a:pt x="2226" y="1026"/>
                </a:lnTo>
                <a:lnTo>
                  <a:pt x="2232" y="1026"/>
                </a:lnTo>
                <a:lnTo>
                  <a:pt x="2238" y="1026"/>
                </a:lnTo>
                <a:lnTo>
                  <a:pt x="2250" y="1026"/>
                </a:lnTo>
                <a:lnTo>
                  <a:pt x="2256" y="1026"/>
                </a:lnTo>
                <a:lnTo>
                  <a:pt x="2262" y="1026"/>
                </a:lnTo>
                <a:lnTo>
                  <a:pt x="2268" y="1026"/>
                </a:lnTo>
                <a:lnTo>
                  <a:pt x="2274" y="1026"/>
                </a:lnTo>
                <a:lnTo>
                  <a:pt x="2280" y="1026"/>
                </a:lnTo>
                <a:lnTo>
                  <a:pt x="2286" y="1026"/>
                </a:lnTo>
                <a:lnTo>
                  <a:pt x="2292" y="1026"/>
                </a:lnTo>
                <a:lnTo>
                  <a:pt x="2298" y="1020"/>
                </a:lnTo>
                <a:lnTo>
                  <a:pt x="2304" y="1020"/>
                </a:lnTo>
                <a:lnTo>
                  <a:pt x="2310" y="1020"/>
                </a:lnTo>
                <a:lnTo>
                  <a:pt x="2316" y="1020"/>
                </a:lnTo>
                <a:lnTo>
                  <a:pt x="2328" y="1020"/>
                </a:lnTo>
                <a:lnTo>
                  <a:pt x="2334" y="1020"/>
                </a:lnTo>
                <a:lnTo>
                  <a:pt x="2340" y="1020"/>
                </a:lnTo>
                <a:lnTo>
                  <a:pt x="2346" y="1020"/>
                </a:lnTo>
                <a:lnTo>
                  <a:pt x="2352" y="1020"/>
                </a:lnTo>
                <a:lnTo>
                  <a:pt x="2358" y="1020"/>
                </a:lnTo>
                <a:lnTo>
                  <a:pt x="2364" y="1020"/>
                </a:lnTo>
                <a:lnTo>
                  <a:pt x="2370" y="1020"/>
                </a:lnTo>
                <a:lnTo>
                  <a:pt x="2376" y="1020"/>
                </a:lnTo>
                <a:lnTo>
                  <a:pt x="2382" y="1026"/>
                </a:lnTo>
                <a:lnTo>
                  <a:pt x="2388" y="1026"/>
                </a:lnTo>
                <a:lnTo>
                  <a:pt x="2394" y="1026"/>
                </a:lnTo>
                <a:lnTo>
                  <a:pt x="2406" y="1026"/>
                </a:lnTo>
                <a:lnTo>
                  <a:pt x="2412" y="1026"/>
                </a:lnTo>
                <a:lnTo>
                  <a:pt x="2418" y="1026"/>
                </a:lnTo>
                <a:lnTo>
                  <a:pt x="2424" y="1026"/>
                </a:lnTo>
                <a:lnTo>
                  <a:pt x="2430" y="1026"/>
                </a:lnTo>
                <a:lnTo>
                  <a:pt x="2436" y="1026"/>
                </a:lnTo>
                <a:lnTo>
                  <a:pt x="2442" y="1026"/>
                </a:lnTo>
                <a:lnTo>
                  <a:pt x="2448" y="1026"/>
                </a:lnTo>
                <a:lnTo>
                  <a:pt x="2454" y="1026"/>
                </a:lnTo>
                <a:lnTo>
                  <a:pt x="2460" y="1026"/>
                </a:lnTo>
                <a:lnTo>
                  <a:pt x="2466" y="1026"/>
                </a:lnTo>
                <a:lnTo>
                  <a:pt x="2472" y="1020"/>
                </a:lnTo>
                <a:lnTo>
                  <a:pt x="2484" y="1020"/>
                </a:lnTo>
                <a:lnTo>
                  <a:pt x="2490" y="1020"/>
                </a:lnTo>
                <a:lnTo>
                  <a:pt x="2496" y="1020"/>
                </a:lnTo>
                <a:lnTo>
                  <a:pt x="2502" y="1020"/>
                </a:lnTo>
                <a:lnTo>
                  <a:pt x="2508" y="1020"/>
                </a:lnTo>
                <a:lnTo>
                  <a:pt x="2514" y="1020"/>
                </a:lnTo>
                <a:lnTo>
                  <a:pt x="2520" y="1020"/>
                </a:lnTo>
                <a:lnTo>
                  <a:pt x="2526" y="1020"/>
                </a:lnTo>
                <a:lnTo>
                  <a:pt x="2532" y="1020"/>
                </a:lnTo>
                <a:lnTo>
                  <a:pt x="2538" y="1020"/>
                </a:lnTo>
                <a:lnTo>
                  <a:pt x="2544" y="1020"/>
                </a:lnTo>
                <a:lnTo>
                  <a:pt x="2550" y="1020"/>
                </a:lnTo>
                <a:lnTo>
                  <a:pt x="2562" y="1026"/>
                </a:lnTo>
                <a:lnTo>
                  <a:pt x="2568" y="1026"/>
                </a:lnTo>
                <a:lnTo>
                  <a:pt x="2574" y="1026"/>
                </a:lnTo>
                <a:lnTo>
                  <a:pt x="2580" y="1026"/>
                </a:lnTo>
                <a:lnTo>
                  <a:pt x="2586" y="1026"/>
                </a:lnTo>
                <a:lnTo>
                  <a:pt x="2592" y="1026"/>
                </a:lnTo>
                <a:lnTo>
                  <a:pt x="2598" y="1026"/>
                </a:lnTo>
              </a:path>
            </a:pathLst>
          </a:custGeom>
          <a:noFill/>
          <a:ln w="28575">
            <a:solidFill>
              <a:srgbClr val="66FFFF"/>
            </a:solidFill>
            <a:rou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207" name="Text Box 8"/>
          <p:cNvSpPr txBox="1">
            <a:spLocks noChangeArrowheads="1"/>
          </p:cNvSpPr>
          <p:nvPr/>
        </p:nvSpPr>
        <p:spPr bwMode="auto">
          <a:xfrm>
            <a:off x="5029200" y="2438400"/>
            <a:ext cx="20701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Excited medium</a:t>
            </a:r>
            <a:endParaRPr lang="en-US"/>
          </a:p>
        </p:txBody>
      </p:sp>
      <p:grpSp>
        <p:nvGrpSpPr>
          <p:cNvPr id="3" name="Group 9"/>
          <p:cNvGrpSpPr/>
          <p:nvPr/>
        </p:nvGrpSpPr>
        <p:grpSpPr bwMode="auto">
          <a:xfrm>
            <a:off x="5556251" y="3033714"/>
            <a:ext cx="1012825" cy="2058987"/>
            <a:chOff x="2560" y="2023"/>
            <a:chExt cx="638" cy="1297"/>
          </a:xfrm>
        </p:grpSpPr>
        <p:grpSp>
          <p:nvGrpSpPr>
            <p:cNvPr id="4" name="Group 10"/>
            <p:cNvGrpSpPr/>
            <p:nvPr/>
          </p:nvGrpSpPr>
          <p:grpSpPr bwMode="auto">
            <a:xfrm>
              <a:off x="2560" y="2727"/>
              <a:ext cx="638" cy="593"/>
              <a:chOff x="2088" y="2719"/>
              <a:chExt cx="638" cy="593"/>
            </a:xfrm>
          </p:grpSpPr>
          <p:sp>
            <p:nvSpPr>
              <p:cNvPr id="51256" name="Freeform 11"/>
              <p:cNvSpPr/>
              <p:nvPr/>
            </p:nvSpPr>
            <p:spPr bwMode="auto">
              <a:xfrm>
                <a:off x="2088" y="2719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257" name="Freeform 12"/>
              <p:cNvSpPr/>
              <p:nvPr/>
            </p:nvSpPr>
            <p:spPr bwMode="auto">
              <a:xfrm>
                <a:off x="2088" y="3016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13"/>
            <p:cNvGrpSpPr/>
            <p:nvPr/>
          </p:nvGrpSpPr>
          <p:grpSpPr bwMode="auto">
            <a:xfrm>
              <a:off x="2560" y="2023"/>
              <a:ext cx="638" cy="593"/>
              <a:chOff x="2088" y="2719"/>
              <a:chExt cx="638" cy="593"/>
            </a:xfrm>
          </p:grpSpPr>
          <p:sp>
            <p:nvSpPr>
              <p:cNvPr id="51254" name="Freeform 14"/>
              <p:cNvSpPr/>
              <p:nvPr/>
            </p:nvSpPr>
            <p:spPr bwMode="auto">
              <a:xfrm>
                <a:off x="2088" y="2719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255" name="Freeform 15"/>
              <p:cNvSpPr/>
              <p:nvPr/>
            </p:nvSpPr>
            <p:spPr bwMode="auto">
              <a:xfrm>
                <a:off x="2088" y="3016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6" name="Group 16"/>
          <p:cNvGrpSpPr/>
          <p:nvPr/>
        </p:nvGrpSpPr>
        <p:grpSpPr bwMode="auto">
          <a:xfrm>
            <a:off x="6607176" y="2881314"/>
            <a:ext cx="1012825" cy="2363787"/>
            <a:chOff x="2816" y="1927"/>
            <a:chExt cx="638" cy="1489"/>
          </a:xfrm>
        </p:grpSpPr>
        <p:grpSp>
          <p:nvGrpSpPr>
            <p:cNvPr id="7" name="Group 17"/>
            <p:cNvGrpSpPr/>
            <p:nvPr/>
          </p:nvGrpSpPr>
          <p:grpSpPr bwMode="auto">
            <a:xfrm>
              <a:off x="2816" y="2943"/>
              <a:ext cx="638" cy="473"/>
              <a:chOff x="2872" y="2927"/>
              <a:chExt cx="638" cy="473"/>
            </a:xfrm>
          </p:grpSpPr>
          <p:sp>
            <p:nvSpPr>
              <p:cNvPr id="51250" name="Freeform 18"/>
              <p:cNvSpPr/>
              <p:nvPr/>
            </p:nvSpPr>
            <p:spPr bwMode="auto">
              <a:xfrm>
                <a:off x="2872" y="2927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251" name="Freeform 19"/>
              <p:cNvSpPr/>
              <p:nvPr/>
            </p:nvSpPr>
            <p:spPr bwMode="auto">
              <a:xfrm>
                <a:off x="2872" y="3104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8" name="Group 20"/>
            <p:cNvGrpSpPr/>
            <p:nvPr/>
          </p:nvGrpSpPr>
          <p:grpSpPr bwMode="auto">
            <a:xfrm>
              <a:off x="2816" y="2605"/>
              <a:ext cx="638" cy="473"/>
              <a:chOff x="2872" y="2927"/>
              <a:chExt cx="638" cy="473"/>
            </a:xfrm>
          </p:grpSpPr>
          <p:sp>
            <p:nvSpPr>
              <p:cNvPr id="51248" name="Freeform 21"/>
              <p:cNvSpPr/>
              <p:nvPr/>
            </p:nvSpPr>
            <p:spPr bwMode="auto">
              <a:xfrm>
                <a:off x="2872" y="2927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249" name="Freeform 22"/>
              <p:cNvSpPr/>
              <p:nvPr/>
            </p:nvSpPr>
            <p:spPr bwMode="auto">
              <a:xfrm>
                <a:off x="2872" y="3104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23"/>
            <p:cNvGrpSpPr/>
            <p:nvPr/>
          </p:nvGrpSpPr>
          <p:grpSpPr bwMode="auto">
            <a:xfrm>
              <a:off x="2816" y="2266"/>
              <a:ext cx="638" cy="473"/>
              <a:chOff x="2872" y="2927"/>
              <a:chExt cx="638" cy="473"/>
            </a:xfrm>
          </p:grpSpPr>
          <p:sp>
            <p:nvSpPr>
              <p:cNvPr id="51246" name="Freeform 24"/>
              <p:cNvSpPr/>
              <p:nvPr/>
            </p:nvSpPr>
            <p:spPr bwMode="auto">
              <a:xfrm>
                <a:off x="2872" y="2927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247" name="Freeform 25"/>
              <p:cNvSpPr/>
              <p:nvPr/>
            </p:nvSpPr>
            <p:spPr bwMode="auto">
              <a:xfrm>
                <a:off x="2872" y="3104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26"/>
            <p:cNvGrpSpPr/>
            <p:nvPr/>
          </p:nvGrpSpPr>
          <p:grpSpPr bwMode="auto">
            <a:xfrm>
              <a:off x="2816" y="1927"/>
              <a:ext cx="638" cy="473"/>
              <a:chOff x="2872" y="2927"/>
              <a:chExt cx="638" cy="473"/>
            </a:xfrm>
          </p:grpSpPr>
          <p:sp>
            <p:nvSpPr>
              <p:cNvPr id="51244" name="Freeform 27"/>
              <p:cNvSpPr/>
              <p:nvPr/>
            </p:nvSpPr>
            <p:spPr bwMode="auto">
              <a:xfrm>
                <a:off x="2872" y="2927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245" name="Freeform 28"/>
              <p:cNvSpPr/>
              <p:nvPr/>
            </p:nvSpPr>
            <p:spPr bwMode="auto">
              <a:xfrm>
                <a:off x="2872" y="3104"/>
                <a:ext cx="638" cy="296"/>
              </a:xfrm>
              <a:custGeom>
                <a:avLst/>
                <a:gdLst>
                  <a:gd name="T0" fmla="*/ 0 w 2598"/>
                  <a:gd name="T1" fmla="*/ 0 h 1998"/>
                  <a:gd name="T2" fmla="*/ 0 w 2598"/>
                  <a:gd name="T3" fmla="*/ 0 h 1998"/>
                  <a:gd name="T4" fmla="*/ 0 w 2598"/>
                  <a:gd name="T5" fmla="*/ 0 h 1998"/>
                  <a:gd name="T6" fmla="*/ 0 w 2598"/>
                  <a:gd name="T7" fmla="*/ 0 h 1998"/>
                  <a:gd name="T8" fmla="*/ 0 w 2598"/>
                  <a:gd name="T9" fmla="*/ 0 h 1998"/>
                  <a:gd name="T10" fmla="*/ 0 w 2598"/>
                  <a:gd name="T11" fmla="*/ 0 h 1998"/>
                  <a:gd name="T12" fmla="*/ 0 w 2598"/>
                  <a:gd name="T13" fmla="*/ 0 h 1998"/>
                  <a:gd name="T14" fmla="*/ 0 w 2598"/>
                  <a:gd name="T15" fmla="*/ 0 h 1998"/>
                  <a:gd name="T16" fmla="*/ 0 w 2598"/>
                  <a:gd name="T17" fmla="*/ 0 h 1998"/>
                  <a:gd name="T18" fmla="*/ 0 w 2598"/>
                  <a:gd name="T19" fmla="*/ 0 h 1998"/>
                  <a:gd name="T20" fmla="*/ 0 w 2598"/>
                  <a:gd name="T21" fmla="*/ 0 h 1998"/>
                  <a:gd name="T22" fmla="*/ 0 w 2598"/>
                  <a:gd name="T23" fmla="*/ 0 h 1998"/>
                  <a:gd name="T24" fmla="*/ 0 w 2598"/>
                  <a:gd name="T25" fmla="*/ 0 h 1998"/>
                  <a:gd name="T26" fmla="*/ 0 w 2598"/>
                  <a:gd name="T27" fmla="*/ 0 h 1998"/>
                  <a:gd name="T28" fmla="*/ 0 w 2598"/>
                  <a:gd name="T29" fmla="*/ 0 h 1998"/>
                  <a:gd name="T30" fmla="*/ 0 w 2598"/>
                  <a:gd name="T31" fmla="*/ 0 h 1998"/>
                  <a:gd name="T32" fmla="*/ 0 w 2598"/>
                  <a:gd name="T33" fmla="*/ 0 h 1998"/>
                  <a:gd name="T34" fmla="*/ 0 w 2598"/>
                  <a:gd name="T35" fmla="*/ 0 h 1998"/>
                  <a:gd name="T36" fmla="*/ 0 w 2598"/>
                  <a:gd name="T37" fmla="*/ 0 h 1998"/>
                  <a:gd name="T38" fmla="*/ 0 w 2598"/>
                  <a:gd name="T39" fmla="*/ 0 h 1998"/>
                  <a:gd name="T40" fmla="*/ 0 w 2598"/>
                  <a:gd name="T41" fmla="*/ 0 h 1998"/>
                  <a:gd name="T42" fmla="*/ 0 w 2598"/>
                  <a:gd name="T43" fmla="*/ 0 h 1998"/>
                  <a:gd name="T44" fmla="*/ 0 w 2598"/>
                  <a:gd name="T45" fmla="*/ 0 h 1998"/>
                  <a:gd name="T46" fmla="*/ 0 w 2598"/>
                  <a:gd name="T47" fmla="*/ 0 h 1998"/>
                  <a:gd name="T48" fmla="*/ 0 w 2598"/>
                  <a:gd name="T49" fmla="*/ 0 h 1998"/>
                  <a:gd name="T50" fmla="*/ 0 w 2598"/>
                  <a:gd name="T51" fmla="*/ 0 h 1998"/>
                  <a:gd name="T52" fmla="*/ 0 w 2598"/>
                  <a:gd name="T53" fmla="*/ 0 h 1998"/>
                  <a:gd name="T54" fmla="*/ 0 w 2598"/>
                  <a:gd name="T55" fmla="*/ 0 h 1998"/>
                  <a:gd name="T56" fmla="*/ 0 w 2598"/>
                  <a:gd name="T57" fmla="*/ 0 h 1998"/>
                  <a:gd name="T58" fmla="*/ 0 w 2598"/>
                  <a:gd name="T59" fmla="*/ 0 h 1998"/>
                  <a:gd name="T60" fmla="*/ 0 w 2598"/>
                  <a:gd name="T61" fmla="*/ 0 h 1998"/>
                  <a:gd name="T62" fmla="*/ 0 w 2598"/>
                  <a:gd name="T63" fmla="*/ 0 h 1998"/>
                  <a:gd name="T64" fmla="*/ 0 w 2598"/>
                  <a:gd name="T65" fmla="*/ 0 h 1998"/>
                  <a:gd name="T66" fmla="*/ 0 w 2598"/>
                  <a:gd name="T67" fmla="*/ 0 h 1998"/>
                  <a:gd name="T68" fmla="*/ 0 w 2598"/>
                  <a:gd name="T69" fmla="*/ 0 h 1998"/>
                  <a:gd name="T70" fmla="*/ 0 w 2598"/>
                  <a:gd name="T71" fmla="*/ 0 h 1998"/>
                  <a:gd name="T72" fmla="*/ 0 w 2598"/>
                  <a:gd name="T73" fmla="*/ 0 h 1998"/>
                  <a:gd name="T74" fmla="*/ 0 w 2598"/>
                  <a:gd name="T75" fmla="*/ 0 h 1998"/>
                  <a:gd name="T76" fmla="*/ 0 w 2598"/>
                  <a:gd name="T77" fmla="*/ 0 h 1998"/>
                  <a:gd name="T78" fmla="*/ 0 w 2598"/>
                  <a:gd name="T79" fmla="*/ 0 h 1998"/>
                  <a:gd name="T80" fmla="*/ 0 w 2598"/>
                  <a:gd name="T81" fmla="*/ 0 h 1998"/>
                  <a:gd name="T82" fmla="*/ 0 w 2598"/>
                  <a:gd name="T83" fmla="*/ 0 h 1998"/>
                  <a:gd name="T84" fmla="*/ 0 w 2598"/>
                  <a:gd name="T85" fmla="*/ 0 h 1998"/>
                  <a:gd name="T86" fmla="*/ 0 w 2598"/>
                  <a:gd name="T87" fmla="*/ 0 h 1998"/>
                  <a:gd name="T88" fmla="*/ 0 w 2598"/>
                  <a:gd name="T89" fmla="*/ 0 h 1998"/>
                  <a:gd name="T90" fmla="*/ 0 w 2598"/>
                  <a:gd name="T91" fmla="*/ 0 h 1998"/>
                  <a:gd name="T92" fmla="*/ 0 w 2598"/>
                  <a:gd name="T93" fmla="*/ 0 h 1998"/>
                  <a:gd name="T94" fmla="*/ 0 w 2598"/>
                  <a:gd name="T95" fmla="*/ 0 h 1998"/>
                  <a:gd name="T96" fmla="*/ 0 w 2598"/>
                  <a:gd name="T97" fmla="*/ 0 h 1998"/>
                  <a:gd name="T98" fmla="*/ 0 w 2598"/>
                  <a:gd name="T99" fmla="*/ 0 h 1998"/>
                  <a:gd name="T100" fmla="*/ 0 w 2598"/>
                  <a:gd name="T101" fmla="*/ 0 h 1998"/>
                  <a:gd name="T102" fmla="*/ 0 w 2598"/>
                  <a:gd name="T103" fmla="*/ 0 h 1998"/>
                  <a:gd name="T104" fmla="*/ 0 w 2598"/>
                  <a:gd name="T105" fmla="*/ 0 h 1998"/>
                  <a:gd name="T106" fmla="*/ 0 w 2598"/>
                  <a:gd name="T107" fmla="*/ 0 h 1998"/>
                  <a:gd name="T108" fmla="*/ 0 w 2598"/>
                  <a:gd name="T109" fmla="*/ 0 h 1998"/>
                  <a:gd name="T110" fmla="*/ 0 w 2598"/>
                  <a:gd name="T111" fmla="*/ 0 h 1998"/>
                  <a:gd name="T112" fmla="*/ 0 w 2598"/>
                  <a:gd name="T113" fmla="*/ 0 h 1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98"/>
                  <a:gd name="T172" fmla="*/ 0 h 1998"/>
                  <a:gd name="T173" fmla="*/ 2598 w 2598"/>
                  <a:gd name="T174" fmla="*/ 1998 h 1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98" h="1998">
                    <a:moveTo>
                      <a:pt x="0" y="1026"/>
                    </a:moveTo>
                    <a:lnTo>
                      <a:pt x="6" y="1026"/>
                    </a:lnTo>
                    <a:lnTo>
                      <a:pt x="12" y="1026"/>
                    </a:lnTo>
                    <a:lnTo>
                      <a:pt x="18" y="1026"/>
                    </a:lnTo>
                    <a:lnTo>
                      <a:pt x="24" y="1026"/>
                    </a:lnTo>
                    <a:lnTo>
                      <a:pt x="30" y="1026"/>
                    </a:lnTo>
                    <a:lnTo>
                      <a:pt x="36" y="1026"/>
                    </a:lnTo>
                    <a:lnTo>
                      <a:pt x="48" y="1020"/>
                    </a:lnTo>
                    <a:lnTo>
                      <a:pt x="54" y="1020"/>
                    </a:lnTo>
                    <a:lnTo>
                      <a:pt x="60" y="1020"/>
                    </a:lnTo>
                    <a:lnTo>
                      <a:pt x="66" y="1020"/>
                    </a:lnTo>
                    <a:lnTo>
                      <a:pt x="72" y="1020"/>
                    </a:lnTo>
                    <a:lnTo>
                      <a:pt x="78" y="1020"/>
                    </a:lnTo>
                    <a:lnTo>
                      <a:pt x="84" y="1020"/>
                    </a:lnTo>
                    <a:lnTo>
                      <a:pt x="90" y="1020"/>
                    </a:lnTo>
                    <a:lnTo>
                      <a:pt x="96" y="1020"/>
                    </a:lnTo>
                    <a:lnTo>
                      <a:pt x="102" y="1020"/>
                    </a:lnTo>
                    <a:lnTo>
                      <a:pt x="108" y="1020"/>
                    </a:lnTo>
                    <a:lnTo>
                      <a:pt x="114" y="1020"/>
                    </a:lnTo>
                    <a:lnTo>
                      <a:pt x="126" y="1020"/>
                    </a:lnTo>
                    <a:lnTo>
                      <a:pt x="132" y="1026"/>
                    </a:lnTo>
                    <a:lnTo>
                      <a:pt x="138" y="1026"/>
                    </a:lnTo>
                    <a:lnTo>
                      <a:pt x="144" y="1026"/>
                    </a:lnTo>
                    <a:lnTo>
                      <a:pt x="150" y="1026"/>
                    </a:lnTo>
                    <a:lnTo>
                      <a:pt x="156" y="1026"/>
                    </a:lnTo>
                    <a:lnTo>
                      <a:pt x="162" y="1026"/>
                    </a:lnTo>
                    <a:lnTo>
                      <a:pt x="168" y="1026"/>
                    </a:lnTo>
                    <a:lnTo>
                      <a:pt x="174" y="1026"/>
                    </a:lnTo>
                    <a:lnTo>
                      <a:pt x="180" y="1026"/>
                    </a:lnTo>
                    <a:lnTo>
                      <a:pt x="186" y="1026"/>
                    </a:lnTo>
                    <a:lnTo>
                      <a:pt x="192" y="1026"/>
                    </a:lnTo>
                    <a:lnTo>
                      <a:pt x="204" y="1026"/>
                    </a:lnTo>
                    <a:lnTo>
                      <a:pt x="210" y="1026"/>
                    </a:lnTo>
                    <a:lnTo>
                      <a:pt x="216" y="1026"/>
                    </a:lnTo>
                    <a:lnTo>
                      <a:pt x="222" y="1020"/>
                    </a:lnTo>
                    <a:lnTo>
                      <a:pt x="228" y="1020"/>
                    </a:lnTo>
                    <a:lnTo>
                      <a:pt x="234" y="1020"/>
                    </a:lnTo>
                    <a:lnTo>
                      <a:pt x="240" y="1020"/>
                    </a:lnTo>
                    <a:lnTo>
                      <a:pt x="246" y="1020"/>
                    </a:lnTo>
                    <a:lnTo>
                      <a:pt x="252" y="1020"/>
                    </a:lnTo>
                    <a:lnTo>
                      <a:pt x="258" y="1020"/>
                    </a:lnTo>
                    <a:lnTo>
                      <a:pt x="264" y="1020"/>
                    </a:lnTo>
                    <a:lnTo>
                      <a:pt x="270" y="1020"/>
                    </a:lnTo>
                    <a:lnTo>
                      <a:pt x="282" y="1020"/>
                    </a:lnTo>
                    <a:lnTo>
                      <a:pt x="288" y="1020"/>
                    </a:lnTo>
                    <a:lnTo>
                      <a:pt x="294" y="1020"/>
                    </a:lnTo>
                    <a:lnTo>
                      <a:pt x="300" y="1020"/>
                    </a:lnTo>
                    <a:lnTo>
                      <a:pt x="306" y="1026"/>
                    </a:lnTo>
                    <a:lnTo>
                      <a:pt x="312" y="1026"/>
                    </a:lnTo>
                    <a:lnTo>
                      <a:pt x="318" y="1026"/>
                    </a:lnTo>
                    <a:lnTo>
                      <a:pt x="324" y="1026"/>
                    </a:lnTo>
                    <a:lnTo>
                      <a:pt x="330" y="1026"/>
                    </a:lnTo>
                    <a:lnTo>
                      <a:pt x="336" y="1026"/>
                    </a:lnTo>
                    <a:lnTo>
                      <a:pt x="342" y="1026"/>
                    </a:lnTo>
                    <a:lnTo>
                      <a:pt x="348" y="1026"/>
                    </a:lnTo>
                    <a:lnTo>
                      <a:pt x="360" y="1026"/>
                    </a:lnTo>
                    <a:lnTo>
                      <a:pt x="366" y="1026"/>
                    </a:lnTo>
                    <a:lnTo>
                      <a:pt x="372" y="1026"/>
                    </a:lnTo>
                    <a:lnTo>
                      <a:pt x="378" y="1026"/>
                    </a:lnTo>
                    <a:lnTo>
                      <a:pt x="384" y="1026"/>
                    </a:lnTo>
                    <a:lnTo>
                      <a:pt x="390" y="1020"/>
                    </a:lnTo>
                    <a:lnTo>
                      <a:pt x="396" y="1020"/>
                    </a:lnTo>
                    <a:lnTo>
                      <a:pt x="402" y="1020"/>
                    </a:lnTo>
                    <a:lnTo>
                      <a:pt x="408" y="1020"/>
                    </a:lnTo>
                    <a:lnTo>
                      <a:pt x="414" y="1020"/>
                    </a:lnTo>
                    <a:lnTo>
                      <a:pt x="420" y="1014"/>
                    </a:lnTo>
                    <a:lnTo>
                      <a:pt x="426" y="1014"/>
                    </a:lnTo>
                    <a:lnTo>
                      <a:pt x="438" y="1014"/>
                    </a:lnTo>
                    <a:lnTo>
                      <a:pt x="444" y="1014"/>
                    </a:lnTo>
                    <a:lnTo>
                      <a:pt x="450" y="1014"/>
                    </a:lnTo>
                    <a:lnTo>
                      <a:pt x="456" y="1014"/>
                    </a:lnTo>
                    <a:lnTo>
                      <a:pt x="462" y="1020"/>
                    </a:lnTo>
                    <a:lnTo>
                      <a:pt x="468" y="1020"/>
                    </a:lnTo>
                    <a:lnTo>
                      <a:pt x="474" y="1020"/>
                    </a:lnTo>
                    <a:lnTo>
                      <a:pt x="480" y="1026"/>
                    </a:lnTo>
                    <a:lnTo>
                      <a:pt x="486" y="1026"/>
                    </a:lnTo>
                    <a:lnTo>
                      <a:pt x="492" y="1032"/>
                    </a:lnTo>
                    <a:lnTo>
                      <a:pt x="498" y="1032"/>
                    </a:lnTo>
                    <a:lnTo>
                      <a:pt x="504" y="1038"/>
                    </a:lnTo>
                    <a:lnTo>
                      <a:pt x="516" y="1038"/>
                    </a:lnTo>
                    <a:lnTo>
                      <a:pt x="522" y="1044"/>
                    </a:lnTo>
                    <a:lnTo>
                      <a:pt x="528" y="1044"/>
                    </a:lnTo>
                    <a:lnTo>
                      <a:pt x="534" y="1044"/>
                    </a:lnTo>
                    <a:lnTo>
                      <a:pt x="540" y="1038"/>
                    </a:lnTo>
                    <a:lnTo>
                      <a:pt x="546" y="1038"/>
                    </a:lnTo>
                    <a:lnTo>
                      <a:pt x="552" y="1032"/>
                    </a:lnTo>
                    <a:lnTo>
                      <a:pt x="558" y="1026"/>
                    </a:lnTo>
                    <a:lnTo>
                      <a:pt x="564" y="1020"/>
                    </a:lnTo>
                    <a:lnTo>
                      <a:pt x="570" y="1014"/>
                    </a:lnTo>
                    <a:lnTo>
                      <a:pt x="576" y="1008"/>
                    </a:lnTo>
                    <a:lnTo>
                      <a:pt x="582" y="996"/>
                    </a:lnTo>
                    <a:lnTo>
                      <a:pt x="594" y="990"/>
                    </a:lnTo>
                    <a:lnTo>
                      <a:pt x="600" y="984"/>
                    </a:lnTo>
                    <a:lnTo>
                      <a:pt x="606" y="978"/>
                    </a:lnTo>
                    <a:lnTo>
                      <a:pt x="612" y="978"/>
                    </a:lnTo>
                    <a:lnTo>
                      <a:pt x="618" y="978"/>
                    </a:lnTo>
                    <a:lnTo>
                      <a:pt x="624" y="984"/>
                    </a:lnTo>
                    <a:lnTo>
                      <a:pt x="630" y="990"/>
                    </a:lnTo>
                    <a:lnTo>
                      <a:pt x="636" y="996"/>
                    </a:lnTo>
                    <a:lnTo>
                      <a:pt x="642" y="1008"/>
                    </a:lnTo>
                    <a:lnTo>
                      <a:pt x="648" y="1026"/>
                    </a:lnTo>
                    <a:lnTo>
                      <a:pt x="654" y="1038"/>
                    </a:lnTo>
                    <a:lnTo>
                      <a:pt x="660" y="1056"/>
                    </a:lnTo>
                    <a:lnTo>
                      <a:pt x="666" y="1074"/>
                    </a:lnTo>
                    <a:lnTo>
                      <a:pt x="678" y="1086"/>
                    </a:lnTo>
                    <a:lnTo>
                      <a:pt x="684" y="1098"/>
                    </a:lnTo>
                    <a:lnTo>
                      <a:pt x="690" y="1110"/>
                    </a:lnTo>
                    <a:lnTo>
                      <a:pt x="696" y="1116"/>
                    </a:lnTo>
                    <a:lnTo>
                      <a:pt x="702" y="1116"/>
                    </a:lnTo>
                    <a:lnTo>
                      <a:pt x="708" y="1110"/>
                    </a:lnTo>
                    <a:lnTo>
                      <a:pt x="714" y="1098"/>
                    </a:lnTo>
                    <a:lnTo>
                      <a:pt x="720" y="1080"/>
                    </a:lnTo>
                    <a:lnTo>
                      <a:pt x="726" y="1056"/>
                    </a:lnTo>
                    <a:lnTo>
                      <a:pt x="732" y="1032"/>
                    </a:lnTo>
                    <a:lnTo>
                      <a:pt x="738" y="1002"/>
                    </a:lnTo>
                    <a:lnTo>
                      <a:pt x="744" y="966"/>
                    </a:lnTo>
                    <a:lnTo>
                      <a:pt x="756" y="936"/>
                    </a:lnTo>
                    <a:lnTo>
                      <a:pt x="762" y="906"/>
                    </a:lnTo>
                    <a:lnTo>
                      <a:pt x="768" y="882"/>
                    </a:lnTo>
                    <a:lnTo>
                      <a:pt x="774" y="864"/>
                    </a:lnTo>
                    <a:lnTo>
                      <a:pt x="780" y="852"/>
                    </a:lnTo>
                    <a:lnTo>
                      <a:pt x="786" y="846"/>
                    </a:lnTo>
                    <a:lnTo>
                      <a:pt x="792" y="858"/>
                    </a:lnTo>
                    <a:lnTo>
                      <a:pt x="798" y="876"/>
                    </a:lnTo>
                    <a:lnTo>
                      <a:pt x="804" y="906"/>
                    </a:lnTo>
                    <a:lnTo>
                      <a:pt x="810" y="942"/>
                    </a:lnTo>
                    <a:lnTo>
                      <a:pt x="816" y="990"/>
                    </a:lnTo>
                    <a:lnTo>
                      <a:pt x="822" y="1044"/>
                    </a:lnTo>
                    <a:lnTo>
                      <a:pt x="834" y="1098"/>
                    </a:lnTo>
                    <a:lnTo>
                      <a:pt x="840" y="1158"/>
                    </a:lnTo>
                    <a:lnTo>
                      <a:pt x="846" y="1212"/>
                    </a:lnTo>
                    <a:lnTo>
                      <a:pt x="852" y="1260"/>
                    </a:lnTo>
                    <a:lnTo>
                      <a:pt x="858" y="1296"/>
                    </a:lnTo>
                    <a:lnTo>
                      <a:pt x="864" y="1314"/>
                    </a:lnTo>
                    <a:lnTo>
                      <a:pt x="870" y="1326"/>
                    </a:lnTo>
                    <a:lnTo>
                      <a:pt x="876" y="1314"/>
                    </a:lnTo>
                    <a:lnTo>
                      <a:pt x="882" y="1284"/>
                    </a:lnTo>
                    <a:lnTo>
                      <a:pt x="888" y="1242"/>
                    </a:lnTo>
                    <a:lnTo>
                      <a:pt x="894" y="1182"/>
                    </a:lnTo>
                    <a:lnTo>
                      <a:pt x="900" y="1104"/>
                    </a:lnTo>
                    <a:lnTo>
                      <a:pt x="912" y="1020"/>
                    </a:lnTo>
                    <a:lnTo>
                      <a:pt x="918" y="930"/>
                    </a:lnTo>
                    <a:lnTo>
                      <a:pt x="924" y="840"/>
                    </a:lnTo>
                    <a:lnTo>
                      <a:pt x="930" y="750"/>
                    </a:lnTo>
                    <a:lnTo>
                      <a:pt x="936" y="672"/>
                    </a:lnTo>
                    <a:lnTo>
                      <a:pt x="942" y="612"/>
                    </a:lnTo>
                    <a:lnTo>
                      <a:pt x="948" y="570"/>
                    </a:lnTo>
                    <a:lnTo>
                      <a:pt x="954" y="558"/>
                    </a:lnTo>
                    <a:lnTo>
                      <a:pt x="960" y="564"/>
                    </a:lnTo>
                    <a:lnTo>
                      <a:pt x="966" y="600"/>
                    </a:lnTo>
                    <a:lnTo>
                      <a:pt x="972" y="666"/>
                    </a:lnTo>
                    <a:lnTo>
                      <a:pt x="978" y="750"/>
                    </a:lnTo>
                    <a:lnTo>
                      <a:pt x="990" y="858"/>
                    </a:lnTo>
                    <a:lnTo>
                      <a:pt x="996" y="984"/>
                    </a:lnTo>
                    <a:lnTo>
                      <a:pt x="1002" y="1116"/>
                    </a:lnTo>
                    <a:lnTo>
                      <a:pt x="1008" y="1248"/>
                    </a:lnTo>
                    <a:lnTo>
                      <a:pt x="1014" y="1380"/>
                    </a:lnTo>
                    <a:lnTo>
                      <a:pt x="1020" y="1494"/>
                    </a:lnTo>
                    <a:lnTo>
                      <a:pt x="1026" y="1584"/>
                    </a:lnTo>
                    <a:lnTo>
                      <a:pt x="1032" y="1650"/>
                    </a:lnTo>
                    <a:lnTo>
                      <a:pt x="1038" y="1680"/>
                    </a:lnTo>
                    <a:lnTo>
                      <a:pt x="1044" y="1674"/>
                    </a:lnTo>
                    <a:lnTo>
                      <a:pt x="1050" y="1632"/>
                    </a:lnTo>
                    <a:lnTo>
                      <a:pt x="1056" y="1554"/>
                    </a:lnTo>
                    <a:lnTo>
                      <a:pt x="1068" y="1440"/>
                    </a:lnTo>
                    <a:lnTo>
                      <a:pt x="1074" y="1296"/>
                    </a:lnTo>
                    <a:lnTo>
                      <a:pt x="1080" y="1134"/>
                    </a:lnTo>
                    <a:lnTo>
                      <a:pt x="1086" y="960"/>
                    </a:lnTo>
                    <a:lnTo>
                      <a:pt x="1092" y="780"/>
                    </a:lnTo>
                    <a:lnTo>
                      <a:pt x="1098" y="612"/>
                    </a:lnTo>
                    <a:lnTo>
                      <a:pt x="1104" y="456"/>
                    </a:lnTo>
                    <a:lnTo>
                      <a:pt x="1110" y="330"/>
                    </a:lnTo>
                    <a:lnTo>
                      <a:pt x="1116" y="240"/>
                    </a:lnTo>
                    <a:lnTo>
                      <a:pt x="1122" y="192"/>
                    </a:lnTo>
                    <a:lnTo>
                      <a:pt x="1128" y="186"/>
                    </a:lnTo>
                    <a:lnTo>
                      <a:pt x="1134" y="228"/>
                    </a:lnTo>
                    <a:lnTo>
                      <a:pt x="1146" y="318"/>
                    </a:lnTo>
                    <a:lnTo>
                      <a:pt x="1152" y="450"/>
                    </a:lnTo>
                    <a:lnTo>
                      <a:pt x="1158" y="618"/>
                    </a:lnTo>
                    <a:lnTo>
                      <a:pt x="1164" y="816"/>
                    </a:lnTo>
                    <a:lnTo>
                      <a:pt x="1170" y="1026"/>
                    </a:lnTo>
                    <a:lnTo>
                      <a:pt x="1176" y="1242"/>
                    </a:lnTo>
                    <a:lnTo>
                      <a:pt x="1182" y="1452"/>
                    </a:lnTo>
                    <a:lnTo>
                      <a:pt x="1188" y="1638"/>
                    </a:lnTo>
                    <a:lnTo>
                      <a:pt x="1194" y="1794"/>
                    </a:lnTo>
                    <a:lnTo>
                      <a:pt x="1200" y="1914"/>
                    </a:lnTo>
                    <a:lnTo>
                      <a:pt x="1206" y="1980"/>
                    </a:lnTo>
                    <a:lnTo>
                      <a:pt x="1212" y="1998"/>
                    </a:lnTo>
                    <a:lnTo>
                      <a:pt x="1224" y="1956"/>
                    </a:lnTo>
                    <a:lnTo>
                      <a:pt x="1230" y="1866"/>
                    </a:lnTo>
                    <a:lnTo>
                      <a:pt x="1236" y="1728"/>
                    </a:lnTo>
                    <a:lnTo>
                      <a:pt x="1242" y="1542"/>
                    </a:lnTo>
                    <a:lnTo>
                      <a:pt x="1248" y="1332"/>
                    </a:lnTo>
                    <a:lnTo>
                      <a:pt x="1254" y="1104"/>
                    </a:lnTo>
                    <a:lnTo>
                      <a:pt x="1260" y="864"/>
                    </a:lnTo>
                    <a:lnTo>
                      <a:pt x="1266" y="636"/>
                    </a:lnTo>
                    <a:lnTo>
                      <a:pt x="1272" y="426"/>
                    </a:lnTo>
                    <a:lnTo>
                      <a:pt x="1278" y="246"/>
                    </a:lnTo>
                    <a:lnTo>
                      <a:pt x="1284" y="114"/>
                    </a:lnTo>
                    <a:lnTo>
                      <a:pt x="1290" y="30"/>
                    </a:lnTo>
                    <a:lnTo>
                      <a:pt x="1302" y="0"/>
                    </a:lnTo>
                    <a:lnTo>
                      <a:pt x="1308" y="30"/>
                    </a:lnTo>
                    <a:lnTo>
                      <a:pt x="1314" y="114"/>
                    </a:lnTo>
                    <a:lnTo>
                      <a:pt x="1320" y="246"/>
                    </a:lnTo>
                    <a:lnTo>
                      <a:pt x="1326" y="426"/>
                    </a:lnTo>
                    <a:lnTo>
                      <a:pt x="1332" y="636"/>
                    </a:lnTo>
                    <a:lnTo>
                      <a:pt x="1338" y="864"/>
                    </a:lnTo>
                    <a:lnTo>
                      <a:pt x="1344" y="1104"/>
                    </a:lnTo>
                    <a:lnTo>
                      <a:pt x="1350" y="1332"/>
                    </a:lnTo>
                    <a:lnTo>
                      <a:pt x="1356" y="1542"/>
                    </a:lnTo>
                    <a:lnTo>
                      <a:pt x="1362" y="1728"/>
                    </a:lnTo>
                    <a:lnTo>
                      <a:pt x="1368" y="1866"/>
                    </a:lnTo>
                    <a:lnTo>
                      <a:pt x="1374" y="1956"/>
                    </a:lnTo>
                    <a:lnTo>
                      <a:pt x="1386" y="1998"/>
                    </a:lnTo>
                    <a:lnTo>
                      <a:pt x="1392" y="1980"/>
                    </a:lnTo>
                    <a:lnTo>
                      <a:pt x="1398" y="1914"/>
                    </a:lnTo>
                    <a:lnTo>
                      <a:pt x="1404" y="1794"/>
                    </a:lnTo>
                    <a:lnTo>
                      <a:pt x="1410" y="1638"/>
                    </a:lnTo>
                    <a:lnTo>
                      <a:pt x="1416" y="1452"/>
                    </a:lnTo>
                    <a:lnTo>
                      <a:pt x="1422" y="1242"/>
                    </a:lnTo>
                    <a:lnTo>
                      <a:pt x="1428" y="1026"/>
                    </a:lnTo>
                    <a:lnTo>
                      <a:pt x="1434" y="816"/>
                    </a:lnTo>
                    <a:lnTo>
                      <a:pt x="1440" y="618"/>
                    </a:lnTo>
                    <a:lnTo>
                      <a:pt x="1446" y="450"/>
                    </a:lnTo>
                    <a:lnTo>
                      <a:pt x="1452" y="318"/>
                    </a:lnTo>
                    <a:lnTo>
                      <a:pt x="1464" y="228"/>
                    </a:lnTo>
                    <a:lnTo>
                      <a:pt x="1470" y="186"/>
                    </a:lnTo>
                    <a:lnTo>
                      <a:pt x="1476" y="192"/>
                    </a:lnTo>
                    <a:lnTo>
                      <a:pt x="1482" y="240"/>
                    </a:lnTo>
                    <a:lnTo>
                      <a:pt x="1488" y="330"/>
                    </a:lnTo>
                    <a:lnTo>
                      <a:pt x="1494" y="456"/>
                    </a:lnTo>
                    <a:lnTo>
                      <a:pt x="1500" y="612"/>
                    </a:lnTo>
                    <a:lnTo>
                      <a:pt x="1506" y="780"/>
                    </a:lnTo>
                    <a:lnTo>
                      <a:pt x="1512" y="960"/>
                    </a:lnTo>
                    <a:lnTo>
                      <a:pt x="1518" y="1134"/>
                    </a:lnTo>
                    <a:lnTo>
                      <a:pt x="1524" y="1296"/>
                    </a:lnTo>
                    <a:lnTo>
                      <a:pt x="1530" y="1440"/>
                    </a:lnTo>
                    <a:lnTo>
                      <a:pt x="1542" y="1554"/>
                    </a:lnTo>
                    <a:lnTo>
                      <a:pt x="1548" y="1632"/>
                    </a:lnTo>
                    <a:lnTo>
                      <a:pt x="1554" y="1674"/>
                    </a:lnTo>
                    <a:lnTo>
                      <a:pt x="1560" y="1680"/>
                    </a:lnTo>
                    <a:lnTo>
                      <a:pt x="1566" y="1650"/>
                    </a:lnTo>
                    <a:lnTo>
                      <a:pt x="1572" y="1584"/>
                    </a:lnTo>
                    <a:lnTo>
                      <a:pt x="1578" y="1494"/>
                    </a:lnTo>
                    <a:lnTo>
                      <a:pt x="1584" y="1380"/>
                    </a:lnTo>
                    <a:lnTo>
                      <a:pt x="1590" y="1248"/>
                    </a:lnTo>
                    <a:lnTo>
                      <a:pt x="1596" y="1116"/>
                    </a:lnTo>
                    <a:lnTo>
                      <a:pt x="1602" y="984"/>
                    </a:lnTo>
                    <a:lnTo>
                      <a:pt x="1608" y="858"/>
                    </a:lnTo>
                    <a:lnTo>
                      <a:pt x="1620" y="750"/>
                    </a:lnTo>
                    <a:lnTo>
                      <a:pt x="1626" y="666"/>
                    </a:lnTo>
                    <a:lnTo>
                      <a:pt x="1632" y="600"/>
                    </a:lnTo>
                    <a:lnTo>
                      <a:pt x="1638" y="564"/>
                    </a:lnTo>
                    <a:lnTo>
                      <a:pt x="1644" y="558"/>
                    </a:lnTo>
                    <a:lnTo>
                      <a:pt x="1650" y="570"/>
                    </a:lnTo>
                    <a:lnTo>
                      <a:pt x="1656" y="612"/>
                    </a:lnTo>
                    <a:lnTo>
                      <a:pt x="1662" y="672"/>
                    </a:lnTo>
                    <a:lnTo>
                      <a:pt x="1668" y="750"/>
                    </a:lnTo>
                    <a:lnTo>
                      <a:pt x="1674" y="840"/>
                    </a:lnTo>
                    <a:lnTo>
                      <a:pt x="1680" y="930"/>
                    </a:lnTo>
                    <a:lnTo>
                      <a:pt x="1686" y="1020"/>
                    </a:lnTo>
                    <a:lnTo>
                      <a:pt x="1698" y="1104"/>
                    </a:lnTo>
                    <a:lnTo>
                      <a:pt x="1704" y="1182"/>
                    </a:lnTo>
                    <a:lnTo>
                      <a:pt x="1710" y="1242"/>
                    </a:lnTo>
                    <a:lnTo>
                      <a:pt x="1716" y="1284"/>
                    </a:lnTo>
                    <a:lnTo>
                      <a:pt x="1722" y="1314"/>
                    </a:lnTo>
                    <a:lnTo>
                      <a:pt x="1728" y="1326"/>
                    </a:lnTo>
                    <a:lnTo>
                      <a:pt x="1734" y="1314"/>
                    </a:lnTo>
                    <a:lnTo>
                      <a:pt x="1740" y="1296"/>
                    </a:lnTo>
                    <a:lnTo>
                      <a:pt x="1746" y="1260"/>
                    </a:lnTo>
                    <a:lnTo>
                      <a:pt x="1752" y="1212"/>
                    </a:lnTo>
                    <a:lnTo>
                      <a:pt x="1758" y="1158"/>
                    </a:lnTo>
                    <a:lnTo>
                      <a:pt x="1764" y="1098"/>
                    </a:lnTo>
                    <a:lnTo>
                      <a:pt x="1776" y="1044"/>
                    </a:lnTo>
                    <a:lnTo>
                      <a:pt x="1782" y="990"/>
                    </a:lnTo>
                    <a:lnTo>
                      <a:pt x="1788" y="942"/>
                    </a:lnTo>
                    <a:lnTo>
                      <a:pt x="1794" y="906"/>
                    </a:lnTo>
                    <a:lnTo>
                      <a:pt x="1800" y="876"/>
                    </a:lnTo>
                    <a:lnTo>
                      <a:pt x="1806" y="858"/>
                    </a:lnTo>
                    <a:lnTo>
                      <a:pt x="1812" y="846"/>
                    </a:lnTo>
                    <a:lnTo>
                      <a:pt x="1818" y="852"/>
                    </a:lnTo>
                    <a:lnTo>
                      <a:pt x="1824" y="864"/>
                    </a:lnTo>
                    <a:lnTo>
                      <a:pt x="1830" y="882"/>
                    </a:lnTo>
                    <a:lnTo>
                      <a:pt x="1836" y="906"/>
                    </a:lnTo>
                    <a:lnTo>
                      <a:pt x="1842" y="936"/>
                    </a:lnTo>
                    <a:lnTo>
                      <a:pt x="1854" y="966"/>
                    </a:lnTo>
                    <a:lnTo>
                      <a:pt x="1860" y="1002"/>
                    </a:lnTo>
                    <a:lnTo>
                      <a:pt x="1866" y="1032"/>
                    </a:lnTo>
                    <a:lnTo>
                      <a:pt x="1872" y="1056"/>
                    </a:lnTo>
                    <a:lnTo>
                      <a:pt x="1878" y="1080"/>
                    </a:lnTo>
                    <a:lnTo>
                      <a:pt x="1884" y="1098"/>
                    </a:lnTo>
                    <a:lnTo>
                      <a:pt x="1890" y="1110"/>
                    </a:lnTo>
                    <a:lnTo>
                      <a:pt x="1896" y="1116"/>
                    </a:lnTo>
                    <a:lnTo>
                      <a:pt x="1902" y="1116"/>
                    </a:lnTo>
                    <a:lnTo>
                      <a:pt x="1908" y="1110"/>
                    </a:lnTo>
                    <a:lnTo>
                      <a:pt x="1914" y="1098"/>
                    </a:lnTo>
                    <a:lnTo>
                      <a:pt x="1920" y="1086"/>
                    </a:lnTo>
                    <a:lnTo>
                      <a:pt x="1932" y="1074"/>
                    </a:lnTo>
                    <a:lnTo>
                      <a:pt x="1938" y="1056"/>
                    </a:lnTo>
                    <a:lnTo>
                      <a:pt x="1944" y="1038"/>
                    </a:lnTo>
                    <a:lnTo>
                      <a:pt x="1950" y="1026"/>
                    </a:lnTo>
                    <a:lnTo>
                      <a:pt x="1956" y="1008"/>
                    </a:lnTo>
                    <a:lnTo>
                      <a:pt x="1962" y="996"/>
                    </a:lnTo>
                    <a:lnTo>
                      <a:pt x="1968" y="990"/>
                    </a:lnTo>
                    <a:lnTo>
                      <a:pt x="1974" y="984"/>
                    </a:lnTo>
                    <a:lnTo>
                      <a:pt x="1980" y="978"/>
                    </a:lnTo>
                    <a:lnTo>
                      <a:pt x="1986" y="978"/>
                    </a:lnTo>
                    <a:lnTo>
                      <a:pt x="1992" y="978"/>
                    </a:lnTo>
                    <a:lnTo>
                      <a:pt x="1998" y="984"/>
                    </a:lnTo>
                    <a:lnTo>
                      <a:pt x="2004" y="990"/>
                    </a:lnTo>
                    <a:lnTo>
                      <a:pt x="2016" y="996"/>
                    </a:lnTo>
                    <a:lnTo>
                      <a:pt x="2022" y="1008"/>
                    </a:lnTo>
                    <a:lnTo>
                      <a:pt x="2028" y="1014"/>
                    </a:lnTo>
                    <a:lnTo>
                      <a:pt x="2034" y="1020"/>
                    </a:lnTo>
                    <a:lnTo>
                      <a:pt x="2040" y="1026"/>
                    </a:lnTo>
                    <a:lnTo>
                      <a:pt x="2046" y="1032"/>
                    </a:lnTo>
                    <a:lnTo>
                      <a:pt x="2052" y="1038"/>
                    </a:lnTo>
                    <a:lnTo>
                      <a:pt x="2058" y="1038"/>
                    </a:lnTo>
                    <a:lnTo>
                      <a:pt x="2064" y="1044"/>
                    </a:lnTo>
                    <a:lnTo>
                      <a:pt x="2070" y="1044"/>
                    </a:lnTo>
                    <a:lnTo>
                      <a:pt x="2076" y="1044"/>
                    </a:lnTo>
                    <a:lnTo>
                      <a:pt x="2082" y="1038"/>
                    </a:lnTo>
                    <a:lnTo>
                      <a:pt x="2094" y="1038"/>
                    </a:lnTo>
                    <a:lnTo>
                      <a:pt x="2100" y="1032"/>
                    </a:lnTo>
                    <a:lnTo>
                      <a:pt x="2106" y="1032"/>
                    </a:lnTo>
                    <a:lnTo>
                      <a:pt x="2112" y="1026"/>
                    </a:lnTo>
                    <a:lnTo>
                      <a:pt x="2118" y="1026"/>
                    </a:lnTo>
                    <a:lnTo>
                      <a:pt x="2124" y="1020"/>
                    </a:lnTo>
                    <a:lnTo>
                      <a:pt x="2130" y="1020"/>
                    </a:lnTo>
                    <a:lnTo>
                      <a:pt x="2136" y="1020"/>
                    </a:lnTo>
                    <a:lnTo>
                      <a:pt x="2142" y="1014"/>
                    </a:lnTo>
                    <a:lnTo>
                      <a:pt x="2148" y="1014"/>
                    </a:lnTo>
                    <a:lnTo>
                      <a:pt x="2154" y="1014"/>
                    </a:lnTo>
                    <a:lnTo>
                      <a:pt x="2160" y="1014"/>
                    </a:lnTo>
                    <a:lnTo>
                      <a:pt x="2172" y="1014"/>
                    </a:lnTo>
                    <a:lnTo>
                      <a:pt x="2178" y="1014"/>
                    </a:lnTo>
                    <a:lnTo>
                      <a:pt x="2184" y="1020"/>
                    </a:lnTo>
                    <a:lnTo>
                      <a:pt x="2190" y="1020"/>
                    </a:lnTo>
                    <a:lnTo>
                      <a:pt x="2196" y="1020"/>
                    </a:lnTo>
                    <a:lnTo>
                      <a:pt x="2202" y="1020"/>
                    </a:lnTo>
                    <a:lnTo>
                      <a:pt x="2208" y="1020"/>
                    </a:lnTo>
                    <a:lnTo>
                      <a:pt x="2214" y="1026"/>
                    </a:lnTo>
                    <a:lnTo>
                      <a:pt x="2220" y="1026"/>
                    </a:lnTo>
                    <a:lnTo>
                      <a:pt x="2226" y="1026"/>
                    </a:lnTo>
                    <a:lnTo>
                      <a:pt x="2232" y="1026"/>
                    </a:lnTo>
                    <a:lnTo>
                      <a:pt x="2238" y="1026"/>
                    </a:lnTo>
                    <a:lnTo>
                      <a:pt x="2250" y="1026"/>
                    </a:lnTo>
                    <a:lnTo>
                      <a:pt x="2256" y="1026"/>
                    </a:lnTo>
                    <a:lnTo>
                      <a:pt x="2262" y="1026"/>
                    </a:lnTo>
                    <a:lnTo>
                      <a:pt x="2268" y="1026"/>
                    </a:lnTo>
                    <a:lnTo>
                      <a:pt x="2274" y="1026"/>
                    </a:lnTo>
                    <a:lnTo>
                      <a:pt x="2280" y="1026"/>
                    </a:lnTo>
                    <a:lnTo>
                      <a:pt x="2286" y="1026"/>
                    </a:lnTo>
                    <a:lnTo>
                      <a:pt x="2292" y="1026"/>
                    </a:lnTo>
                    <a:lnTo>
                      <a:pt x="2298" y="1020"/>
                    </a:lnTo>
                    <a:lnTo>
                      <a:pt x="2304" y="1020"/>
                    </a:lnTo>
                    <a:lnTo>
                      <a:pt x="2310" y="1020"/>
                    </a:lnTo>
                    <a:lnTo>
                      <a:pt x="2316" y="1020"/>
                    </a:lnTo>
                    <a:lnTo>
                      <a:pt x="2328" y="1020"/>
                    </a:lnTo>
                    <a:lnTo>
                      <a:pt x="2334" y="1020"/>
                    </a:lnTo>
                    <a:lnTo>
                      <a:pt x="2340" y="1020"/>
                    </a:lnTo>
                    <a:lnTo>
                      <a:pt x="2346" y="1020"/>
                    </a:lnTo>
                    <a:lnTo>
                      <a:pt x="2352" y="1020"/>
                    </a:lnTo>
                    <a:lnTo>
                      <a:pt x="2358" y="1020"/>
                    </a:lnTo>
                    <a:lnTo>
                      <a:pt x="2364" y="1020"/>
                    </a:lnTo>
                    <a:lnTo>
                      <a:pt x="2370" y="1020"/>
                    </a:lnTo>
                    <a:lnTo>
                      <a:pt x="2376" y="1020"/>
                    </a:lnTo>
                    <a:lnTo>
                      <a:pt x="2382" y="1026"/>
                    </a:lnTo>
                    <a:lnTo>
                      <a:pt x="2388" y="1026"/>
                    </a:lnTo>
                    <a:lnTo>
                      <a:pt x="2394" y="1026"/>
                    </a:lnTo>
                    <a:lnTo>
                      <a:pt x="2406" y="1026"/>
                    </a:lnTo>
                    <a:lnTo>
                      <a:pt x="2412" y="1026"/>
                    </a:lnTo>
                    <a:lnTo>
                      <a:pt x="2418" y="1026"/>
                    </a:lnTo>
                    <a:lnTo>
                      <a:pt x="2424" y="1026"/>
                    </a:lnTo>
                    <a:lnTo>
                      <a:pt x="2430" y="1026"/>
                    </a:lnTo>
                    <a:lnTo>
                      <a:pt x="2436" y="1026"/>
                    </a:lnTo>
                    <a:lnTo>
                      <a:pt x="2442" y="1026"/>
                    </a:lnTo>
                    <a:lnTo>
                      <a:pt x="2448" y="1026"/>
                    </a:lnTo>
                    <a:lnTo>
                      <a:pt x="2454" y="1026"/>
                    </a:lnTo>
                    <a:lnTo>
                      <a:pt x="2460" y="1026"/>
                    </a:lnTo>
                    <a:lnTo>
                      <a:pt x="2466" y="1026"/>
                    </a:lnTo>
                    <a:lnTo>
                      <a:pt x="2472" y="1020"/>
                    </a:lnTo>
                    <a:lnTo>
                      <a:pt x="2484" y="1020"/>
                    </a:lnTo>
                    <a:lnTo>
                      <a:pt x="2490" y="1020"/>
                    </a:lnTo>
                    <a:lnTo>
                      <a:pt x="2496" y="1020"/>
                    </a:lnTo>
                    <a:lnTo>
                      <a:pt x="2502" y="1020"/>
                    </a:lnTo>
                    <a:lnTo>
                      <a:pt x="2508" y="1020"/>
                    </a:lnTo>
                    <a:lnTo>
                      <a:pt x="2514" y="1020"/>
                    </a:lnTo>
                    <a:lnTo>
                      <a:pt x="2520" y="1020"/>
                    </a:lnTo>
                    <a:lnTo>
                      <a:pt x="2526" y="1020"/>
                    </a:lnTo>
                    <a:lnTo>
                      <a:pt x="2532" y="1020"/>
                    </a:lnTo>
                    <a:lnTo>
                      <a:pt x="2538" y="1020"/>
                    </a:lnTo>
                    <a:lnTo>
                      <a:pt x="2544" y="1020"/>
                    </a:lnTo>
                    <a:lnTo>
                      <a:pt x="2550" y="1020"/>
                    </a:lnTo>
                    <a:lnTo>
                      <a:pt x="2562" y="1026"/>
                    </a:lnTo>
                    <a:lnTo>
                      <a:pt x="2568" y="1026"/>
                    </a:lnTo>
                    <a:lnTo>
                      <a:pt x="2574" y="1026"/>
                    </a:lnTo>
                    <a:lnTo>
                      <a:pt x="2580" y="1026"/>
                    </a:lnTo>
                    <a:lnTo>
                      <a:pt x="2586" y="1026"/>
                    </a:lnTo>
                    <a:lnTo>
                      <a:pt x="2592" y="1026"/>
                    </a:lnTo>
                    <a:lnTo>
                      <a:pt x="2598" y="1026"/>
                    </a:ln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11" name="Group 29"/>
          <p:cNvGrpSpPr/>
          <p:nvPr/>
        </p:nvGrpSpPr>
        <p:grpSpPr bwMode="auto">
          <a:xfrm>
            <a:off x="7658101" y="2792414"/>
            <a:ext cx="1012825" cy="2528887"/>
            <a:chOff x="3984" y="1871"/>
            <a:chExt cx="638" cy="1593"/>
          </a:xfrm>
        </p:grpSpPr>
        <p:grpSp>
          <p:nvGrpSpPr>
            <p:cNvPr id="12" name="Group 30"/>
            <p:cNvGrpSpPr/>
            <p:nvPr/>
          </p:nvGrpSpPr>
          <p:grpSpPr bwMode="auto">
            <a:xfrm>
              <a:off x="3984" y="1871"/>
              <a:ext cx="638" cy="1489"/>
              <a:chOff x="2816" y="1927"/>
              <a:chExt cx="638" cy="1489"/>
            </a:xfrm>
          </p:grpSpPr>
          <p:grpSp>
            <p:nvGrpSpPr>
              <p:cNvPr id="13" name="Group 31"/>
              <p:cNvGrpSpPr/>
              <p:nvPr/>
            </p:nvGrpSpPr>
            <p:grpSpPr bwMode="auto">
              <a:xfrm>
                <a:off x="2816" y="2943"/>
                <a:ext cx="638" cy="473"/>
                <a:chOff x="2872" y="2927"/>
                <a:chExt cx="638" cy="473"/>
              </a:xfrm>
            </p:grpSpPr>
            <p:sp>
              <p:nvSpPr>
                <p:cNvPr id="51238" name="Freeform 32"/>
                <p:cNvSpPr/>
                <p:nvPr/>
              </p:nvSpPr>
              <p:spPr bwMode="auto">
                <a:xfrm>
                  <a:off x="2872" y="2927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1239" name="Freeform 33"/>
                <p:cNvSpPr/>
                <p:nvPr/>
              </p:nvSpPr>
              <p:spPr bwMode="auto">
                <a:xfrm>
                  <a:off x="2872" y="3104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4" name="Group 34"/>
              <p:cNvGrpSpPr/>
              <p:nvPr/>
            </p:nvGrpSpPr>
            <p:grpSpPr bwMode="auto">
              <a:xfrm>
                <a:off x="2816" y="2605"/>
                <a:ext cx="638" cy="473"/>
                <a:chOff x="2872" y="2927"/>
                <a:chExt cx="638" cy="473"/>
              </a:xfrm>
            </p:grpSpPr>
            <p:sp>
              <p:nvSpPr>
                <p:cNvPr id="51236" name="Freeform 35"/>
                <p:cNvSpPr/>
                <p:nvPr/>
              </p:nvSpPr>
              <p:spPr bwMode="auto">
                <a:xfrm>
                  <a:off x="2872" y="2927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1237" name="Freeform 36"/>
                <p:cNvSpPr/>
                <p:nvPr/>
              </p:nvSpPr>
              <p:spPr bwMode="auto">
                <a:xfrm>
                  <a:off x="2872" y="3104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5" name="Group 37"/>
              <p:cNvGrpSpPr/>
              <p:nvPr/>
            </p:nvGrpSpPr>
            <p:grpSpPr bwMode="auto">
              <a:xfrm>
                <a:off x="2816" y="2266"/>
                <a:ext cx="638" cy="473"/>
                <a:chOff x="2872" y="2927"/>
                <a:chExt cx="638" cy="473"/>
              </a:xfrm>
            </p:grpSpPr>
            <p:sp>
              <p:nvSpPr>
                <p:cNvPr id="51234" name="Freeform 38"/>
                <p:cNvSpPr/>
                <p:nvPr/>
              </p:nvSpPr>
              <p:spPr bwMode="auto">
                <a:xfrm>
                  <a:off x="2872" y="2927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1235" name="Freeform 39"/>
                <p:cNvSpPr/>
                <p:nvPr/>
              </p:nvSpPr>
              <p:spPr bwMode="auto">
                <a:xfrm>
                  <a:off x="2872" y="3104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6" name="Group 40"/>
              <p:cNvGrpSpPr/>
              <p:nvPr/>
            </p:nvGrpSpPr>
            <p:grpSpPr bwMode="auto">
              <a:xfrm>
                <a:off x="2816" y="1927"/>
                <a:ext cx="638" cy="473"/>
                <a:chOff x="2872" y="2927"/>
                <a:chExt cx="638" cy="473"/>
              </a:xfrm>
            </p:grpSpPr>
            <p:sp>
              <p:nvSpPr>
                <p:cNvPr id="51232" name="Freeform 41"/>
                <p:cNvSpPr/>
                <p:nvPr/>
              </p:nvSpPr>
              <p:spPr bwMode="auto">
                <a:xfrm>
                  <a:off x="2872" y="2927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1233" name="Freeform 42"/>
                <p:cNvSpPr/>
                <p:nvPr/>
              </p:nvSpPr>
              <p:spPr bwMode="auto">
                <a:xfrm>
                  <a:off x="2872" y="3104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17" name="Group 43"/>
            <p:cNvGrpSpPr/>
            <p:nvPr/>
          </p:nvGrpSpPr>
          <p:grpSpPr bwMode="auto">
            <a:xfrm>
              <a:off x="3984" y="1975"/>
              <a:ext cx="638" cy="1489"/>
              <a:chOff x="2816" y="1927"/>
              <a:chExt cx="638" cy="1489"/>
            </a:xfrm>
          </p:grpSpPr>
          <p:grpSp>
            <p:nvGrpSpPr>
              <p:cNvPr id="18" name="Group 44"/>
              <p:cNvGrpSpPr/>
              <p:nvPr/>
            </p:nvGrpSpPr>
            <p:grpSpPr bwMode="auto">
              <a:xfrm>
                <a:off x="2816" y="2943"/>
                <a:ext cx="638" cy="473"/>
                <a:chOff x="2872" y="2927"/>
                <a:chExt cx="638" cy="473"/>
              </a:xfrm>
            </p:grpSpPr>
            <p:sp>
              <p:nvSpPr>
                <p:cNvPr id="51226" name="Freeform 45"/>
                <p:cNvSpPr/>
                <p:nvPr/>
              </p:nvSpPr>
              <p:spPr bwMode="auto">
                <a:xfrm>
                  <a:off x="2872" y="2927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1227" name="Freeform 46"/>
                <p:cNvSpPr/>
                <p:nvPr/>
              </p:nvSpPr>
              <p:spPr bwMode="auto">
                <a:xfrm>
                  <a:off x="2872" y="3104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9" name="Group 47"/>
              <p:cNvGrpSpPr/>
              <p:nvPr/>
            </p:nvGrpSpPr>
            <p:grpSpPr bwMode="auto">
              <a:xfrm>
                <a:off x="2816" y="2605"/>
                <a:ext cx="638" cy="473"/>
                <a:chOff x="2872" y="2927"/>
                <a:chExt cx="638" cy="473"/>
              </a:xfrm>
            </p:grpSpPr>
            <p:sp>
              <p:nvSpPr>
                <p:cNvPr id="51224" name="Freeform 48"/>
                <p:cNvSpPr/>
                <p:nvPr/>
              </p:nvSpPr>
              <p:spPr bwMode="auto">
                <a:xfrm>
                  <a:off x="2872" y="2927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1225" name="Freeform 49"/>
                <p:cNvSpPr/>
                <p:nvPr/>
              </p:nvSpPr>
              <p:spPr bwMode="auto">
                <a:xfrm>
                  <a:off x="2872" y="3104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20" name="Group 50"/>
              <p:cNvGrpSpPr/>
              <p:nvPr/>
            </p:nvGrpSpPr>
            <p:grpSpPr bwMode="auto">
              <a:xfrm>
                <a:off x="2816" y="2266"/>
                <a:ext cx="638" cy="473"/>
                <a:chOff x="2872" y="2927"/>
                <a:chExt cx="638" cy="473"/>
              </a:xfrm>
            </p:grpSpPr>
            <p:sp>
              <p:nvSpPr>
                <p:cNvPr id="51222" name="Freeform 51"/>
                <p:cNvSpPr/>
                <p:nvPr/>
              </p:nvSpPr>
              <p:spPr bwMode="auto">
                <a:xfrm>
                  <a:off x="2872" y="2927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1223" name="Freeform 52"/>
                <p:cNvSpPr/>
                <p:nvPr/>
              </p:nvSpPr>
              <p:spPr bwMode="auto">
                <a:xfrm>
                  <a:off x="2872" y="3104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21" name="Group 53"/>
              <p:cNvGrpSpPr/>
              <p:nvPr/>
            </p:nvGrpSpPr>
            <p:grpSpPr bwMode="auto">
              <a:xfrm>
                <a:off x="2816" y="1927"/>
                <a:ext cx="638" cy="473"/>
                <a:chOff x="2872" y="2927"/>
                <a:chExt cx="638" cy="473"/>
              </a:xfrm>
            </p:grpSpPr>
            <p:sp>
              <p:nvSpPr>
                <p:cNvPr id="51220" name="Freeform 54"/>
                <p:cNvSpPr/>
                <p:nvPr/>
              </p:nvSpPr>
              <p:spPr bwMode="auto">
                <a:xfrm>
                  <a:off x="2872" y="2927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1221" name="Freeform 55"/>
                <p:cNvSpPr/>
                <p:nvPr/>
              </p:nvSpPr>
              <p:spPr bwMode="auto">
                <a:xfrm>
                  <a:off x="2872" y="3104"/>
                  <a:ext cx="638" cy="296"/>
                </a:xfrm>
                <a:custGeom>
                  <a:avLst/>
                  <a:gdLst>
                    <a:gd name="T0" fmla="*/ 0 w 2598"/>
                    <a:gd name="T1" fmla="*/ 0 h 1998"/>
                    <a:gd name="T2" fmla="*/ 0 w 2598"/>
                    <a:gd name="T3" fmla="*/ 0 h 1998"/>
                    <a:gd name="T4" fmla="*/ 0 w 2598"/>
                    <a:gd name="T5" fmla="*/ 0 h 1998"/>
                    <a:gd name="T6" fmla="*/ 0 w 2598"/>
                    <a:gd name="T7" fmla="*/ 0 h 1998"/>
                    <a:gd name="T8" fmla="*/ 0 w 2598"/>
                    <a:gd name="T9" fmla="*/ 0 h 1998"/>
                    <a:gd name="T10" fmla="*/ 0 w 2598"/>
                    <a:gd name="T11" fmla="*/ 0 h 1998"/>
                    <a:gd name="T12" fmla="*/ 0 w 2598"/>
                    <a:gd name="T13" fmla="*/ 0 h 1998"/>
                    <a:gd name="T14" fmla="*/ 0 w 2598"/>
                    <a:gd name="T15" fmla="*/ 0 h 1998"/>
                    <a:gd name="T16" fmla="*/ 0 w 2598"/>
                    <a:gd name="T17" fmla="*/ 0 h 1998"/>
                    <a:gd name="T18" fmla="*/ 0 w 2598"/>
                    <a:gd name="T19" fmla="*/ 0 h 1998"/>
                    <a:gd name="T20" fmla="*/ 0 w 2598"/>
                    <a:gd name="T21" fmla="*/ 0 h 1998"/>
                    <a:gd name="T22" fmla="*/ 0 w 2598"/>
                    <a:gd name="T23" fmla="*/ 0 h 1998"/>
                    <a:gd name="T24" fmla="*/ 0 w 2598"/>
                    <a:gd name="T25" fmla="*/ 0 h 1998"/>
                    <a:gd name="T26" fmla="*/ 0 w 2598"/>
                    <a:gd name="T27" fmla="*/ 0 h 1998"/>
                    <a:gd name="T28" fmla="*/ 0 w 2598"/>
                    <a:gd name="T29" fmla="*/ 0 h 1998"/>
                    <a:gd name="T30" fmla="*/ 0 w 2598"/>
                    <a:gd name="T31" fmla="*/ 0 h 1998"/>
                    <a:gd name="T32" fmla="*/ 0 w 2598"/>
                    <a:gd name="T33" fmla="*/ 0 h 1998"/>
                    <a:gd name="T34" fmla="*/ 0 w 2598"/>
                    <a:gd name="T35" fmla="*/ 0 h 1998"/>
                    <a:gd name="T36" fmla="*/ 0 w 2598"/>
                    <a:gd name="T37" fmla="*/ 0 h 1998"/>
                    <a:gd name="T38" fmla="*/ 0 w 2598"/>
                    <a:gd name="T39" fmla="*/ 0 h 1998"/>
                    <a:gd name="T40" fmla="*/ 0 w 2598"/>
                    <a:gd name="T41" fmla="*/ 0 h 1998"/>
                    <a:gd name="T42" fmla="*/ 0 w 2598"/>
                    <a:gd name="T43" fmla="*/ 0 h 1998"/>
                    <a:gd name="T44" fmla="*/ 0 w 2598"/>
                    <a:gd name="T45" fmla="*/ 0 h 1998"/>
                    <a:gd name="T46" fmla="*/ 0 w 2598"/>
                    <a:gd name="T47" fmla="*/ 0 h 1998"/>
                    <a:gd name="T48" fmla="*/ 0 w 2598"/>
                    <a:gd name="T49" fmla="*/ 0 h 1998"/>
                    <a:gd name="T50" fmla="*/ 0 w 2598"/>
                    <a:gd name="T51" fmla="*/ 0 h 1998"/>
                    <a:gd name="T52" fmla="*/ 0 w 2598"/>
                    <a:gd name="T53" fmla="*/ 0 h 1998"/>
                    <a:gd name="T54" fmla="*/ 0 w 2598"/>
                    <a:gd name="T55" fmla="*/ 0 h 1998"/>
                    <a:gd name="T56" fmla="*/ 0 w 2598"/>
                    <a:gd name="T57" fmla="*/ 0 h 1998"/>
                    <a:gd name="T58" fmla="*/ 0 w 2598"/>
                    <a:gd name="T59" fmla="*/ 0 h 1998"/>
                    <a:gd name="T60" fmla="*/ 0 w 2598"/>
                    <a:gd name="T61" fmla="*/ 0 h 1998"/>
                    <a:gd name="T62" fmla="*/ 0 w 2598"/>
                    <a:gd name="T63" fmla="*/ 0 h 1998"/>
                    <a:gd name="T64" fmla="*/ 0 w 2598"/>
                    <a:gd name="T65" fmla="*/ 0 h 1998"/>
                    <a:gd name="T66" fmla="*/ 0 w 2598"/>
                    <a:gd name="T67" fmla="*/ 0 h 1998"/>
                    <a:gd name="T68" fmla="*/ 0 w 2598"/>
                    <a:gd name="T69" fmla="*/ 0 h 1998"/>
                    <a:gd name="T70" fmla="*/ 0 w 2598"/>
                    <a:gd name="T71" fmla="*/ 0 h 1998"/>
                    <a:gd name="T72" fmla="*/ 0 w 2598"/>
                    <a:gd name="T73" fmla="*/ 0 h 1998"/>
                    <a:gd name="T74" fmla="*/ 0 w 2598"/>
                    <a:gd name="T75" fmla="*/ 0 h 1998"/>
                    <a:gd name="T76" fmla="*/ 0 w 2598"/>
                    <a:gd name="T77" fmla="*/ 0 h 1998"/>
                    <a:gd name="T78" fmla="*/ 0 w 2598"/>
                    <a:gd name="T79" fmla="*/ 0 h 1998"/>
                    <a:gd name="T80" fmla="*/ 0 w 2598"/>
                    <a:gd name="T81" fmla="*/ 0 h 1998"/>
                    <a:gd name="T82" fmla="*/ 0 w 2598"/>
                    <a:gd name="T83" fmla="*/ 0 h 1998"/>
                    <a:gd name="T84" fmla="*/ 0 w 2598"/>
                    <a:gd name="T85" fmla="*/ 0 h 1998"/>
                    <a:gd name="T86" fmla="*/ 0 w 2598"/>
                    <a:gd name="T87" fmla="*/ 0 h 1998"/>
                    <a:gd name="T88" fmla="*/ 0 w 2598"/>
                    <a:gd name="T89" fmla="*/ 0 h 1998"/>
                    <a:gd name="T90" fmla="*/ 0 w 2598"/>
                    <a:gd name="T91" fmla="*/ 0 h 1998"/>
                    <a:gd name="T92" fmla="*/ 0 w 2598"/>
                    <a:gd name="T93" fmla="*/ 0 h 1998"/>
                    <a:gd name="T94" fmla="*/ 0 w 2598"/>
                    <a:gd name="T95" fmla="*/ 0 h 1998"/>
                    <a:gd name="T96" fmla="*/ 0 w 2598"/>
                    <a:gd name="T97" fmla="*/ 0 h 1998"/>
                    <a:gd name="T98" fmla="*/ 0 w 2598"/>
                    <a:gd name="T99" fmla="*/ 0 h 1998"/>
                    <a:gd name="T100" fmla="*/ 0 w 2598"/>
                    <a:gd name="T101" fmla="*/ 0 h 1998"/>
                    <a:gd name="T102" fmla="*/ 0 w 2598"/>
                    <a:gd name="T103" fmla="*/ 0 h 1998"/>
                    <a:gd name="T104" fmla="*/ 0 w 2598"/>
                    <a:gd name="T105" fmla="*/ 0 h 1998"/>
                    <a:gd name="T106" fmla="*/ 0 w 2598"/>
                    <a:gd name="T107" fmla="*/ 0 h 1998"/>
                    <a:gd name="T108" fmla="*/ 0 w 2598"/>
                    <a:gd name="T109" fmla="*/ 0 h 1998"/>
                    <a:gd name="T110" fmla="*/ 0 w 2598"/>
                    <a:gd name="T111" fmla="*/ 0 h 1998"/>
                    <a:gd name="T112" fmla="*/ 0 w 2598"/>
                    <a:gd name="T113" fmla="*/ 0 h 19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2598"/>
                    <a:gd name="T172" fmla="*/ 0 h 1998"/>
                    <a:gd name="T173" fmla="*/ 2598 w 2598"/>
                    <a:gd name="T174" fmla="*/ 1998 h 19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2598" h="1998">
                      <a:moveTo>
                        <a:pt x="0" y="1026"/>
                      </a:moveTo>
                      <a:lnTo>
                        <a:pt x="6" y="1026"/>
                      </a:lnTo>
                      <a:lnTo>
                        <a:pt x="12" y="1026"/>
                      </a:lnTo>
                      <a:lnTo>
                        <a:pt x="18" y="1026"/>
                      </a:lnTo>
                      <a:lnTo>
                        <a:pt x="24" y="1026"/>
                      </a:lnTo>
                      <a:lnTo>
                        <a:pt x="30" y="1026"/>
                      </a:lnTo>
                      <a:lnTo>
                        <a:pt x="36" y="1026"/>
                      </a:lnTo>
                      <a:lnTo>
                        <a:pt x="48" y="1020"/>
                      </a:lnTo>
                      <a:lnTo>
                        <a:pt x="54" y="1020"/>
                      </a:lnTo>
                      <a:lnTo>
                        <a:pt x="60" y="1020"/>
                      </a:lnTo>
                      <a:lnTo>
                        <a:pt x="66" y="1020"/>
                      </a:lnTo>
                      <a:lnTo>
                        <a:pt x="72" y="1020"/>
                      </a:lnTo>
                      <a:lnTo>
                        <a:pt x="78" y="1020"/>
                      </a:lnTo>
                      <a:lnTo>
                        <a:pt x="84" y="1020"/>
                      </a:lnTo>
                      <a:lnTo>
                        <a:pt x="90" y="1020"/>
                      </a:lnTo>
                      <a:lnTo>
                        <a:pt x="96" y="1020"/>
                      </a:lnTo>
                      <a:lnTo>
                        <a:pt x="102" y="1020"/>
                      </a:lnTo>
                      <a:lnTo>
                        <a:pt x="108" y="1020"/>
                      </a:lnTo>
                      <a:lnTo>
                        <a:pt x="114" y="1020"/>
                      </a:lnTo>
                      <a:lnTo>
                        <a:pt x="126" y="1020"/>
                      </a:lnTo>
                      <a:lnTo>
                        <a:pt x="132" y="1026"/>
                      </a:lnTo>
                      <a:lnTo>
                        <a:pt x="138" y="1026"/>
                      </a:lnTo>
                      <a:lnTo>
                        <a:pt x="144" y="1026"/>
                      </a:lnTo>
                      <a:lnTo>
                        <a:pt x="150" y="1026"/>
                      </a:lnTo>
                      <a:lnTo>
                        <a:pt x="156" y="1026"/>
                      </a:lnTo>
                      <a:lnTo>
                        <a:pt x="162" y="1026"/>
                      </a:lnTo>
                      <a:lnTo>
                        <a:pt x="168" y="1026"/>
                      </a:lnTo>
                      <a:lnTo>
                        <a:pt x="174" y="1026"/>
                      </a:lnTo>
                      <a:lnTo>
                        <a:pt x="180" y="1026"/>
                      </a:lnTo>
                      <a:lnTo>
                        <a:pt x="186" y="1026"/>
                      </a:lnTo>
                      <a:lnTo>
                        <a:pt x="192" y="1026"/>
                      </a:lnTo>
                      <a:lnTo>
                        <a:pt x="204" y="1026"/>
                      </a:lnTo>
                      <a:lnTo>
                        <a:pt x="210" y="1026"/>
                      </a:lnTo>
                      <a:lnTo>
                        <a:pt x="216" y="1026"/>
                      </a:lnTo>
                      <a:lnTo>
                        <a:pt x="222" y="1020"/>
                      </a:lnTo>
                      <a:lnTo>
                        <a:pt x="228" y="1020"/>
                      </a:lnTo>
                      <a:lnTo>
                        <a:pt x="234" y="1020"/>
                      </a:lnTo>
                      <a:lnTo>
                        <a:pt x="240" y="1020"/>
                      </a:lnTo>
                      <a:lnTo>
                        <a:pt x="246" y="1020"/>
                      </a:lnTo>
                      <a:lnTo>
                        <a:pt x="252" y="1020"/>
                      </a:lnTo>
                      <a:lnTo>
                        <a:pt x="258" y="1020"/>
                      </a:lnTo>
                      <a:lnTo>
                        <a:pt x="264" y="1020"/>
                      </a:lnTo>
                      <a:lnTo>
                        <a:pt x="270" y="1020"/>
                      </a:lnTo>
                      <a:lnTo>
                        <a:pt x="282" y="1020"/>
                      </a:lnTo>
                      <a:lnTo>
                        <a:pt x="288" y="1020"/>
                      </a:lnTo>
                      <a:lnTo>
                        <a:pt x="294" y="1020"/>
                      </a:lnTo>
                      <a:lnTo>
                        <a:pt x="300" y="1020"/>
                      </a:lnTo>
                      <a:lnTo>
                        <a:pt x="306" y="1026"/>
                      </a:lnTo>
                      <a:lnTo>
                        <a:pt x="312" y="1026"/>
                      </a:lnTo>
                      <a:lnTo>
                        <a:pt x="318" y="1026"/>
                      </a:lnTo>
                      <a:lnTo>
                        <a:pt x="324" y="1026"/>
                      </a:lnTo>
                      <a:lnTo>
                        <a:pt x="330" y="1026"/>
                      </a:lnTo>
                      <a:lnTo>
                        <a:pt x="336" y="1026"/>
                      </a:lnTo>
                      <a:lnTo>
                        <a:pt x="342" y="1026"/>
                      </a:lnTo>
                      <a:lnTo>
                        <a:pt x="348" y="1026"/>
                      </a:lnTo>
                      <a:lnTo>
                        <a:pt x="360" y="1026"/>
                      </a:lnTo>
                      <a:lnTo>
                        <a:pt x="366" y="1026"/>
                      </a:lnTo>
                      <a:lnTo>
                        <a:pt x="372" y="1026"/>
                      </a:lnTo>
                      <a:lnTo>
                        <a:pt x="378" y="1026"/>
                      </a:lnTo>
                      <a:lnTo>
                        <a:pt x="384" y="1026"/>
                      </a:lnTo>
                      <a:lnTo>
                        <a:pt x="390" y="1020"/>
                      </a:lnTo>
                      <a:lnTo>
                        <a:pt x="396" y="1020"/>
                      </a:lnTo>
                      <a:lnTo>
                        <a:pt x="402" y="1020"/>
                      </a:lnTo>
                      <a:lnTo>
                        <a:pt x="408" y="1020"/>
                      </a:lnTo>
                      <a:lnTo>
                        <a:pt x="414" y="1020"/>
                      </a:lnTo>
                      <a:lnTo>
                        <a:pt x="420" y="1014"/>
                      </a:lnTo>
                      <a:lnTo>
                        <a:pt x="426" y="1014"/>
                      </a:lnTo>
                      <a:lnTo>
                        <a:pt x="438" y="1014"/>
                      </a:lnTo>
                      <a:lnTo>
                        <a:pt x="444" y="1014"/>
                      </a:lnTo>
                      <a:lnTo>
                        <a:pt x="450" y="1014"/>
                      </a:lnTo>
                      <a:lnTo>
                        <a:pt x="456" y="1014"/>
                      </a:lnTo>
                      <a:lnTo>
                        <a:pt x="462" y="1020"/>
                      </a:lnTo>
                      <a:lnTo>
                        <a:pt x="468" y="1020"/>
                      </a:lnTo>
                      <a:lnTo>
                        <a:pt x="474" y="1020"/>
                      </a:lnTo>
                      <a:lnTo>
                        <a:pt x="480" y="1026"/>
                      </a:lnTo>
                      <a:lnTo>
                        <a:pt x="486" y="1026"/>
                      </a:lnTo>
                      <a:lnTo>
                        <a:pt x="492" y="1032"/>
                      </a:lnTo>
                      <a:lnTo>
                        <a:pt x="498" y="1032"/>
                      </a:lnTo>
                      <a:lnTo>
                        <a:pt x="504" y="1038"/>
                      </a:lnTo>
                      <a:lnTo>
                        <a:pt x="516" y="1038"/>
                      </a:lnTo>
                      <a:lnTo>
                        <a:pt x="522" y="1044"/>
                      </a:lnTo>
                      <a:lnTo>
                        <a:pt x="528" y="1044"/>
                      </a:lnTo>
                      <a:lnTo>
                        <a:pt x="534" y="1044"/>
                      </a:lnTo>
                      <a:lnTo>
                        <a:pt x="540" y="1038"/>
                      </a:lnTo>
                      <a:lnTo>
                        <a:pt x="546" y="1038"/>
                      </a:lnTo>
                      <a:lnTo>
                        <a:pt x="552" y="1032"/>
                      </a:lnTo>
                      <a:lnTo>
                        <a:pt x="558" y="1026"/>
                      </a:lnTo>
                      <a:lnTo>
                        <a:pt x="564" y="1020"/>
                      </a:lnTo>
                      <a:lnTo>
                        <a:pt x="570" y="1014"/>
                      </a:lnTo>
                      <a:lnTo>
                        <a:pt x="576" y="1008"/>
                      </a:lnTo>
                      <a:lnTo>
                        <a:pt x="582" y="996"/>
                      </a:lnTo>
                      <a:lnTo>
                        <a:pt x="594" y="990"/>
                      </a:lnTo>
                      <a:lnTo>
                        <a:pt x="600" y="984"/>
                      </a:lnTo>
                      <a:lnTo>
                        <a:pt x="606" y="978"/>
                      </a:lnTo>
                      <a:lnTo>
                        <a:pt x="612" y="978"/>
                      </a:lnTo>
                      <a:lnTo>
                        <a:pt x="618" y="978"/>
                      </a:lnTo>
                      <a:lnTo>
                        <a:pt x="624" y="984"/>
                      </a:lnTo>
                      <a:lnTo>
                        <a:pt x="630" y="990"/>
                      </a:lnTo>
                      <a:lnTo>
                        <a:pt x="636" y="996"/>
                      </a:lnTo>
                      <a:lnTo>
                        <a:pt x="642" y="1008"/>
                      </a:lnTo>
                      <a:lnTo>
                        <a:pt x="648" y="1026"/>
                      </a:lnTo>
                      <a:lnTo>
                        <a:pt x="654" y="1038"/>
                      </a:lnTo>
                      <a:lnTo>
                        <a:pt x="660" y="1056"/>
                      </a:lnTo>
                      <a:lnTo>
                        <a:pt x="666" y="1074"/>
                      </a:lnTo>
                      <a:lnTo>
                        <a:pt x="678" y="1086"/>
                      </a:lnTo>
                      <a:lnTo>
                        <a:pt x="684" y="1098"/>
                      </a:lnTo>
                      <a:lnTo>
                        <a:pt x="690" y="1110"/>
                      </a:lnTo>
                      <a:lnTo>
                        <a:pt x="696" y="1116"/>
                      </a:lnTo>
                      <a:lnTo>
                        <a:pt x="702" y="1116"/>
                      </a:lnTo>
                      <a:lnTo>
                        <a:pt x="708" y="1110"/>
                      </a:lnTo>
                      <a:lnTo>
                        <a:pt x="714" y="1098"/>
                      </a:lnTo>
                      <a:lnTo>
                        <a:pt x="720" y="1080"/>
                      </a:lnTo>
                      <a:lnTo>
                        <a:pt x="726" y="1056"/>
                      </a:lnTo>
                      <a:lnTo>
                        <a:pt x="732" y="1032"/>
                      </a:lnTo>
                      <a:lnTo>
                        <a:pt x="738" y="1002"/>
                      </a:lnTo>
                      <a:lnTo>
                        <a:pt x="744" y="966"/>
                      </a:lnTo>
                      <a:lnTo>
                        <a:pt x="756" y="936"/>
                      </a:lnTo>
                      <a:lnTo>
                        <a:pt x="762" y="906"/>
                      </a:lnTo>
                      <a:lnTo>
                        <a:pt x="768" y="882"/>
                      </a:lnTo>
                      <a:lnTo>
                        <a:pt x="774" y="864"/>
                      </a:lnTo>
                      <a:lnTo>
                        <a:pt x="780" y="852"/>
                      </a:lnTo>
                      <a:lnTo>
                        <a:pt x="786" y="846"/>
                      </a:lnTo>
                      <a:lnTo>
                        <a:pt x="792" y="858"/>
                      </a:lnTo>
                      <a:lnTo>
                        <a:pt x="798" y="876"/>
                      </a:lnTo>
                      <a:lnTo>
                        <a:pt x="804" y="906"/>
                      </a:lnTo>
                      <a:lnTo>
                        <a:pt x="810" y="942"/>
                      </a:lnTo>
                      <a:lnTo>
                        <a:pt x="816" y="990"/>
                      </a:lnTo>
                      <a:lnTo>
                        <a:pt x="822" y="1044"/>
                      </a:lnTo>
                      <a:lnTo>
                        <a:pt x="834" y="1098"/>
                      </a:lnTo>
                      <a:lnTo>
                        <a:pt x="840" y="1158"/>
                      </a:lnTo>
                      <a:lnTo>
                        <a:pt x="846" y="1212"/>
                      </a:lnTo>
                      <a:lnTo>
                        <a:pt x="852" y="1260"/>
                      </a:lnTo>
                      <a:lnTo>
                        <a:pt x="858" y="1296"/>
                      </a:lnTo>
                      <a:lnTo>
                        <a:pt x="864" y="1314"/>
                      </a:lnTo>
                      <a:lnTo>
                        <a:pt x="870" y="1326"/>
                      </a:lnTo>
                      <a:lnTo>
                        <a:pt x="876" y="1314"/>
                      </a:lnTo>
                      <a:lnTo>
                        <a:pt x="882" y="1284"/>
                      </a:lnTo>
                      <a:lnTo>
                        <a:pt x="888" y="1242"/>
                      </a:lnTo>
                      <a:lnTo>
                        <a:pt x="894" y="1182"/>
                      </a:lnTo>
                      <a:lnTo>
                        <a:pt x="900" y="1104"/>
                      </a:lnTo>
                      <a:lnTo>
                        <a:pt x="912" y="1020"/>
                      </a:lnTo>
                      <a:lnTo>
                        <a:pt x="918" y="930"/>
                      </a:lnTo>
                      <a:lnTo>
                        <a:pt x="924" y="840"/>
                      </a:lnTo>
                      <a:lnTo>
                        <a:pt x="930" y="750"/>
                      </a:lnTo>
                      <a:lnTo>
                        <a:pt x="936" y="672"/>
                      </a:lnTo>
                      <a:lnTo>
                        <a:pt x="942" y="612"/>
                      </a:lnTo>
                      <a:lnTo>
                        <a:pt x="948" y="570"/>
                      </a:lnTo>
                      <a:lnTo>
                        <a:pt x="954" y="558"/>
                      </a:lnTo>
                      <a:lnTo>
                        <a:pt x="960" y="564"/>
                      </a:lnTo>
                      <a:lnTo>
                        <a:pt x="966" y="600"/>
                      </a:lnTo>
                      <a:lnTo>
                        <a:pt x="972" y="666"/>
                      </a:lnTo>
                      <a:lnTo>
                        <a:pt x="978" y="750"/>
                      </a:lnTo>
                      <a:lnTo>
                        <a:pt x="990" y="858"/>
                      </a:lnTo>
                      <a:lnTo>
                        <a:pt x="996" y="984"/>
                      </a:lnTo>
                      <a:lnTo>
                        <a:pt x="1002" y="1116"/>
                      </a:lnTo>
                      <a:lnTo>
                        <a:pt x="1008" y="1248"/>
                      </a:lnTo>
                      <a:lnTo>
                        <a:pt x="1014" y="1380"/>
                      </a:lnTo>
                      <a:lnTo>
                        <a:pt x="1020" y="1494"/>
                      </a:lnTo>
                      <a:lnTo>
                        <a:pt x="1026" y="1584"/>
                      </a:lnTo>
                      <a:lnTo>
                        <a:pt x="1032" y="1650"/>
                      </a:lnTo>
                      <a:lnTo>
                        <a:pt x="1038" y="1680"/>
                      </a:lnTo>
                      <a:lnTo>
                        <a:pt x="1044" y="1674"/>
                      </a:lnTo>
                      <a:lnTo>
                        <a:pt x="1050" y="1632"/>
                      </a:lnTo>
                      <a:lnTo>
                        <a:pt x="1056" y="1554"/>
                      </a:lnTo>
                      <a:lnTo>
                        <a:pt x="1068" y="1440"/>
                      </a:lnTo>
                      <a:lnTo>
                        <a:pt x="1074" y="1296"/>
                      </a:lnTo>
                      <a:lnTo>
                        <a:pt x="1080" y="1134"/>
                      </a:lnTo>
                      <a:lnTo>
                        <a:pt x="1086" y="960"/>
                      </a:lnTo>
                      <a:lnTo>
                        <a:pt x="1092" y="780"/>
                      </a:lnTo>
                      <a:lnTo>
                        <a:pt x="1098" y="612"/>
                      </a:lnTo>
                      <a:lnTo>
                        <a:pt x="1104" y="456"/>
                      </a:lnTo>
                      <a:lnTo>
                        <a:pt x="1110" y="330"/>
                      </a:lnTo>
                      <a:lnTo>
                        <a:pt x="1116" y="240"/>
                      </a:lnTo>
                      <a:lnTo>
                        <a:pt x="1122" y="192"/>
                      </a:lnTo>
                      <a:lnTo>
                        <a:pt x="1128" y="186"/>
                      </a:lnTo>
                      <a:lnTo>
                        <a:pt x="1134" y="228"/>
                      </a:lnTo>
                      <a:lnTo>
                        <a:pt x="1146" y="318"/>
                      </a:lnTo>
                      <a:lnTo>
                        <a:pt x="1152" y="450"/>
                      </a:lnTo>
                      <a:lnTo>
                        <a:pt x="1158" y="618"/>
                      </a:lnTo>
                      <a:lnTo>
                        <a:pt x="1164" y="816"/>
                      </a:lnTo>
                      <a:lnTo>
                        <a:pt x="1170" y="1026"/>
                      </a:lnTo>
                      <a:lnTo>
                        <a:pt x="1176" y="1242"/>
                      </a:lnTo>
                      <a:lnTo>
                        <a:pt x="1182" y="1452"/>
                      </a:lnTo>
                      <a:lnTo>
                        <a:pt x="1188" y="1638"/>
                      </a:lnTo>
                      <a:lnTo>
                        <a:pt x="1194" y="1794"/>
                      </a:lnTo>
                      <a:lnTo>
                        <a:pt x="1200" y="1914"/>
                      </a:lnTo>
                      <a:lnTo>
                        <a:pt x="1206" y="1980"/>
                      </a:lnTo>
                      <a:lnTo>
                        <a:pt x="1212" y="1998"/>
                      </a:lnTo>
                      <a:lnTo>
                        <a:pt x="1224" y="1956"/>
                      </a:lnTo>
                      <a:lnTo>
                        <a:pt x="1230" y="1866"/>
                      </a:lnTo>
                      <a:lnTo>
                        <a:pt x="1236" y="1728"/>
                      </a:lnTo>
                      <a:lnTo>
                        <a:pt x="1242" y="1542"/>
                      </a:lnTo>
                      <a:lnTo>
                        <a:pt x="1248" y="1332"/>
                      </a:lnTo>
                      <a:lnTo>
                        <a:pt x="1254" y="1104"/>
                      </a:lnTo>
                      <a:lnTo>
                        <a:pt x="1260" y="864"/>
                      </a:lnTo>
                      <a:lnTo>
                        <a:pt x="1266" y="636"/>
                      </a:lnTo>
                      <a:lnTo>
                        <a:pt x="1272" y="426"/>
                      </a:lnTo>
                      <a:lnTo>
                        <a:pt x="1278" y="246"/>
                      </a:lnTo>
                      <a:lnTo>
                        <a:pt x="1284" y="114"/>
                      </a:lnTo>
                      <a:lnTo>
                        <a:pt x="1290" y="30"/>
                      </a:lnTo>
                      <a:lnTo>
                        <a:pt x="1302" y="0"/>
                      </a:lnTo>
                      <a:lnTo>
                        <a:pt x="1308" y="30"/>
                      </a:lnTo>
                      <a:lnTo>
                        <a:pt x="1314" y="114"/>
                      </a:lnTo>
                      <a:lnTo>
                        <a:pt x="1320" y="246"/>
                      </a:lnTo>
                      <a:lnTo>
                        <a:pt x="1326" y="426"/>
                      </a:lnTo>
                      <a:lnTo>
                        <a:pt x="1332" y="636"/>
                      </a:lnTo>
                      <a:lnTo>
                        <a:pt x="1338" y="864"/>
                      </a:lnTo>
                      <a:lnTo>
                        <a:pt x="1344" y="1104"/>
                      </a:lnTo>
                      <a:lnTo>
                        <a:pt x="1350" y="1332"/>
                      </a:lnTo>
                      <a:lnTo>
                        <a:pt x="1356" y="1542"/>
                      </a:lnTo>
                      <a:lnTo>
                        <a:pt x="1362" y="1728"/>
                      </a:lnTo>
                      <a:lnTo>
                        <a:pt x="1368" y="1866"/>
                      </a:lnTo>
                      <a:lnTo>
                        <a:pt x="1374" y="1956"/>
                      </a:lnTo>
                      <a:lnTo>
                        <a:pt x="1386" y="1998"/>
                      </a:lnTo>
                      <a:lnTo>
                        <a:pt x="1392" y="1980"/>
                      </a:lnTo>
                      <a:lnTo>
                        <a:pt x="1398" y="1914"/>
                      </a:lnTo>
                      <a:lnTo>
                        <a:pt x="1404" y="1794"/>
                      </a:lnTo>
                      <a:lnTo>
                        <a:pt x="1410" y="1638"/>
                      </a:lnTo>
                      <a:lnTo>
                        <a:pt x="1416" y="1452"/>
                      </a:lnTo>
                      <a:lnTo>
                        <a:pt x="1422" y="1242"/>
                      </a:lnTo>
                      <a:lnTo>
                        <a:pt x="1428" y="1026"/>
                      </a:lnTo>
                      <a:lnTo>
                        <a:pt x="1434" y="816"/>
                      </a:lnTo>
                      <a:lnTo>
                        <a:pt x="1440" y="618"/>
                      </a:lnTo>
                      <a:lnTo>
                        <a:pt x="1446" y="450"/>
                      </a:lnTo>
                      <a:lnTo>
                        <a:pt x="1452" y="318"/>
                      </a:lnTo>
                      <a:lnTo>
                        <a:pt x="1464" y="228"/>
                      </a:lnTo>
                      <a:lnTo>
                        <a:pt x="1470" y="186"/>
                      </a:lnTo>
                      <a:lnTo>
                        <a:pt x="1476" y="192"/>
                      </a:lnTo>
                      <a:lnTo>
                        <a:pt x="1482" y="240"/>
                      </a:lnTo>
                      <a:lnTo>
                        <a:pt x="1488" y="330"/>
                      </a:lnTo>
                      <a:lnTo>
                        <a:pt x="1494" y="456"/>
                      </a:lnTo>
                      <a:lnTo>
                        <a:pt x="1500" y="612"/>
                      </a:lnTo>
                      <a:lnTo>
                        <a:pt x="1506" y="780"/>
                      </a:lnTo>
                      <a:lnTo>
                        <a:pt x="1512" y="960"/>
                      </a:lnTo>
                      <a:lnTo>
                        <a:pt x="1518" y="1134"/>
                      </a:lnTo>
                      <a:lnTo>
                        <a:pt x="1524" y="1296"/>
                      </a:lnTo>
                      <a:lnTo>
                        <a:pt x="1530" y="1440"/>
                      </a:lnTo>
                      <a:lnTo>
                        <a:pt x="1542" y="1554"/>
                      </a:lnTo>
                      <a:lnTo>
                        <a:pt x="1548" y="1632"/>
                      </a:lnTo>
                      <a:lnTo>
                        <a:pt x="1554" y="1674"/>
                      </a:lnTo>
                      <a:lnTo>
                        <a:pt x="1560" y="1680"/>
                      </a:lnTo>
                      <a:lnTo>
                        <a:pt x="1566" y="1650"/>
                      </a:lnTo>
                      <a:lnTo>
                        <a:pt x="1572" y="1584"/>
                      </a:lnTo>
                      <a:lnTo>
                        <a:pt x="1578" y="1494"/>
                      </a:lnTo>
                      <a:lnTo>
                        <a:pt x="1584" y="1380"/>
                      </a:lnTo>
                      <a:lnTo>
                        <a:pt x="1590" y="1248"/>
                      </a:lnTo>
                      <a:lnTo>
                        <a:pt x="1596" y="1116"/>
                      </a:lnTo>
                      <a:lnTo>
                        <a:pt x="1602" y="984"/>
                      </a:lnTo>
                      <a:lnTo>
                        <a:pt x="1608" y="858"/>
                      </a:lnTo>
                      <a:lnTo>
                        <a:pt x="1620" y="750"/>
                      </a:lnTo>
                      <a:lnTo>
                        <a:pt x="1626" y="666"/>
                      </a:lnTo>
                      <a:lnTo>
                        <a:pt x="1632" y="600"/>
                      </a:lnTo>
                      <a:lnTo>
                        <a:pt x="1638" y="564"/>
                      </a:lnTo>
                      <a:lnTo>
                        <a:pt x="1644" y="558"/>
                      </a:lnTo>
                      <a:lnTo>
                        <a:pt x="1650" y="570"/>
                      </a:lnTo>
                      <a:lnTo>
                        <a:pt x="1656" y="612"/>
                      </a:lnTo>
                      <a:lnTo>
                        <a:pt x="1662" y="672"/>
                      </a:lnTo>
                      <a:lnTo>
                        <a:pt x="1668" y="750"/>
                      </a:lnTo>
                      <a:lnTo>
                        <a:pt x="1674" y="840"/>
                      </a:lnTo>
                      <a:lnTo>
                        <a:pt x="1680" y="930"/>
                      </a:lnTo>
                      <a:lnTo>
                        <a:pt x="1686" y="1020"/>
                      </a:lnTo>
                      <a:lnTo>
                        <a:pt x="1698" y="1104"/>
                      </a:lnTo>
                      <a:lnTo>
                        <a:pt x="1704" y="1182"/>
                      </a:lnTo>
                      <a:lnTo>
                        <a:pt x="1710" y="1242"/>
                      </a:lnTo>
                      <a:lnTo>
                        <a:pt x="1716" y="1284"/>
                      </a:lnTo>
                      <a:lnTo>
                        <a:pt x="1722" y="1314"/>
                      </a:lnTo>
                      <a:lnTo>
                        <a:pt x="1728" y="1326"/>
                      </a:lnTo>
                      <a:lnTo>
                        <a:pt x="1734" y="1314"/>
                      </a:lnTo>
                      <a:lnTo>
                        <a:pt x="1740" y="1296"/>
                      </a:lnTo>
                      <a:lnTo>
                        <a:pt x="1746" y="1260"/>
                      </a:lnTo>
                      <a:lnTo>
                        <a:pt x="1752" y="1212"/>
                      </a:lnTo>
                      <a:lnTo>
                        <a:pt x="1758" y="1158"/>
                      </a:lnTo>
                      <a:lnTo>
                        <a:pt x="1764" y="1098"/>
                      </a:lnTo>
                      <a:lnTo>
                        <a:pt x="1776" y="1044"/>
                      </a:lnTo>
                      <a:lnTo>
                        <a:pt x="1782" y="990"/>
                      </a:lnTo>
                      <a:lnTo>
                        <a:pt x="1788" y="942"/>
                      </a:lnTo>
                      <a:lnTo>
                        <a:pt x="1794" y="906"/>
                      </a:lnTo>
                      <a:lnTo>
                        <a:pt x="1800" y="876"/>
                      </a:lnTo>
                      <a:lnTo>
                        <a:pt x="1806" y="858"/>
                      </a:lnTo>
                      <a:lnTo>
                        <a:pt x="1812" y="846"/>
                      </a:lnTo>
                      <a:lnTo>
                        <a:pt x="1818" y="852"/>
                      </a:lnTo>
                      <a:lnTo>
                        <a:pt x="1824" y="864"/>
                      </a:lnTo>
                      <a:lnTo>
                        <a:pt x="1830" y="882"/>
                      </a:lnTo>
                      <a:lnTo>
                        <a:pt x="1836" y="906"/>
                      </a:lnTo>
                      <a:lnTo>
                        <a:pt x="1842" y="936"/>
                      </a:lnTo>
                      <a:lnTo>
                        <a:pt x="1854" y="966"/>
                      </a:lnTo>
                      <a:lnTo>
                        <a:pt x="1860" y="1002"/>
                      </a:lnTo>
                      <a:lnTo>
                        <a:pt x="1866" y="1032"/>
                      </a:lnTo>
                      <a:lnTo>
                        <a:pt x="1872" y="1056"/>
                      </a:lnTo>
                      <a:lnTo>
                        <a:pt x="1878" y="1080"/>
                      </a:lnTo>
                      <a:lnTo>
                        <a:pt x="1884" y="1098"/>
                      </a:lnTo>
                      <a:lnTo>
                        <a:pt x="1890" y="1110"/>
                      </a:lnTo>
                      <a:lnTo>
                        <a:pt x="1896" y="1116"/>
                      </a:lnTo>
                      <a:lnTo>
                        <a:pt x="1902" y="1116"/>
                      </a:lnTo>
                      <a:lnTo>
                        <a:pt x="1908" y="1110"/>
                      </a:lnTo>
                      <a:lnTo>
                        <a:pt x="1914" y="1098"/>
                      </a:lnTo>
                      <a:lnTo>
                        <a:pt x="1920" y="1086"/>
                      </a:lnTo>
                      <a:lnTo>
                        <a:pt x="1932" y="1074"/>
                      </a:lnTo>
                      <a:lnTo>
                        <a:pt x="1938" y="1056"/>
                      </a:lnTo>
                      <a:lnTo>
                        <a:pt x="1944" y="1038"/>
                      </a:lnTo>
                      <a:lnTo>
                        <a:pt x="1950" y="1026"/>
                      </a:lnTo>
                      <a:lnTo>
                        <a:pt x="1956" y="1008"/>
                      </a:lnTo>
                      <a:lnTo>
                        <a:pt x="1962" y="996"/>
                      </a:lnTo>
                      <a:lnTo>
                        <a:pt x="1968" y="990"/>
                      </a:lnTo>
                      <a:lnTo>
                        <a:pt x="1974" y="984"/>
                      </a:lnTo>
                      <a:lnTo>
                        <a:pt x="1980" y="978"/>
                      </a:lnTo>
                      <a:lnTo>
                        <a:pt x="1986" y="978"/>
                      </a:lnTo>
                      <a:lnTo>
                        <a:pt x="1992" y="978"/>
                      </a:lnTo>
                      <a:lnTo>
                        <a:pt x="1998" y="984"/>
                      </a:lnTo>
                      <a:lnTo>
                        <a:pt x="2004" y="990"/>
                      </a:lnTo>
                      <a:lnTo>
                        <a:pt x="2016" y="996"/>
                      </a:lnTo>
                      <a:lnTo>
                        <a:pt x="2022" y="1008"/>
                      </a:lnTo>
                      <a:lnTo>
                        <a:pt x="2028" y="1014"/>
                      </a:lnTo>
                      <a:lnTo>
                        <a:pt x="2034" y="1020"/>
                      </a:lnTo>
                      <a:lnTo>
                        <a:pt x="2040" y="1026"/>
                      </a:lnTo>
                      <a:lnTo>
                        <a:pt x="2046" y="1032"/>
                      </a:lnTo>
                      <a:lnTo>
                        <a:pt x="2052" y="1038"/>
                      </a:lnTo>
                      <a:lnTo>
                        <a:pt x="2058" y="1038"/>
                      </a:lnTo>
                      <a:lnTo>
                        <a:pt x="2064" y="1044"/>
                      </a:lnTo>
                      <a:lnTo>
                        <a:pt x="2070" y="1044"/>
                      </a:lnTo>
                      <a:lnTo>
                        <a:pt x="2076" y="1044"/>
                      </a:lnTo>
                      <a:lnTo>
                        <a:pt x="2082" y="1038"/>
                      </a:lnTo>
                      <a:lnTo>
                        <a:pt x="2094" y="1038"/>
                      </a:lnTo>
                      <a:lnTo>
                        <a:pt x="2100" y="1032"/>
                      </a:lnTo>
                      <a:lnTo>
                        <a:pt x="2106" y="1032"/>
                      </a:lnTo>
                      <a:lnTo>
                        <a:pt x="2112" y="1026"/>
                      </a:lnTo>
                      <a:lnTo>
                        <a:pt x="2118" y="1026"/>
                      </a:lnTo>
                      <a:lnTo>
                        <a:pt x="2124" y="1020"/>
                      </a:lnTo>
                      <a:lnTo>
                        <a:pt x="2130" y="1020"/>
                      </a:lnTo>
                      <a:lnTo>
                        <a:pt x="2136" y="1020"/>
                      </a:lnTo>
                      <a:lnTo>
                        <a:pt x="2142" y="1014"/>
                      </a:lnTo>
                      <a:lnTo>
                        <a:pt x="2148" y="1014"/>
                      </a:lnTo>
                      <a:lnTo>
                        <a:pt x="2154" y="1014"/>
                      </a:lnTo>
                      <a:lnTo>
                        <a:pt x="2160" y="1014"/>
                      </a:lnTo>
                      <a:lnTo>
                        <a:pt x="2172" y="1014"/>
                      </a:lnTo>
                      <a:lnTo>
                        <a:pt x="2178" y="1014"/>
                      </a:lnTo>
                      <a:lnTo>
                        <a:pt x="2184" y="1020"/>
                      </a:lnTo>
                      <a:lnTo>
                        <a:pt x="2190" y="1020"/>
                      </a:lnTo>
                      <a:lnTo>
                        <a:pt x="2196" y="1020"/>
                      </a:lnTo>
                      <a:lnTo>
                        <a:pt x="2202" y="1020"/>
                      </a:lnTo>
                      <a:lnTo>
                        <a:pt x="2208" y="1020"/>
                      </a:lnTo>
                      <a:lnTo>
                        <a:pt x="2214" y="1026"/>
                      </a:lnTo>
                      <a:lnTo>
                        <a:pt x="2220" y="1026"/>
                      </a:lnTo>
                      <a:lnTo>
                        <a:pt x="2226" y="1026"/>
                      </a:lnTo>
                      <a:lnTo>
                        <a:pt x="2232" y="1026"/>
                      </a:lnTo>
                      <a:lnTo>
                        <a:pt x="2238" y="1026"/>
                      </a:lnTo>
                      <a:lnTo>
                        <a:pt x="2250" y="1026"/>
                      </a:lnTo>
                      <a:lnTo>
                        <a:pt x="2256" y="1026"/>
                      </a:lnTo>
                      <a:lnTo>
                        <a:pt x="2262" y="1026"/>
                      </a:lnTo>
                      <a:lnTo>
                        <a:pt x="2268" y="1026"/>
                      </a:lnTo>
                      <a:lnTo>
                        <a:pt x="2274" y="1026"/>
                      </a:lnTo>
                      <a:lnTo>
                        <a:pt x="2280" y="1026"/>
                      </a:lnTo>
                      <a:lnTo>
                        <a:pt x="2286" y="1026"/>
                      </a:lnTo>
                      <a:lnTo>
                        <a:pt x="2292" y="1026"/>
                      </a:lnTo>
                      <a:lnTo>
                        <a:pt x="2298" y="1020"/>
                      </a:lnTo>
                      <a:lnTo>
                        <a:pt x="2304" y="1020"/>
                      </a:lnTo>
                      <a:lnTo>
                        <a:pt x="2310" y="1020"/>
                      </a:lnTo>
                      <a:lnTo>
                        <a:pt x="2316" y="1020"/>
                      </a:lnTo>
                      <a:lnTo>
                        <a:pt x="2328" y="1020"/>
                      </a:lnTo>
                      <a:lnTo>
                        <a:pt x="2334" y="1020"/>
                      </a:lnTo>
                      <a:lnTo>
                        <a:pt x="2340" y="1020"/>
                      </a:lnTo>
                      <a:lnTo>
                        <a:pt x="2346" y="1020"/>
                      </a:lnTo>
                      <a:lnTo>
                        <a:pt x="2352" y="1020"/>
                      </a:lnTo>
                      <a:lnTo>
                        <a:pt x="2358" y="1020"/>
                      </a:lnTo>
                      <a:lnTo>
                        <a:pt x="2364" y="1020"/>
                      </a:lnTo>
                      <a:lnTo>
                        <a:pt x="2370" y="1020"/>
                      </a:lnTo>
                      <a:lnTo>
                        <a:pt x="2376" y="1020"/>
                      </a:lnTo>
                      <a:lnTo>
                        <a:pt x="2382" y="1026"/>
                      </a:lnTo>
                      <a:lnTo>
                        <a:pt x="2388" y="1026"/>
                      </a:lnTo>
                      <a:lnTo>
                        <a:pt x="2394" y="1026"/>
                      </a:lnTo>
                      <a:lnTo>
                        <a:pt x="2406" y="1026"/>
                      </a:lnTo>
                      <a:lnTo>
                        <a:pt x="2412" y="1026"/>
                      </a:lnTo>
                      <a:lnTo>
                        <a:pt x="2418" y="1026"/>
                      </a:lnTo>
                      <a:lnTo>
                        <a:pt x="2424" y="1026"/>
                      </a:lnTo>
                      <a:lnTo>
                        <a:pt x="2430" y="1026"/>
                      </a:lnTo>
                      <a:lnTo>
                        <a:pt x="2436" y="1026"/>
                      </a:lnTo>
                      <a:lnTo>
                        <a:pt x="2442" y="1026"/>
                      </a:lnTo>
                      <a:lnTo>
                        <a:pt x="2448" y="1026"/>
                      </a:lnTo>
                      <a:lnTo>
                        <a:pt x="2454" y="1026"/>
                      </a:lnTo>
                      <a:lnTo>
                        <a:pt x="2460" y="1026"/>
                      </a:lnTo>
                      <a:lnTo>
                        <a:pt x="2466" y="1026"/>
                      </a:lnTo>
                      <a:lnTo>
                        <a:pt x="2472" y="1020"/>
                      </a:lnTo>
                      <a:lnTo>
                        <a:pt x="2484" y="1020"/>
                      </a:lnTo>
                      <a:lnTo>
                        <a:pt x="2490" y="1020"/>
                      </a:lnTo>
                      <a:lnTo>
                        <a:pt x="2496" y="1020"/>
                      </a:lnTo>
                      <a:lnTo>
                        <a:pt x="2502" y="1020"/>
                      </a:lnTo>
                      <a:lnTo>
                        <a:pt x="2508" y="1020"/>
                      </a:lnTo>
                      <a:lnTo>
                        <a:pt x="2514" y="1020"/>
                      </a:lnTo>
                      <a:lnTo>
                        <a:pt x="2520" y="1020"/>
                      </a:lnTo>
                      <a:lnTo>
                        <a:pt x="2526" y="1020"/>
                      </a:lnTo>
                      <a:lnTo>
                        <a:pt x="2532" y="1020"/>
                      </a:lnTo>
                      <a:lnTo>
                        <a:pt x="2538" y="1020"/>
                      </a:lnTo>
                      <a:lnTo>
                        <a:pt x="2544" y="1020"/>
                      </a:lnTo>
                      <a:lnTo>
                        <a:pt x="2550" y="1020"/>
                      </a:lnTo>
                      <a:lnTo>
                        <a:pt x="2562" y="1026"/>
                      </a:lnTo>
                      <a:lnTo>
                        <a:pt x="2568" y="1026"/>
                      </a:lnTo>
                      <a:lnTo>
                        <a:pt x="2574" y="1026"/>
                      </a:lnTo>
                      <a:lnTo>
                        <a:pt x="2580" y="1026"/>
                      </a:lnTo>
                      <a:lnTo>
                        <a:pt x="2586" y="1026"/>
                      </a:lnTo>
                      <a:lnTo>
                        <a:pt x="2592" y="1026"/>
                      </a:lnTo>
                      <a:lnTo>
                        <a:pt x="2598" y="1026"/>
                      </a:lnTo>
                    </a:path>
                  </a:pathLst>
                </a:custGeom>
                <a:noFill/>
                <a:ln w="28575">
                  <a:solidFill>
                    <a:srgbClr val="66FFFF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51211" name="Text Box 56"/>
          <p:cNvSpPr txBox="1">
            <a:spLocks noChangeArrowheads="1"/>
          </p:cNvSpPr>
          <p:nvPr/>
        </p:nvSpPr>
        <p:spPr bwMode="auto">
          <a:xfrm>
            <a:off x="2057400" y="1600201"/>
            <a:ext cx="78613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51212" name="Text Box 57"/>
          <p:cNvSpPr txBox="1">
            <a:spLocks noChangeArrowheads="1"/>
          </p:cNvSpPr>
          <p:nvPr/>
        </p:nvSpPr>
        <p:spPr bwMode="auto">
          <a:xfrm>
            <a:off x="2120900" y="1676400"/>
            <a:ext cx="79248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If a medium has many excited molecules, one photon can become many.</a:t>
            </a:r>
            <a:endParaRPr lang="en-US"/>
          </a:p>
        </p:txBody>
      </p:sp>
      <p:sp>
        <p:nvSpPr>
          <p:cNvPr id="51213" name="Text Box 58"/>
          <p:cNvSpPr txBox="1">
            <a:spLocks noChangeArrowheads="1"/>
          </p:cNvSpPr>
          <p:nvPr/>
        </p:nvSpPr>
        <p:spPr bwMode="auto">
          <a:xfrm>
            <a:off x="2120900" y="5715001"/>
            <a:ext cx="8039100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This is the essence of the laser.  The factor by which an input beam is amplified by a medium is called the </a:t>
            </a:r>
            <a:r>
              <a:rPr lang="en-US" b="1">
                <a:solidFill>
                  <a:srgbClr val="66FFFF"/>
                </a:solidFill>
              </a:rPr>
              <a:t>gain</a:t>
            </a:r>
            <a:r>
              <a:rPr lang="en-US"/>
              <a:t> and is represented by </a:t>
            </a:r>
            <a:r>
              <a:rPr lang="en-US" i="1">
                <a:latin typeface="Times New Roman" panose="02020603050405020304" pitchFamily="18" charset="0"/>
              </a:rPr>
              <a:t>G</a:t>
            </a:r>
            <a:r>
              <a:rPr lang="en-US"/>
              <a:t>.</a:t>
            </a:r>
            <a:endParaRPr lang="en-US"/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0AFC36-A397-440D-A2C7-BDE8C86F228A}" type="datetime2">
              <a:rPr lang="en-IN" smtClean="0"/>
            </a:fld>
            <a:endParaRPr lang="en-US"/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210" y="136525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Types of LASER’s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0" hangingPunct="0">
              <a:buFontTx/>
              <a:buAutoNum type="alphaLcPeriod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their sources: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Lasers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 startAt="2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 Lasers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 startAt="3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Semiconductors Lasers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 startAt="4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 Lasers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buFontTx/>
              <a:buAutoNum type="alphaLcPeriod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nature of emission: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Wave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 startAt="2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Pulsed Laser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buFontTx/>
              <a:buAutoNum type="alphaLcPeriod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their wavelength: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Region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 startAt="2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Region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 startAt="3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Ultraviolet Region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 startAt="4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 Region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 startAt="5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Region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0" hangingPunct="0"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different levels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2-level laser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2. 3-level laser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3. 4-level laser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mode of pumping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Optical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2. Chemical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3. Electric discharge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4. Electrical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0B767B-D390-4670-8076-71966605EF8F}" type="datetime2">
              <a:rPr lang="en-IN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A4B52-641D-43DC-8AA8-CF7B125C4C53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3430" y="2373312"/>
            <a:ext cx="3025140" cy="655638"/>
          </a:xfrm>
        </p:spPr>
        <p:txBody>
          <a:bodyPr/>
          <a:lstStyle/>
          <a:p>
            <a:r>
              <a:rPr lang="en-IN" b="1" dirty="0"/>
              <a:t>Ruby LASER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497C50-0438-46DF-AF22-D8D947CDE1C3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Basics of Ruby LASER</a:t>
            </a:r>
            <a:endParaRPr lang="en-IN" b="1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ph idx="1"/>
          </p:nvPr>
        </p:nvGraphicFramePr>
        <p:xfrm>
          <a:off x="1828800" y="1143001"/>
          <a:ext cx="8610600" cy="5227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867400"/>
              </a:tblGrid>
              <a:tr h="511220">
                <a:tc>
                  <a:txBody>
                    <a:bodyPr/>
                    <a:lstStyle/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laser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Solid State laser</a:t>
                      </a:r>
                      <a:endParaRPr kumimoji="0" lang="en-US" sz="2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335769">
                <a:tc>
                  <a:txBody>
                    <a:bodyPr/>
                    <a:lstStyle/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 medium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Ruby rod. It is a crystalline Al</a:t>
                      </a:r>
                      <a:r>
                        <a:rPr kumimoji="0" lang="en-US" sz="2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US" sz="25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doped with Cr ions (0.5%), Cr ions being active centers.</a:t>
                      </a:r>
                      <a:endParaRPr kumimoji="0" lang="en-US" sz="2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23494">
                <a:tc>
                  <a:txBody>
                    <a:bodyPr/>
                    <a:lstStyle/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Pumping method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Optical pumping, Xenon Helical Flash Lamp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1220">
                <a:tc>
                  <a:txBody>
                    <a:bodyPr/>
                    <a:lstStyle/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Optical resonator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two ends of the rod polished with silver.</a:t>
                      </a:r>
                      <a:endParaRPr kumimoji="0" lang="en-US" sz="2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1220">
                <a:tc>
                  <a:txBody>
                    <a:bodyPr/>
                    <a:lstStyle/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output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en-US" sz="25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– 10</a:t>
                      </a:r>
                      <a:r>
                        <a:rPr kumimoji="0" lang="en-US" sz="25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watts.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1220">
                <a:tc>
                  <a:txBody>
                    <a:bodyPr/>
                    <a:lstStyle/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 of output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Pulsed.</a:t>
                      </a:r>
                      <a:endParaRPr kumimoji="0" lang="en-US" sz="2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23494">
                <a:tc>
                  <a:txBody>
                    <a:bodyPr/>
                    <a:lstStyle/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Characteristic wavelength</a:t>
                      </a:r>
                      <a:endParaRPr lang="en-US" sz="2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6943Å.</a:t>
                      </a:r>
                      <a:endParaRPr kumimoji="0" lang="en-US" sz="2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948E8E-4C46-4036-9DFB-A0F3519ABF5F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n't Try at Home: Awesome Ruby Laser Balloon Trick | Gadgets, Science &amp;  Technolog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530" y="216681"/>
            <a:ext cx="8435340" cy="612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BF9A1A-C919-4359-93EA-CD01815BAA7D}" type="datetime2">
              <a:rPr lang="en-IN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362200" y="5269120"/>
            <a:ext cx="381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121"/>
                </a:solidFill>
                <a:latin typeface="Open Sans" panose="020B0606030504020204" pitchFamily="34" charset="0"/>
              </a:rPr>
              <a:t>2 to 30 cm in length and 0.5 to 2 cm in diameter.</a:t>
            </a:r>
            <a:endParaRPr lang="en-IN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520" y="365125"/>
            <a:ext cx="9479280" cy="1325563"/>
          </a:xfrm>
        </p:spPr>
        <p:txBody>
          <a:bodyPr/>
          <a:lstStyle/>
          <a:p>
            <a:r>
              <a:rPr lang="en-IN" sz="4200" b="1" dirty="0"/>
              <a:t>Construction of Ruby LASER</a:t>
            </a:r>
            <a:endParaRPr lang="en-IN" sz="4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chemeClr val="tx1"/>
                </a:solidFill>
              </a:rPr>
              <a:t>Active Medium or Gain Medium or LASER Medium: </a:t>
            </a:r>
            <a:r>
              <a:rPr lang="en-IN" dirty="0">
                <a:solidFill>
                  <a:srgbClr val="FF00FF"/>
                </a:solidFill>
              </a:rPr>
              <a:t>Ruby Rod.</a:t>
            </a:r>
            <a:endParaRPr lang="en-IN" dirty="0">
              <a:solidFill>
                <a:srgbClr val="FF00FF"/>
              </a:solidFill>
            </a:endParaRPr>
          </a:p>
          <a:p>
            <a:pPr algn="just"/>
            <a:endParaRPr lang="en-IN" dirty="0">
              <a:solidFill>
                <a:srgbClr val="FF00FF"/>
              </a:solidFill>
            </a:endParaRPr>
          </a:p>
          <a:p>
            <a:pPr algn="just"/>
            <a:r>
              <a:rPr lang="en-IN" dirty="0">
                <a:solidFill>
                  <a:schemeClr val="tx1"/>
                </a:solidFill>
              </a:rPr>
              <a:t>Pump Source or Energy Source:</a:t>
            </a:r>
            <a:r>
              <a:rPr lang="en-IN" dirty="0">
                <a:solidFill>
                  <a:srgbClr val="FF00FF"/>
                </a:solidFill>
              </a:rPr>
              <a:t> Xenon Flash Lamp.</a:t>
            </a:r>
            <a:endParaRPr lang="en-IN" dirty="0">
              <a:solidFill>
                <a:srgbClr val="FF00FF"/>
              </a:solidFill>
            </a:endParaRPr>
          </a:p>
          <a:p>
            <a:pPr algn="just"/>
            <a:endParaRPr lang="en-IN" dirty="0">
              <a:solidFill>
                <a:schemeClr val="tx1"/>
              </a:solidFill>
            </a:endParaRPr>
          </a:p>
          <a:p>
            <a:pPr algn="just"/>
            <a:r>
              <a:rPr lang="en-IN" dirty="0">
                <a:solidFill>
                  <a:schemeClr val="tx1"/>
                </a:solidFill>
              </a:rPr>
              <a:t>Optical Resonator: </a:t>
            </a:r>
            <a:r>
              <a:rPr lang="en-IN" dirty="0">
                <a:solidFill>
                  <a:srgbClr val="FF00FF"/>
                </a:solidFill>
              </a:rPr>
              <a:t>Ruby Rod with one end 100% reflection and other 95% reflection.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853D21-C120-4E67-B3AA-0127CBA80501}" type="datetime2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6060" y="365125"/>
            <a:ext cx="8587740" cy="1325563"/>
          </a:xfrm>
        </p:spPr>
        <p:txBody>
          <a:bodyPr/>
          <a:lstStyle/>
          <a:p>
            <a:r>
              <a:rPr lang="en-IN" b="1" dirty="0"/>
              <a:t>Working of Ruby LASER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251386-2943-4883-841F-62E11280985A}" type="datetime2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3076" name="Picture 4" descr="gain medium in ruby laser, pump source, and optical resonat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143000"/>
            <a:ext cx="71628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018239"/>
            <a:ext cx="7086600" cy="2609850"/>
          </a:xfrm>
          <a:prstGeom prst="rect">
            <a:avLst/>
          </a:prstGeom>
        </p:spPr>
      </p:pic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1830" y="127000"/>
            <a:ext cx="8141970" cy="946151"/>
          </a:xfrm>
        </p:spPr>
        <p:txBody>
          <a:bodyPr/>
          <a:lstStyle/>
          <a:p>
            <a:r>
              <a:rPr lang="en-IN" b="1" dirty="0"/>
              <a:t>Energy Level Diagram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E6BDF2-E517-4BB4-B0DA-3DD3C9805EC5}" type="datetime2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4098" name="Picture 2" descr="Laser basics - Book chapter - IOPscienc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1143000"/>
            <a:ext cx="47244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1311276"/>
            <a:ext cx="4038600" cy="4784724"/>
          </a:xfrm>
          <a:prstGeom prst="rect">
            <a:avLst/>
          </a:prstGeom>
        </p:spPr>
      </p:pic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813" y="19050"/>
            <a:ext cx="9096375" cy="6819900"/>
          </a:xfrm>
          <a:prstGeom prst="rect">
            <a:avLst/>
          </a:prstGeom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575" y="136525"/>
            <a:ext cx="9086850" cy="62198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713D6F-BD52-4148-908C-FC953CE69A0B}" type="datetime2">
              <a:rPr lang="en-IN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24000" y="136524"/>
            <a:ext cx="9127891" cy="6309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7C8042-98CC-4ECD-A313-B1578A9E8C98}" type="datetime2">
              <a:rPr lang="en-IN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0975"/>
            <a:ext cx="10515600" cy="640715"/>
          </a:xfrm>
        </p:spPr>
        <p:txBody>
          <a:bodyPr/>
          <a:lstStyle/>
          <a:p>
            <a:r>
              <a:rPr lang="en-IN" b="1" dirty="0"/>
              <a:t>Applications 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433D1-6C31-47AF-86B2-02488B559178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981200" y="1005840"/>
            <a:ext cx="8229600" cy="5166360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measurement using pulse echo technique.</a:t>
            </a:r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atmospheric ranging, scattering studies and LIDAR measurement.</a:t>
            </a:r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drilling high quality holes.</a:t>
            </a:r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military used as target designators and range finders.</a:t>
            </a:r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non-destructive testing labs use ruby lasers to create holograms of large objects such as aircraft tires to look for weaknesses in the lining.</a:t>
            </a:r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Ruby lasers were used extensively in tattoo and hair removal</a:t>
            </a:r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10800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5029200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cost point of view, Ruby LASER is economical.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diameter of Ruby LASER is smaller than CO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gas LASER.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outpower of Ruby LASER is not as less as He-Ne gas LASER.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Ruby is in solid form, there is no chance of wasting material of active medium.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BD2BE1-813A-488E-83A4-ECC1CC694187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10800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Drawbacks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5029200"/>
          </a:xfrm>
        </p:spPr>
        <p:txBody>
          <a:bodyPr/>
          <a:lstStyle/>
          <a:p>
            <a:pPr algn="just" eaLnBrk="1" hangingPunct="1"/>
            <a:r>
              <a:rPr lang="en-US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laser requires high pumping power.</a:t>
            </a:r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efficiency of ruby laser is very low.</a:t>
            </a:r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laser output is not continuing but occurs in the form of pulses of microseconds duration.</a:t>
            </a:r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defects due to crystalline imperfection are also present in this laser.</a:t>
            </a:r>
            <a:endParaRPr lang="en-US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405DA5-B700-47E3-B5AC-44772B5028C3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10800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4392930" y="2601912"/>
            <a:ext cx="4248150" cy="655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dirty="0"/>
              <a:t>He-Ne LASER</a:t>
            </a:r>
            <a:endParaRPr lang="en-IN" sz="5400" b="1" dirty="0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14325" y="20510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2F99CA-595D-42A5-A398-7171D04775A8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2050" name="Picture 2" descr="he ne laser diagra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467435"/>
            <a:ext cx="11182611" cy="521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075" y="167397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elium–neon laser - Wikipedia, the free encyclopedi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2850" y="350837"/>
            <a:ext cx="7685479" cy="606583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16676"/>
            <a:ext cx="2133600" cy="365125"/>
          </a:xfrm>
        </p:spPr>
        <p:txBody>
          <a:bodyPr wrap="square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3001962"/>
            <a:ext cx="7391400" cy="655638"/>
          </a:xfrm>
        </p:spPr>
        <p:txBody>
          <a:bodyPr/>
          <a:lstStyle/>
          <a:p>
            <a:r>
              <a:rPr lang="en-IN" sz="5400" dirty="0"/>
              <a:t>Semiconductor LASER</a:t>
            </a:r>
            <a:endParaRPr lang="en-IN" sz="5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DC998E-103C-4734-B36B-D2F4F1C8319A}" type="datetime2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10800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Basics of Semiconductor LASER</a:t>
            </a:r>
            <a:endParaRPr lang="en-IN" sz="3600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ph idx="1"/>
          </p:nvPr>
        </p:nvGraphicFramePr>
        <p:xfrm>
          <a:off x="1828800" y="1143000"/>
          <a:ext cx="8610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867400"/>
              </a:tblGrid>
              <a:tr h="51122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5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 of laser</a:t>
                      </a:r>
                      <a:endParaRPr lang="en-IN" sz="25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Semiconducting material</a:t>
                      </a:r>
                      <a:endParaRPr kumimoji="0" lang="en-US" sz="2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just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 medium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p-n junction diode made up of GaAs</a:t>
                      </a:r>
                      <a:endParaRPr kumimoji="0" lang="en-US" sz="2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just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Pumping method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pumping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1220">
                <a:tc>
                  <a:txBody>
                    <a:bodyPr/>
                    <a:lstStyle/>
                    <a:p>
                      <a:pPr algn="just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Optical resonator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polished front &amp; back surfaces perpendicular to the plane of the junction</a:t>
                      </a:r>
                      <a:endParaRPr kumimoji="0" lang="en-US" sz="2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1220">
                <a:tc>
                  <a:txBody>
                    <a:bodyPr/>
                    <a:lstStyle/>
                    <a:p>
                      <a:pPr algn="just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output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m W.</a:t>
                      </a:r>
                      <a:endParaRPr 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1220">
                <a:tc>
                  <a:txBody>
                    <a:bodyPr/>
                    <a:lstStyle/>
                    <a:p>
                      <a:pPr algn="just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 of output</a:t>
                      </a:r>
                      <a:endParaRPr lang="en-IN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or pulsed</a:t>
                      </a:r>
                      <a:endParaRPr kumimoji="0" lang="en-US" sz="2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23494">
                <a:tc>
                  <a:txBody>
                    <a:bodyPr/>
                    <a:lstStyle/>
                    <a:p>
                      <a:pPr algn="just"/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Characteristic wavelength</a:t>
                      </a:r>
                      <a:endParaRPr lang="en-US" sz="2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wavelength with in visible to IR depending on the material used.</a:t>
                      </a:r>
                      <a:endParaRPr kumimoji="0" lang="en-US" sz="2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BEF8C9-A925-4E01-85A9-CBC81ECE3A10}" type="datetime2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10800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1828800" y="457200"/>
          <a:ext cx="8534400" cy="560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Document" r:id="rId1" imgW="5405755" imgH="4675505" progId="Word.Document.8">
                  <p:embed/>
                </p:oleObj>
              </mc:Choice>
              <mc:Fallback>
                <p:oleObj name="Document" r:id="rId1" imgW="5405755" imgH="467550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57200"/>
                        <a:ext cx="8534400" cy="560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5223F2-F21F-4D99-BC7E-EDE65064DC34}" type="datetime2">
              <a:rPr lang="en-IN" smtClean="0"/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9075" y="200024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04A81E-4A2F-49C7-A9DC-3536DAD7C022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81200" y="705561"/>
            <a:ext cx="8001000" cy="5607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075" y="200024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Semiconductor Laser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Like LED.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Lasing action is possible in special type of semiconductors called DIRECT BANDGAP semiconductor.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Recombination of hole &amp; electron give energy in the for of EM radiation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Lasers which use semiconductor as active medium, are based on a combination of elements in the III group (Al, Ga, In) and the V group (N, P, As, Sb) hence referred to as the III-V compounds.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7E5CB6-9125-452C-8B9F-85F3DDCA86FC}" type="datetime2">
              <a:rPr lang="en-IN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01275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4053FF-0055-42C7-B40A-6B6705E860F3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2050" name="Picture 2" descr="Electronic Devices: Differentiate between direct and indirect band gap  semiconductors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5125"/>
            <a:ext cx="9144000" cy="588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075" y="200024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Working of Semiconductor LASER</a:t>
            </a:r>
            <a:endParaRPr lang="en-IN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2A494F-271C-4103-ADBE-862FFFB51092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816" y="1066006"/>
            <a:ext cx="8928368" cy="504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01275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Energy Level Diagram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E15E6C-09DF-48E1-9980-6FB740FFCFFF}" type="datetime2">
              <a:rPr lang="en-IN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363" y="1578521"/>
            <a:ext cx="8677275" cy="4777829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0" y="136525"/>
            <a:ext cx="2743200" cy="216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01275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It is widely used in fiber optic communication.</a:t>
            </a:r>
            <a:endParaRPr lang="en-US" b="0" i="0" dirty="0">
              <a:solidFill>
                <a:srgbClr val="333333"/>
              </a:solidFill>
              <a:effectLst/>
              <a:latin typeface="Times New Roman" panose="02020603050405020304" pitchFamily="18" charset="0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It is used to heal the wounds by infrared radiation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</a:rPr>
              <a:t>.</a:t>
            </a:r>
            <a:endParaRPr lang="en-US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It is also used as a pain killer.</a:t>
            </a:r>
            <a:endParaRPr lang="en-US" b="0" i="0" dirty="0">
              <a:solidFill>
                <a:srgbClr val="333333"/>
              </a:solidFill>
              <a:effectLst/>
              <a:latin typeface="Times New Roman" panose="02020603050405020304" pitchFamily="18" charset="0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It is used in laser printers and CD writing and reading.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BF6D4C-40AC-4B46-AFA0-F98807BFB1E0}" type="datetime2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7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01275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chemeClr val="tx1"/>
                </a:solidFill>
              </a:rPr>
              <a:t>It is very small in dimension. The arrangement is simple and compact.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sz="1000" dirty="0"/>
          </a:p>
          <a:p>
            <a:pPr algn="just"/>
            <a:r>
              <a:rPr lang="en-IN" dirty="0">
                <a:solidFill>
                  <a:schemeClr val="tx1"/>
                </a:solidFill>
              </a:rPr>
              <a:t>It exhibits high efficiency.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sz="1000" dirty="0"/>
          </a:p>
          <a:p>
            <a:pPr algn="just"/>
            <a:r>
              <a:rPr lang="en-IN" dirty="0">
                <a:solidFill>
                  <a:schemeClr val="tx1"/>
                </a:solidFill>
              </a:rPr>
              <a:t>Output can be controlled by controlling the junction current.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sz="1000" dirty="0"/>
          </a:p>
          <a:p>
            <a:pPr algn="just"/>
            <a:r>
              <a:rPr lang="en-IN" dirty="0">
                <a:solidFill>
                  <a:schemeClr val="tx1"/>
                </a:solidFill>
              </a:rPr>
              <a:t>It is operated with lesser power.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sz="1000" dirty="0"/>
          </a:p>
          <a:p>
            <a:pPr algn="just"/>
            <a:r>
              <a:rPr lang="en-IN" dirty="0">
                <a:solidFill>
                  <a:schemeClr val="tx1"/>
                </a:solidFill>
              </a:rPr>
              <a:t>It can give continuous and pulsed output.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D0E61B-08D2-44C5-8E2D-896360792A19}" type="datetime2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sp>
        <p:nvSpPr>
          <p:cNvPr id="7" name="Title 1"/>
          <p:cNvSpPr txBox="1"/>
          <p:nvPr/>
        </p:nvSpPr>
        <p:spPr bwMode="auto">
          <a:xfrm>
            <a:off x="21336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dirty="0"/>
              <a:t>Advantages </a:t>
            </a:r>
            <a:endParaRPr lang="en-IN" dirty="0"/>
          </a:p>
        </p:txBody>
      </p:sp>
      <p:pic>
        <p:nvPicPr>
          <p:cNvPr id="8" name="Picture 7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01275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Drawbacks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3777" y="1295400"/>
            <a:ext cx="8229600" cy="5029200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It is difficult to control the mode pattern and mode structure of laser.</a:t>
            </a:r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algn="just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The output is usually from 5 degree to 15 degree i.e., laser beam has large divergence.</a:t>
            </a:r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algn="just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The purity and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monochromacity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are power than other types of laser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Threshold current density is very large (400A/mm</a:t>
            </a:r>
            <a:r>
              <a:rPr lang="en-US" b="0" i="0" baseline="300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).</a:t>
            </a:r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algn="just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It has poor coherence and poor stability.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28EB42-AF42-46A9-8386-2DB921137BF2}" type="datetime2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D80C-7949-4230-AEAA-14F09226CF70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7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201275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10"/>
          <p:cNvGrpSpPr/>
          <p:nvPr/>
        </p:nvGrpSpPr>
        <p:grpSpPr bwMode="auto">
          <a:xfrm>
            <a:off x="1457325" y="922260"/>
            <a:ext cx="8905875" cy="5213349"/>
            <a:chOff x="132177" y="762000"/>
            <a:chExt cx="8905143" cy="5470525"/>
          </a:xfrm>
        </p:grpSpPr>
        <p:grpSp>
          <p:nvGrpSpPr>
            <p:cNvPr id="58377" name="Group 9"/>
            <p:cNvGrpSpPr/>
            <p:nvPr/>
          </p:nvGrpSpPr>
          <p:grpSpPr bwMode="auto">
            <a:xfrm>
              <a:off x="132177" y="762000"/>
              <a:ext cx="8905143" cy="5470525"/>
              <a:chOff x="132177" y="762000"/>
              <a:chExt cx="8905143" cy="5470525"/>
            </a:xfrm>
          </p:grpSpPr>
          <p:pic>
            <p:nvPicPr>
              <p:cNvPr id="58379" name="Picture 4" descr="Related image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152400" y="762000"/>
                <a:ext cx="2286000" cy="2438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8380" name="Picture 6" descr="https://www.nicepng.com/png/full/487-4875008_laser-weapons-for-ground-space-and-maritime-applications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32177" y="3276600"/>
                <a:ext cx="4439823" cy="29559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8381" name="Picture 8" descr="Related image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514600" y="762000"/>
                <a:ext cx="3312112" cy="2514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8382" name="Picture 10" descr="Related image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5867400" y="762000"/>
                <a:ext cx="3169920" cy="2514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58378" name="Picture 12" descr="https://scienceofsingularity.files.wordpress.com/2014/05/images.jpg?w=640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564507" y="3352800"/>
              <a:ext cx="4122293" cy="2743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8371" name="object 2"/>
          <p:cNvSpPr>
            <a:spLocks noGrp="1"/>
          </p:cNvSpPr>
          <p:nvPr>
            <p:ph type="title"/>
          </p:nvPr>
        </p:nvSpPr>
        <p:spPr>
          <a:xfrm>
            <a:off x="2887719" y="167161"/>
            <a:ext cx="8610600" cy="622222"/>
          </a:xfr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tabLst>
                <a:tab pos="4330700" algn="l"/>
              </a:tabLst>
            </a:pPr>
            <a:r>
              <a:rPr lang="en-US" altLang="en-US" b="1" dirty="0">
                <a:solidFill>
                  <a:srgbClr val="C00000"/>
                </a:solidFill>
              </a:rPr>
              <a:t>Applications of laser </a:t>
            </a:r>
            <a:endParaRPr lang="en-US" altLang="en-US" b="1" dirty="0">
              <a:solidFill>
                <a:srgbClr val="C00000"/>
              </a:solidFill>
            </a:endParaRPr>
          </a:p>
        </p:txBody>
      </p:sp>
      <p:sp>
        <p:nvSpPr>
          <p:cNvPr id="5837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20D7AA4-420E-4317-9031-6F4E470B5F8B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583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B4411E3-5810-4FEA-8F59-1BCF0046BB7B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16AEE2-EC03-4842-BB65-E503BF4716FD}" type="datetime2">
              <a:rPr lang="en-IN" altLang="en-US" smtClean="0"/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382CB6-C3EA-437E-A005-3A5DA4EC3445}" type="slidenum">
              <a:rPr lang="en-US" altLang="en-US" smtClean="0"/>
            </a:fld>
            <a:endParaRPr lang="en-US" altLang="en-US"/>
          </a:p>
        </p:txBody>
      </p:sp>
      <p:pic>
        <p:nvPicPr>
          <p:cNvPr id="2050" name="Picture 2" descr="Innovative Laser Machines and Sensors Transform Vehicles and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16535"/>
            <a:ext cx="6191250" cy="601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LASERS: An Innovative Tool for Multidisciplinary Applic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00" y="67945"/>
            <a:ext cx="5829300" cy="6470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045F34-8DA8-41B2-9495-8DD852E141E4}" type="datetime2">
              <a:rPr lang="en-IN" altLang="en-US" smtClean="0"/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382CB6-C3EA-437E-A005-3A5DA4EC3445}" type="slidenum">
              <a:rPr lang="en-US" altLang="en-US" smtClean="0"/>
            </a:fld>
            <a:endParaRPr lang="en-US" altLang="en-US"/>
          </a:p>
        </p:txBody>
      </p:sp>
      <p:pic>
        <p:nvPicPr>
          <p:cNvPr id="4098" name="Picture 2" descr="Energy harvesting applications: Db to watt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980" y="136525"/>
            <a:ext cx="8728710" cy="609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object 2"/>
          <p:cNvSpPr>
            <a:spLocks noChangeArrowheads="1"/>
          </p:cNvSpPr>
          <p:nvPr/>
        </p:nvSpPr>
        <p:spPr bwMode="auto">
          <a:xfrm>
            <a:off x="3048000" y="491172"/>
            <a:ext cx="9144000" cy="604774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60419" name="object 2"/>
          <p:cNvSpPr txBox="1">
            <a:spLocks noChangeArrowheads="1"/>
          </p:cNvSpPr>
          <p:nvPr/>
        </p:nvSpPr>
        <p:spPr bwMode="auto">
          <a:xfrm>
            <a:off x="952500" y="308609"/>
            <a:ext cx="5257800" cy="30749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63500" rIns="0" bIns="0">
            <a:spAutoFit/>
          </a:bodyPr>
          <a:lstStyle/>
          <a:p>
            <a:pPr marL="12700">
              <a:spcBef>
                <a:spcPts val="500"/>
              </a:spcBef>
              <a:tabLst>
                <a:tab pos="267970" algn="l"/>
              </a:tabLst>
            </a:pPr>
            <a:r>
              <a:rPr lang="en-US" altLang="en-US" dirty="0">
                <a:solidFill>
                  <a:srgbClr val="2CA1BE"/>
                </a:solidFill>
                <a:latin typeface="Wingdings 3" panose="05040102010807070707" pitchFamily="18" charset="2"/>
              </a:rPr>
              <a:t></a:t>
            </a:r>
            <a:r>
              <a:rPr lang="en-US" altLang="en-US" dirty="0">
                <a:solidFill>
                  <a:srgbClr val="2CA1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700" dirty="0">
                <a:latin typeface="Lucida Sans Unicode" panose="020B0602030504020204" pitchFamily="34" charset="0"/>
              </a:rPr>
              <a:t>Use for the treatment of detached retinas.</a:t>
            </a:r>
            <a:endParaRPr lang="en-US" altLang="en-US" sz="2700" dirty="0">
              <a:latin typeface="Lucida Sans Unicode" panose="020B0602030504020204" pitchFamily="34" charset="0"/>
            </a:endParaRPr>
          </a:p>
          <a:p>
            <a:pPr marL="12700">
              <a:spcBef>
                <a:spcPts val="400"/>
              </a:spcBef>
              <a:tabLst>
                <a:tab pos="267970" algn="l"/>
              </a:tabLst>
            </a:pPr>
            <a:r>
              <a:rPr lang="en-US" altLang="en-US" dirty="0">
                <a:solidFill>
                  <a:srgbClr val="2CA1BE"/>
                </a:solidFill>
                <a:latin typeface="Wingdings 3" panose="05040102010807070707" pitchFamily="18" charset="2"/>
              </a:rPr>
              <a:t></a:t>
            </a:r>
            <a:r>
              <a:rPr lang="en-US" altLang="en-US" dirty="0">
                <a:solidFill>
                  <a:srgbClr val="2CA1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700" dirty="0">
                <a:latin typeface="Lucida Sans Unicode" panose="020B0602030504020204" pitchFamily="34" charset="0"/>
              </a:rPr>
              <a:t>Use in performing bloodless surgery</a:t>
            </a:r>
            <a:endParaRPr lang="en-US" altLang="en-US" sz="2700" dirty="0">
              <a:latin typeface="Lucida Sans Unicode" panose="020B0602030504020204" pitchFamily="34" charset="0"/>
            </a:endParaRPr>
          </a:p>
          <a:p>
            <a:pPr marL="12700">
              <a:spcBef>
                <a:spcPts val="400"/>
              </a:spcBef>
              <a:tabLst>
                <a:tab pos="267970" algn="l"/>
              </a:tabLst>
            </a:pPr>
            <a:r>
              <a:rPr lang="en-US" altLang="en-US" dirty="0">
                <a:solidFill>
                  <a:srgbClr val="2CA1BE"/>
                </a:solidFill>
                <a:latin typeface="Wingdings 3" panose="05040102010807070707" pitchFamily="18" charset="2"/>
              </a:rPr>
              <a:t></a:t>
            </a:r>
            <a:r>
              <a:rPr lang="en-US" altLang="en-US" dirty="0">
                <a:solidFill>
                  <a:srgbClr val="2CA1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700" dirty="0">
                <a:latin typeface="Lucida Sans Unicode" panose="020B0602030504020204" pitchFamily="34" charset="0"/>
              </a:rPr>
              <a:t>Use for the treatment of human and animal  cancers and skin tumors.</a:t>
            </a:r>
            <a:endParaRPr lang="en-US" altLang="en-US" sz="2700" dirty="0">
              <a:latin typeface="Lucida Sans Unicode" panose="020B0602030504020204" pitchFamily="34" charset="0"/>
            </a:endParaRPr>
          </a:p>
        </p:txBody>
      </p:sp>
      <p:sp>
        <p:nvSpPr>
          <p:cNvPr id="6042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F196FE1-483E-41BA-93FE-3B440C8A6A12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604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9F7EA12-0CB8-41F1-B479-9C5616453AE6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01275" y="99853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object 2"/>
          <p:cNvSpPr>
            <a:spLocks noChangeArrowheads="1"/>
          </p:cNvSpPr>
          <p:nvPr/>
        </p:nvSpPr>
        <p:spPr bwMode="auto">
          <a:xfrm>
            <a:off x="1524000" y="914400"/>
            <a:ext cx="9144000" cy="594360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61443" name="object 3"/>
          <p:cNvSpPr txBox="1"/>
          <p:nvPr/>
        </p:nvSpPr>
        <p:spPr bwMode="auto">
          <a:xfrm>
            <a:off x="3940176" y="31750"/>
            <a:ext cx="4213225" cy="1111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3335" rIns="0" bIns="0">
            <a:spAutoFit/>
          </a:bodyPr>
          <a:lstStyle/>
          <a:p>
            <a:pPr algn="ctr" eaLnBrk="0" hangingPunct="0">
              <a:lnSpc>
                <a:spcPts val="4390"/>
              </a:lnSpc>
              <a:spcBef>
                <a:spcPts val="100"/>
              </a:spcBef>
            </a:pPr>
            <a:r>
              <a:rPr lang="en-US" altLang="en-US" sz="3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Applications</a:t>
            </a:r>
            <a:endParaRPr lang="en-US" altLang="en-US" sz="3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0" hangingPunct="0">
              <a:lnSpc>
                <a:spcPts val="4150"/>
              </a:lnSpc>
            </a:pPr>
            <a:r>
              <a:rPr lang="en-US" altLang="en-US" sz="3600">
                <a:solidFill>
                  <a:srgbClr val="006F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Laser Eye Surgery</a:t>
            </a:r>
            <a:endParaRPr lang="en-US" altLang="en-US" sz="3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446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3ABDA7CD-E243-4F49-914D-A69517800A57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6144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343E82D0-2AB6-43CF-B6FF-2328BFAB4779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object 2"/>
          <p:cNvSpPr txBox="1">
            <a:spLocks noChangeArrowheads="1"/>
          </p:cNvSpPr>
          <p:nvPr/>
        </p:nvSpPr>
        <p:spPr bwMode="auto">
          <a:xfrm>
            <a:off x="1603376" y="554039"/>
            <a:ext cx="2365375" cy="197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3335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3200" b="1">
                <a:latin typeface="Cambria" panose="02040503050406030204" pitchFamily="18" charset="0"/>
              </a:rPr>
              <a:t>Laser in MRI  ( Magnetic  Resonance  Imaging )</a:t>
            </a:r>
            <a:endParaRPr lang="en-US" altLang="en-US" sz="3200">
              <a:latin typeface="Cambria" panose="02040503050406030204" pitchFamily="18" charset="0"/>
            </a:endParaRPr>
          </a:p>
        </p:txBody>
      </p:sp>
      <p:sp>
        <p:nvSpPr>
          <p:cNvPr id="62467" name="object 3"/>
          <p:cNvSpPr txBox="1">
            <a:spLocks noChangeArrowheads="1"/>
          </p:cNvSpPr>
          <p:nvPr/>
        </p:nvSpPr>
        <p:spPr bwMode="auto">
          <a:xfrm>
            <a:off x="7848600" y="4724400"/>
            <a:ext cx="2273300" cy="1003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3335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3200" b="1">
                <a:latin typeface="Cambria" panose="02040503050406030204" pitchFamily="18" charset="0"/>
              </a:rPr>
              <a:t>Laser In Eye  Treatment</a:t>
            </a:r>
            <a:endParaRPr lang="en-US" altLang="en-US" sz="3200">
              <a:latin typeface="Cambria" panose="02040503050406030204" pitchFamily="18" charset="0"/>
            </a:endParaRPr>
          </a:p>
        </p:txBody>
      </p:sp>
      <p:pic>
        <p:nvPicPr>
          <p:cNvPr id="62468" name="Picture 2" descr="Related image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114801" y="152400"/>
            <a:ext cx="640397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9" name="Picture 4" descr="https://campuspress.yale.edu/tribune/files/2019/04/d2ba94f3222b824cf3568813b993f00a_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1" y="3429000"/>
            <a:ext cx="4918075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object 2"/>
          <p:cNvSpPr>
            <a:spLocks noChangeArrowheads="1"/>
          </p:cNvSpPr>
          <p:nvPr/>
        </p:nvSpPr>
        <p:spPr bwMode="auto">
          <a:xfrm>
            <a:off x="1524000" y="641350"/>
            <a:ext cx="9144000" cy="601980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63491" name="object 3"/>
          <p:cNvSpPr txBox="1"/>
          <p:nvPr/>
        </p:nvSpPr>
        <p:spPr bwMode="auto">
          <a:xfrm>
            <a:off x="2593976" y="415926"/>
            <a:ext cx="4086225" cy="574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2700" rIns="0" bIns="0">
            <a:spAutoFit/>
          </a:bodyPr>
          <a:lstStyle/>
          <a:p>
            <a:pPr marL="12700" algn="ctr" eaLnBrk="0" hangingPunct="0">
              <a:spcBef>
                <a:spcPts val="100"/>
              </a:spcBef>
            </a:pPr>
            <a:r>
              <a:rPr lang="en-US" altLang="en-US" sz="3600" dirty="0">
                <a:solidFill>
                  <a:srgbClr val="006F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Laser Tattoo Removal</a:t>
            </a:r>
            <a:endParaRPr lang="en-US" alt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492" name="TextBox 4"/>
          <p:cNvSpPr txBox="1">
            <a:spLocks noChangeArrowheads="1"/>
          </p:cNvSpPr>
          <p:nvPr/>
        </p:nvSpPr>
        <p:spPr bwMode="auto">
          <a:xfrm>
            <a:off x="1828800" y="990601"/>
            <a:ext cx="8153400" cy="9541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/>
            <a:r>
              <a:rPr lang="en-US" altLang="en-US" sz="2800" b="1" dirty="0"/>
              <a:t>Tattoo can be removed with  variety of lasers depending  on the presence of inks in  the tattoo</a:t>
            </a:r>
            <a:endParaRPr lang="en-US" altLang="en-US" sz="2800" b="1" dirty="0"/>
          </a:p>
        </p:txBody>
      </p:sp>
      <p:sp>
        <p:nvSpPr>
          <p:cNvPr id="63495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5B276E8-BD6B-49A2-8136-A2DF1301A259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6349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88CFAB2-8F26-44FB-A8E2-F1D281A84A35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6425" y="508315"/>
            <a:ext cx="6429375" cy="622222"/>
          </a:xfrm>
        </p:spPr>
        <p:txBody>
          <a:bodyPr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10" dirty="0"/>
              <a:t>Laser skin</a:t>
            </a:r>
            <a:r>
              <a:rPr spc="-40" dirty="0"/>
              <a:t> </a:t>
            </a:r>
            <a:r>
              <a:rPr spc="-5" dirty="0"/>
              <a:t>rejuvenation</a:t>
            </a:r>
            <a:endParaRPr spc="-5" dirty="0"/>
          </a:p>
        </p:txBody>
      </p:sp>
      <p:sp>
        <p:nvSpPr>
          <p:cNvPr id="64515" name="object 3"/>
          <p:cNvSpPr>
            <a:spLocks noChangeArrowheads="1"/>
          </p:cNvSpPr>
          <p:nvPr/>
        </p:nvSpPr>
        <p:spPr bwMode="auto">
          <a:xfrm>
            <a:off x="1803400" y="1522413"/>
            <a:ext cx="4572000" cy="3300412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64516" name="object 4"/>
          <p:cNvSpPr>
            <a:spLocks noChangeArrowheads="1"/>
          </p:cNvSpPr>
          <p:nvPr/>
        </p:nvSpPr>
        <p:spPr bwMode="auto">
          <a:xfrm>
            <a:off x="6464301" y="1547814"/>
            <a:ext cx="3921125" cy="332898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64517" name="object 5"/>
          <p:cNvSpPr txBox="1">
            <a:spLocks noChangeArrowheads="1"/>
          </p:cNvSpPr>
          <p:nvPr/>
        </p:nvSpPr>
        <p:spPr bwMode="auto">
          <a:xfrm>
            <a:off x="1944688" y="4910648"/>
            <a:ext cx="7840662" cy="14901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2700" rIns="0" bIns="0">
            <a:spAutoFit/>
          </a:bodyPr>
          <a:lstStyle/>
          <a:p>
            <a:pPr marL="12700" algn="just">
              <a:spcBef>
                <a:spcPts val="100"/>
              </a:spcBef>
              <a:tabLst>
                <a:tab pos="179387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lasers are used to remove extremely thin layer of skin  (&lt;0.1 mm). In the absence of pigment in general, they take  advantage of the presence of water in the skin to provide an  ability to remove skin and body tissue.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52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B8C227F-6288-4E5A-B1B0-A452DA4560B1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64522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ADEBB08-0A79-4980-94A9-B1E37F46BCA2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1" y="371475"/>
            <a:ext cx="5643563" cy="622222"/>
          </a:xfrm>
        </p:spPr>
        <p:txBody>
          <a:bodyPr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5" dirty="0"/>
              <a:t>Laser hair</a:t>
            </a:r>
            <a:r>
              <a:rPr spc="-40" dirty="0"/>
              <a:t> </a:t>
            </a:r>
            <a:r>
              <a:rPr spc="-5" dirty="0"/>
              <a:t>removal</a:t>
            </a:r>
            <a:endParaRPr dirty="0"/>
          </a:p>
        </p:txBody>
      </p:sp>
      <p:sp>
        <p:nvSpPr>
          <p:cNvPr id="65539" name="object 3"/>
          <p:cNvSpPr>
            <a:spLocks noChangeArrowheads="1"/>
          </p:cNvSpPr>
          <p:nvPr/>
        </p:nvSpPr>
        <p:spPr bwMode="auto">
          <a:xfrm>
            <a:off x="3327401" y="1219200"/>
            <a:ext cx="5534025" cy="449580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65540" name="object 4"/>
          <p:cNvSpPr txBox="1">
            <a:spLocks noChangeArrowheads="1"/>
          </p:cNvSpPr>
          <p:nvPr/>
        </p:nvSpPr>
        <p:spPr bwMode="auto">
          <a:xfrm>
            <a:off x="2014538" y="5633180"/>
            <a:ext cx="8102600" cy="8438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absorption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absorbing component being melanin  pigment in hair and follicle, it is best worked with a red light  ruby laser. White hair can not be treated with any laser due to  the lack of absorbing component.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3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14BF3A5-2880-4085-AA21-FE6D82C4A05E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6554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F7DDAA8-81D3-494A-AE0A-8B0FD11DF312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9000" y="231775"/>
            <a:ext cx="7621588" cy="56682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564640" algn="l"/>
              </a:tabLst>
              <a:defRPr/>
            </a:pPr>
            <a:r>
              <a:rPr sz="4000" spc="-5" dirty="0">
                <a:latin typeface="Arial" panose="020B0604020202020204"/>
                <a:cs typeface="Arial" panose="020B0604020202020204"/>
              </a:rPr>
              <a:t>Laser	removal of port-wine</a:t>
            </a:r>
            <a:r>
              <a:rPr sz="40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4000" spc="-5" dirty="0">
                <a:latin typeface="Arial" panose="020B0604020202020204"/>
                <a:cs typeface="Arial" panose="020B0604020202020204"/>
              </a:rPr>
              <a:t>stain</a:t>
            </a:r>
            <a:endParaRPr sz="4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563" name="object 3"/>
          <p:cNvSpPr>
            <a:spLocks noChangeArrowheads="1"/>
          </p:cNvSpPr>
          <p:nvPr/>
        </p:nvSpPr>
        <p:spPr bwMode="auto">
          <a:xfrm>
            <a:off x="1560514" y="798597"/>
            <a:ext cx="8458200" cy="477393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66564" name="object 4"/>
          <p:cNvSpPr txBox="1">
            <a:spLocks noChangeArrowheads="1"/>
          </p:cNvSpPr>
          <p:nvPr/>
        </p:nvSpPr>
        <p:spPr bwMode="auto">
          <a:xfrm>
            <a:off x="388620" y="5695638"/>
            <a:ext cx="11704320" cy="4437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tabLst>
                <a:tab pos="464820" algn="l"/>
              </a:tabLs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 laser  is absorbed  by the  presence of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hemoglobin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	blood  vessels.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7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5EB9EB5-823B-452D-AEDF-980C522C7396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6656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972CE5F-26ED-41A0-AD39-AD6D0E823922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F:\KLEF_VIJAYAWADA\TEACHING\REFRESHER COURSE-PHYSICS-2020-2021\lasers\SURGICAL+LASER+SYSTEM+_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828800" y="228600"/>
            <a:ext cx="8458200" cy="603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B3BADDD-92C4-44F3-ABC8-75A0343848B8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6758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B1406C9-1085-44D1-93A7-35A216497D70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Canon : Canon Technology | Canon Science Lab | Optical Fibers"/>
          <p:cNvPicPr>
            <a:picLocks noChangeAspect="1" noChangeArrowheads="1" noCrop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52600" y="23814"/>
            <a:ext cx="8686800" cy="4014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1" name="Picture 4" descr="LED and LASER source in optical communic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813" y="3886201"/>
            <a:ext cx="607695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FEA4C87-F0C8-4085-A68B-0A360C6C8DBD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6861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A6C0858-8A2E-407C-8446-C37F5FA70A49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3"/>
          <p:cNvSpPr>
            <a:spLocks noChangeArrowheads="1"/>
          </p:cNvSpPr>
          <p:nvPr/>
        </p:nvSpPr>
        <p:spPr bwMode="auto">
          <a:xfrm>
            <a:off x="1981200" y="838200"/>
            <a:ext cx="2895600" cy="312420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69635" name="object 5"/>
          <p:cNvSpPr txBox="1">
            <a:spLocks noChangeArrowheads="1"/>
          </p:cNvSpPr>
          <p:nvPr/>
        </p:nvSpPr>
        <p:spPr bwMode="auto">
          <a:xfrm>
            <a:off x="2438400" y="88900"/>
            <a:ext cx="6477000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tabLst>
                <a:tab pos="1788795" algn="l"/>
              </a:tabLst>
            </a:pPr>
            <a:r>
              <a:rPr lang="en-US" altLang="en-US" sz="2800" b="1">
                <a:latin typeface="Cambria" panose="02040503050406030204" pitchFamily="18" charset="0"/>
              </a:rPr>
              <a:t>LASERS in Welding and Cutting of metal</a:t>
            </a:r>
            <a:endParaRPr lang="en-US" altLang="en-US" sz="2800">
              <a:latin typeface="Cambria" panose="02040503050406030204" pitchFamily="18" charset="0"/>
            </a:endParaRPr>
          </a:p>
        </p:txBody>
      </p:sp>
      <p:sp>
        <p:nvSpPr>
          <p:cNvPr id="69636" name="object 7"/>
          <p:cNvSpPr>
            <a:spLocks noChangeArrowheads="1"/>
          </p:cNvSpPr>
          <p:nvPr/>
        </p:nvSpPr>
        <p:spPr bwMode="auto">
          <a:xfrm>
            <a:off x="1981200" y="4038600"/>
            <a:ext cx="3200400" cy="26670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69637" name="object 2"/>
          <p:cNvSpPr>
            <a:spLocks noChangeArrowheads="1"/>
          </p:cNvSpPr>
          <p:nvPr/>
        </p:nvSpPr>
        <p:spPr bwMode="auto">
          <a:xfrm>
            <a:off x="5486400" y="3962400"/>
            <a:ext cx="4038600" cy="289560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pic>
        <p:nvPicPr>
          <p:cNvPr id="69640" name="Picture 13" descr="Related image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914401"/>
            <a:ext cx="5257800" cy="295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641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F9AFC60-8417-4B28-B901-A6E223DDA56F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M V V K Srinivas Prasad</a:t>
            </a:r>
            <a:endParaRPr lang="en-US"/>
          </a:p>
        </p:txBody>
      </p:sp>
      <p:sp>
        <p:nvSpPr>
          <p:cNvPr id="6964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33571114-727B-4F2E-AA3D-DAA74B510433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object 3"/>
          <p:cNvSpPr>
            <a:spLocks noChangeArrowheads="1"/>
          </p:cNvSpPr>
          <p:nvPr/>
        </p:nvSpPr>
        <p:spPr bwMode="auto">
          <a:xfrm>
            <a:off x="6019800" y="457200"/>
            <a:ext cx="4419600" cy="274320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70659" name="object 5"/>
          <p:cNvSpPr txBox="1">
            <a:spLocks noChangeArrowheads="1"/>
          </p:cNvSpPr>
          <p:nvPr/>
        </p:nvSpPr>
        <p:spPr bwMode="auto">
          <a:xfrm>
            <a:off x="2593976" y="3265489"/>
            <a:ext cx="5561013" cy="574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3600" b="1">
                <a:latin typeface="Cambria" panose="02040503050406030204" pitchFamily="18" charset="0"/>
              </a:rPr>
              <a:t>Laser in Garment Industry</a:t>
            </a:r>
            <a:endParaRPr lang="en-US" altLang="en-US" sz="3600">
              <a:latin typeface="Cambria" panose="02040503050406030204" pitchFamily="18" charset="0"/>
            </a:endParaRPr>
          </a:p>
        </p:txBody>
      </p:sp>
      <p:sp>
        <p:nvSpPr>
          <p:cNvPr id="70660" name="object 6"/>
          <p:cNvSpPr>
            <a:spLocks noChangeArrowheads="1"/>
          </p:cNvSpPr>
          <p:nvPr/>
        </p:nvSpPr>
        <p:spPr bwMode="auto">
          <a:xfrm>
            <a:off x="1708151" y="4146551"/>
            <a:ext cx="3897313" cy="2525713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70661" name="object 7"/>
          <p:cNvSpPr>
            <a:spLocks noChangeArrowheads="1"/>
          </p:cNvSpPr>
          <p:nvPr/>
        </p:nvSpPr>
        <p:spPr bwMode="auto">
          <a:xfrm>
            <a:off x="1752600" y="4191000"/>
            <a:ext cx="3733800" cy="236220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70662" name="object 8"/>
          <p:cNvSpPr>
            <a:spLocks noChangeArrowheads="1"/>
          </p:cNvSpPr>
          <p:nvPr/>
        </p:nvSpPr>
        <p:spPr bwMode="auto">
          <a:xfrm>
            <a:off x="1733550" y="4171950"/>
            <a:ext cx="3771900" cy="2400300"/>
          </a:xfrm>
          <a:custGeom>
            <a:avLst/>
            <a:gdLst>
              <a:gd name="T0" fmla="*/ 0 w 3771900"/>
              <a:gd name="T1" fmla="*/ 0 h 2400300"/>
              <a:gd name="T2" fmla="*/ 3771900 w 3771900"/>
              <a:gd name="T3" fmla="*/ 2400300 h 2400300"/>
            </a:gdLst>
            <a:ahLst/>
            <a:cxnLst>
              <a:cxn ang="0">
                <a:pos x="0" y="2400300"/>
              </a:cxn>
              <a:cxn ang="0">
                <a:pos x="3771900" y="2400300"/>
              </a:cxn>
              <a:cxn ang="0">
                <a:pos x="3771900" y="0"/>
              </a:cxn>
              <a:cxn ang="0">
                <a:pos x="0" y="0"/>
              </a:cxn>
              <a:cxn ang="0">
                <a:pos x="0" y="2400300"/>
              </a:cxn>
            </a:cxnLst>
            <a:rect l="T0" t="T1" r="T2" b="T3"/>
            <a:pathLst>
              <a:path w="3771900" h="2400300">
                <a:moveTo>
                  <a:pt x="0" y="2400300"/>
                </a:moveTo>
                <a:lnTo>
                  <a:pt x="3771900" y="2400300"/>
                </a:lnTo>
                <a:lnTo>
                  <a:pt x="3771900" y="0"/>
                </a:lnTo>
                <a:lnTo>
                  <a:pt x="0" y="0"/>
                </a:lnTo>
                <a:lnTo>
                  <a:pt x="0" y="2400300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miter lim="800000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0665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1F9CEDE-E03B-4774-A47B-3122413085B9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7066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971BA35-C95E-445F-9F5C-C40EA16A3FB0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object 2"/>
          <p:cNvSpPr>
            <a:spLocks noChangeArrowheads="1"/>
          </p:cNvSpPr>
          <p:nvPr/>
        </p:nvSpPr>
        <p:spPr bwMode="auto">
          <a:xfrm>
            <a:off x="5791200" y="603250"/>
            <a:ext cx="4876800" cy="428625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71683" name="object 3"/>
          <p:cNvSpPr txBox="1">
            <a:spLocks noChangeArrowheads="1"/>
          </p:cNvSpPr>
          <p:nvPr/>
        </p:nvSpPr>
        <p:spPr bwMode="auto">
          <a:xfrm>
            <a:off x="6251575" y="5033964"/>
            <a:ext cx="4159250" cy="452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2065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2800" b="1">
                <a:solidFill>
                  <a:srgbClr val="006F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CO2 laser engraving Designs</a:t>
            </a:r>
            <a:endParaRPr lang="en-US" altLang="en-US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684" name="object 4"/>
          <p:cNvSpPr>
            <a:spLocks noChangeArrowheads="1"/>
          </p:cNvSpPr>
          <p:nvPr/>
        </p:nvSpPr>
        <p:spPr bwMode="auto">
          <a:xfrm>
            <a:off x="1524001" y="2241551"/>
            <a:ext cx="4233863" cy="3668713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71685" name="object 5"/>
          <p:cNvSpPr>
            <a:spLocks noChangeArrowheads="1"/>
          </p:cNvSpPr>
          <p:nvPr/>
        </p:nvSpPr>
        <p:spPr bwMode="auto">
          <a:xfrm>
            <a:off x="1524000" y="2286000"/>
            <a:ext cx="4114800" cy="350520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71686" name="object 6"/>
          <p:cNvSpPr>
            <a:spLocks noChangeArrowheads="1"/>
          </p:cNvSpPr>
          <p:nvPr/>
        </p:nvSpPr>
        <p:spPr bwMode="auto">
          <a:xfrm>
            <a:off x="1524000" y="2266950"/>
            <a:ext cx="4133850" cy="3543300"/>
          </a:xfrm>
          <a:custGeom>
            <a:avLst/>
            <a:gdLst>
              <a:gd name="T0" fmla="*/ 0 w 4133850"/>
              <a:gd name="T1" fmla="*/ 0 h 3543300"/>
              <a:gd name="T2" fmla="*/ 4133850 w 4133850"/>
              <a:gd name="T3" fmla="*/ 3543300 h 3543300"/>
            </a:gdLst>
            <a:ahLst/>
            <a:cxnLst>
              <a:cxn ang="0">
                <a:pos x="0" y="3543300"/>
              </a:cxn>
              <a:cxn ang="0">
                <a:pos x="4133850" y="3543300"/>
              </a:cxn>
              <a:cxn ang="0">
                <a:pos x="4133850" y="0"/>
              </a:cxn>
              <a:cxn ang="0">
                <a:pos x="0" y="0"/>
              </a:cxn>
            </a:cxnLst>
            <a:rect l="T0" t="T1" r="T2" b="T3"/>
            <a:pathLst>
              <a:path w="4133850" h="3543300">
                <a:moveTo>
                  <a:pt x="0" y="3543300"/>
                </a:moveTo>
                <a:lnTo>
                  <a:pt x="4133850" y="3543300"/>
                </a:lnTo>
                <a:lnTo>
                  <a:pt x="413385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 lim="800000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687" name="object 7"/>
          <p:cNvSpPr txBox="1">
            <a:spLocks noChangeArrowheads="1"/>
          </p:cNvSpPr>
          <p:nvPr/>
        </p:nvSpPr>
        <p:spPr bwMode="auto">
          <a:xfrm>
            <a:off x="1755776" y="6045200"/>
            <a:ext cx="3624263" cy="452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2065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2800" b="1">
                <a:solidFill>
                  <a:srgbClr val="006FC0"/>
                </a:solidFill>
                <a:latin typeface="Cambria" panose="02040503050406030204" pitchFamily="18" charset="0"/>
              </a:rPr>
              <a:t>Laser Textile Stitching</a:t>
            </a:r>
            <a:endParaRPr lang="en-US" altLang="en-US" sz="2800">
              <a:latin typeface="Cambria" panose="02040503050406030204" pitchFamily="18" charset="0"/>
            </a:endParaRPr>
          </a:p>
        </p:txBody>
      </p:sp>
      <p:sp>
        <p:nvSpPr>
          <p:cNvPr id="7169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91E3F33-073C-45DD-84EE-2452585CAABC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71692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A47CB3B-21CB-4D99-A532-EBD8E896E1BF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095251"/>
            <a:ext cx="4471988" cy="51142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3600" dirty="0"/>
              <a:t>Laser </a:t>
            </a:r>
            <a:r>
              <a:rPr sz="3600" spc="-10" dirty="0"/>
              <a:t>in </a:t>
            </a:r>
            <a:r>
              <a:rPr sz="3600" dirty="0"/>
              <a:t>Data</a:t>
            </a:r>
            <a:r>
              <a:rPr sz="3600" spc="-70" dirty="0"/>
              <a:t> </a:t>
            </a:r>
            <a:r>
              <a:rPr sz="3600" spc="-20" dirty="0"/>
              <a:t>Storage</a:t>
            </a:r>
            <a:endParaRPr sz="3600" dirty="0"/>
          </a:p>
        </p:txBody>
      </p:sp>
      <p:sp>
        <p:nvSpPr>
          <p:cNvPr id="72707" name="object 3"/>
          <p:cNvSpPr>
            <a:spLocks noChangeArrowheads="1"/>
          </p:cNvSpPr>
          <p:nvPr/>
        </p:nvSpPr>
        <p:spPr bwMode="auto">
          <a:xfrm>
            <a:off x="467756" y="3009900"/>
            <a:ext cx="4278313" cy="3087688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72708" name="object 4"/>
          <p:cNvSpPr>
            <a:spLocks noChangeArrowheads="1"/>
          </p:cNvSpPr>
          <p:nvPr/>
        </p:nvSpPr>
        <p:spPr bwMode="auto">
          <a:xfrm>
            <a:off x="549512" y="3028949"/>
            <a:ext cx="4114800" cy="2924175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72709" name="object 5"/>
          <p:cNvSpPr>
            <a:spLocks noChangeArrowheads="1"/>
          </p:cNvSpPr>
          <p:nvPr/>
        </p:nvSpPr>
        <p:spPr bwMode="auto">
          <a:xfrm>
            <a:off x="530462" y="3009900"/>
            <a:ext cx="4152900" cy="2962275"/>
          </a:xfrm>
          <a:custGeom>
            <a:avLst/>
            <a:gdLst>
              <a:gd name="T0" fmla="*/ 0 w 4152900"/>
              <a:gd name="T1" fmla="*/ 0 h 2962909"/>
              <a:gd name="T2" fmla="*/ 4152900 w 4152900"/>
              <a:gd name="T3" fmla="*/ 2962909 h 2962909"/>
            </a:gdLst>
            <a:ahLst/>
            <a:cxnLst>
              <a:cxn ang="0">
                <a:pos x="0" y="2962655"/>
              </a:cxn>
              <a:cxn ang="0">
                <a:pos x="4152900" y="2962655"/>
              </a:cxn>
              <a:cxn ang="0">
                <a:pos x="4152900" y="0"/>
              </a:cxn>
              <a:cxn ang="0">
                <a:pos x="0" y="0"/>
              </a:cxn>
              <a:cxn ang="0">
                <a:pos x="0" y="2962655"/>
              </a:cxn>
            </a:cxnLst>
            <a:rect l="T0" t="T1" r="T2" b="T3"/>
            <a:pathLst>
              <a:path w="4152900" h="2962909">
                <a:moveTo>
                  <a:pt x="0" y="2962655"/>
                </a:moveTo>
                <a:lnTo>
                  <a:pt x="4152900" y="2962655"/>
                </a:lnTo>
                <a:lnTo>
                  <a:pt x="4152900" y="0"/>
                </a:lnTo>
                <a:lnTo>
                  <a:pt x="0" y="0"/>
                </a:lnTo>
                <a:lnTo>
                  <a:pt x="0" y="2962655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miter lim="800000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2710" name="object 6"/>
          <p:cNvSpPr>
            <a:spLocks noChangeArrowheads="1"/>
          </p:cNvSpPr>
          <p:nvPr/>
        </p:nvSpPr>
        <p:spPr bwMode="auto">
          <a:xfrm>
            <a:off x="5650230" y="1095251"/>
            <a:ext cx="5314950" cy="300990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72713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08B7F73-4148-4BAE-B3DF-0750AC0ED76E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7271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5043F6D-7D1E-4AF0-A543-641116B3F621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 descr="Holography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24000" y="784226"/>
            <a:ext cx="9144000" cy="576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1" name="object 2"/>
          <p:cNvSpPr txBox="1">
            <a:spLocks noChangeArrowheads="1"/>
          </p:cNvSpPr>
          <p:nvPr/>
        </p:nvSpPr>
        <p:spPr bwMode="auto">
          <a:xfrm>
            <a:off x="4038600" y="98426"/>
            <a:ext cx="3867150" cy="506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3200" b="1">
                <a:solidFill>
                  <a:srgbClr val="FF0000"/>
                </a:solidFill>
                <a:latin typeface="Cambria" panose="02040503050406030204" pitchFamily="18" charset="0"/>
              </a:rPr>
              <a:t>Laser In Holography</a:t>
            </a:r>
            <a:endParaRPr lang="en-US" altLang="en-US" sz="3200" b="1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7885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334CF51-6B31-44C8-B266-23E143BD424B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7885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393E8DAA-4DDE-4C74-8C66-3DC2F399D509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320675"/>
            <a:ext cx="4608513" cy="51142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3600" b="1" dirty="0"/>
              <a:t>Laser In</a:t>
            </a:r>
            <a:r>
              <a:rPr sz="3600" b="1" spc="-90" dirty="0"/>
              <a:t> </a:t>
            </a:r>
            <a:r>
              <a:rPr sz="3600" b="1" spc="-15" dirty="0"/>
              <a:t>Spectroscopy</a:t>
            </a:r>
            <a:endParaRPr sz="3600" b="1" dirty="0"/>
          </a:p>
        </p:txBody>
      </p:sp>
      <p:sp>
        <p:nvSpPr>
          <p:cNvPr id="79875" name="object 3"/>
          <p:cNvSpPr>
            <a:spLocks noChangeArrowheads="1"/>
          </p:cNvSpPr>
          <p:nvPr/>
        </p:nvSpPr>
        <p:spPr bwMode="auto">
          <a:xfrm>
            <a:off x="1436074" y="850900"/>
            <a:ext cx="9144000" cy="5686425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79878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B4A5851E-F9ED-44C9-A155-82C82D2A6B5C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7988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AD50ED77-A64B-48F8-8142-2D980BE5F7B6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object 2"/>
          <p:cNvSpPr>
            <a:spLocks noGrp="1"/>
          </p:cNvSpPr>
          <p:nvPr>
            <p:ph type="title"/>
          </p:nvPr>
        </p:nvSpPr>
        <p:spPr>
          <a:xfrm>
            <a:off x="1908175" y="477838"/>
            <a:ext cx="3556000" cy="1010020"/>
          </a:xfr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3600" u="sng"/>
              <a:t>Laser In Barcode </a:t>
            </a:r>
            <a:r>
              <a:rPr lang="en-US" altLang="en-US" sz="3600"/>
              <a:t> </a:t>
            </a:r>
            <a:r>
              <a:rPr lang="en-US" altLang="en-US" sz="3600" u="sng"/>
              <a:t>Scanning</a:t>
            </a:r>
            <a:endParaRPr lang="en-US" altLang="en-US" sz="3600"/>
          </a:p>
        </p:txBody>
      </p:sp>
      <p:sp>
        <p:nvSpPr>
          <p:cNvPr id="81923" name="object 3"/>
          <p:cNvSpPr>
            <a:spLocks noChangeArrowheads="1"/>
          </p:cNvSpPr>
          <p:nvPr/>
        </p:nvSpPr>
        <p:spPr bwMode="auto">
          <a:xfrm>
            <a:off x="6945314" y="107951"/>
            <a:ext cx="3722687" cy="4506913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81924" name="object 4"/>
          <p:cNvSpPr>
            <a:spLocks noChangeArrowheads="1"/>
          </p:cNvSpPr>
          <p:nvPr/>
        </p:nvSpPr>
        <p:spPr bwMode="auto">
          <a:xfrm>
            <a:off x="6991350" y="152400"/>
            <a:ext cx="3676650" cy="43434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81925" name="object 5"/>
          <p:cNvSpPr>
            <a:spLocks noChangeArrowheads="1"/>
          </p:cNvSpPr>
          <p:nvPr/>
        </p:nvSpPr>
        <p:spPr bwMode="auto">
          <a:xfrm>
            <a:off x="6972300" y="4514850"/>
            <a:ext cx="3695700" cy="0"/>
          </a:xfrm>
          <a:custGeom>
            <a:avLst/>
            <a:gdLst>
              <a:gd name="T0" fmla="*/ 0 w 3696970"/>
              <a:gd name="T1" fmla="*/ 3696970 w 3696970"/>
            </a:gdLst>
            <a:ahLst/>
            <a:cxnLst>
              <a:cxn ang="0">
                <a:pos x="0" y="0"/>
              </a:cxn>
              <a:cxn ang="0">
                <a:pos x="3696462" y="0"/>
              </a:cxn>
            </a:cxnLst>
            <a:rect l="T0" t="0" r="T1" b="0"/>
            <a:pathLst>
              <a:path w="3696970">
                <a:moveTo>
                  <a:pt x="0" y="0"/>
                </a:moveTo>
                <a:lnTo>
                  <a:pt x="3696462" y="0"/>
                </a:lnTo>
              </a:path>
            </a:pathLst>
          </a:custGeom>
          <a:noFill/>
          <a:ln w="38100">
            <a:solidFill>
              <a:srgbClr val="000000"/>
            </a:solidFill>
            <a:miter lim="800000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26" name="object 6"/>
          <p:cNvSpPr>
            <a:spLocks noChangeArrowheads="1"/>
          </p:cNvSpPr>
          <p:nvPr/>
        </p:nvSpPr>
        <p:spPr bwMode="auto">
          <a:xfrm>
            <a:off x="6972300" y="133350"/>
            <a:ext cx="3695700" cy="4381500"/>
          </a:xfrm>
          <a:custGeom>
            <a:avLst/>
            <a:gdLst>
              <a:gd name="T0" fmla="*/ 0 w 3696970"/>
              <a:gd name="T1" fmla="*/ 0 h 4381500"/>
              <a:gd name="T2" fmla="*/ 3696970 w 3696970"/>
              <a:gd name="T3" fmla="*/ 4381500 h 4381500"/>
            </a:gdLst>
            <a:ahLst/>
            <a:cxnLst>
              <a:cxn ang="0">
                <a:pos x="3696462" y="0"/>
              </a:cxn>
              <a:cxn ang="0">
                <a:pos x="0" y="0"/>
              </a:cxn>
              <a:cxn ang="0">
                <a:pos x="0" y="4381500"/>
              </a:cxn>
            </a:cxnLst>
            <a:rect l="T0" t="T1" r="T2" b="T3"/>
            <a:pathLst>
              <a:path w="3696970" h="4381500">
                <a:moveTo>
                  <a:pt x="3696462" y="0"/>
                </a:moveTo>
                <a:lnTo>
                  <a:pt x="0" y="0"/>
                </a:lnTo>
                <a:lnTo>
                  <a:pt x="0" y="4381500"/>
                </a:lnTo>
              </a:path>
            </a:pathLst>
          </a:custGeom>
          <a:noFill/>
          <a:ln w="38100">
            <a:solidFill>
              <a:srgbClr val="000000"/>
            </a:solidFill>
            <a:miter lim="800000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27" name="object 7"/>
          <p:cNvSpPr>
            <a:spLocks noChangeArrowheads="1"/>
          </p:cNvSpPr>
          <p:nvPr/>
        </p:nvSpPr>
        <p:spPr bwMode="auto">
          <a:xfrm>
            <a:off x="887413" y="2324100"/>
            <a:ext cx="5376863" cy="385445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81928" name="object 8"/>
          <p:cNvSpPr>
            <a:spLocks noChangeArrowheads="1"/>
          </p:cNvSpPr>
          <p:nvPr/>
        </p:nvSpPr>
        <p:spPr bwMode="auto">
          <a:xfrm>
            <a:off x="946945" y="2221865"/>
            <a:ext cx="5257800" cy="3810000"/>
          </a:xfrm>
          <a:prstGeom prst="rect">
            <a:avLst/>
          </a:prstGeom>
          <a:blipFill dpi="0" rotWithShape="1">
            <a:blip r:embed="rId4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81929" name="object 9"/>
          <p:cNvSpPr>
            <a:spLocks noChangeArrowheads="1"/>
          </p:cNvSpPr>
          <p:nvPr/>
        </p:nvSpPr>
        <p:spPr bwMode="auto">
          <a:xfrm>
            <a:off x="927895" y="2324100"/>
            <a:ext cx="5276850" cy="3829050"/>
          </a:xfrm>
          <a:custGeom>
            <a:avLst/>
            <a:gdLst>
              <a:gd name="T0" fmla="*/ 0 w 5276850"/>
              <a:gd name="T1" fmla="*/ 0 h 3829050"/>
              <a:gd name="T2" fmla="*/ 5276850 w 5276850"/>
              <a:gd name="T3" fmla="*/ 3829050 h 3829050"/>
            </a:gdLst>
            <a:ahLst/>
            <a:cxnLst>
              <a:cxn ang="0">
                <a:pos x="5276849" y="3829048"/>
              </a:cxn>
              <a:cxn ang="0">
                <a:pos x="5276849" y="0"/>
              </a:cxn>
              <a:cxn ang="0">
                <a:pos x="0" y="0"/>
              </a:cxn>
            </a:cxnLst>
            <a:rect l="T0" t="T1" r="T2" b="T3"/>
            <a:pathLst>
              <a:path w="5276850" h="3829050">
                <a:moveTo>
                  <a:pt x="5276849" y="3829048"/>
                </a:moveTo>
                <a:lnTo>
                  <a:pt x="5276849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 lim="800000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32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5E02311-F2AA-447C-8DC4-4D34D2633753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8193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236A816-07C3-4F54-849D-1D0853FAB156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object 2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82949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A96557B-1546-4E4D-9301-7BFD50688DF4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8295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27E3212-4263-4DD2-A861-29F2DE117862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object 2"/>
          <p:cNvSpPr>
            <a:spLocks noChangeArrowheads="1"/>
          </p:cNvSpPr>
          <p:nvPr/>
        </p:nvSpPr>
        <p:spPr bwMode="auto">
          <a:xfrm>
            <a:off x="1524000" y="342900"/>
            <a:ext cx="9144000" cy="624078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 dirty="0"/>
          </a:p>
        </p:txBody>
      </p:sp>
      <p:sp>
        <p:nvSpPr>
          <p:cNvPr id="84997" name="TextBox 4"/>
          <p:cNvSpPr txBox="1">
            <a:spLocks noChangeArrowheads="1"/>
          </p:cNvSpPr>
          <p:nvPr/>
        </p:nvSpPr>
        <p:spPr bwMode="auto">
          <a:xfrm>
            <a:off x="3276600" y="1219201"/>
            <a:ext cx="5029200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en-US" altLang="en-US" sz="3600" b="1">
                <a:solidFill>
                  <a:srgbClr val="FF0000"/>
                </a:solidFill>
              </a:rPr>
              <a:t>Laser Weapons</a:t>
            </a:r>
            <a:endParaRPr lang="en-US" altLang="en-US" sz="3600" b="1">
              <a:solidFill>
                <a:srgbClr val="FF0000"/>
              </a:solidFill>
            </a:endParaRPr>
          </a:p>
        </p:txBody>
      </p:sp>
      <p:sp>
        <p:nvSpPr>
          <p:cNvPr id="84998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472D152-B3F0-4A6E-BB0F-00B48BF9F5C4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850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54CA3017-C7DA-4845-84AB-D5CE34BEF92E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object 2"/>
          <p:cNvSpPr>
            <a:spLocks noChangeArrowheads="1"/>
          </p:cNvSpPr>
          <p:nvPr/>
        </p:nvSpPr>
        <p:spPr bwMode="auto">
          <a:xfrm>
            <a:off x="1524000" y="274320"/>
            <a:ext cx="9144000" cy="629793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87045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809834E-7EFB-4A54-9390-8F362860082C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8704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46B4B315-BF5A-4693-AEE6-280CF5320660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object 2"/>
          <p:cNvSpPr>
            <a:spLocks noChangeArrowheads="1"/>
          </p:cNvSpPr>
          <p:nvPr/>
        </p:nvSpPr>
        <p:spPr bwMode="auto">
          <a:xfrm>
            <a:off x="1524000" y="136524"/>
            <a:ext cx="9144000" cy="6219825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88069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D501A23-6FC1-427A-94F2-355B307F7896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8807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B86B3544-E1CE-45DF-8D07-D83D4FEAF75F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object 2"/>
          <p:cNvSpPr>
            <a:spLocks noChangeArrowheads="1"/>
          </p:cNvSpPr>
          <p:nvPr/>
        </p:nvSpPr>
        <p:spPr bwMode="auto">
          <a:xfrm>
            <a:off x="1524000" y="228600"/>
            <a:ext cx="9144000" cy="612775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89093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46D5509A-694E-402C-9002-0115D87052DB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8909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D75DCAA-15E8-4EC2-B2CA-BE7DA1CEB71C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object 2"/>
          <p:cNvSpPr>
            <a:spLocks noChangeArrowheads="1"/>
          </p:cNvSpPr>
          <p:nvPr/>
        </p:nvSpPr>
        <p:spPr bwMode="auto">
          <a:xfrm>
            <a:off x="1524000" y="0"/>
            <a:ext cx="9144000" cy="613791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90117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16029D7-2E64-4E2D-8FBE-419EC830FA3E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9011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76CD293-A26A-4B19-AF4A-638B047E5DC1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object 2"/>
          <p:cNvSpPr>
            <a:spLocks noChangeArrowheads="1"/>
          </p:cNvSpPr>
          <p:nvPr/>
        </p:nvSpPr>
        <p:spPr bwMode="auto">
          <a:xfrm>
            <a:off x="1524000" y="262890"/>
            <a:ext cx="9144000" cy="609346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en-US" altLang="en-US"/>
          </a:p>
        </p:txBody>
      </p:sp>
      <p:sp>
        <p:nvSpPr>
          <p:cNvPr id="91141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447201F6-8515-49D2-BF66-25FFB82A0A23}" type="datetime2">
              <a:rPr lang="en-IN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9114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2F53A58-9080-4B18-9C8E-5FBF285BE951}" type="slidenum">
              <a:rPr lang="en-US" altLang="en-US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LASER and fiber optics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00B0F0"/>
                </a:solidFill>
                <a:cs typeface="Poppins" panose="00000500000000000000" pitchFamily="2" charset="0"/>
              </a:rPr>
              <a:t>fiber optics</a:t>
            </a:r>
            <a:endParaRPr lang="en-US" sz="3200" b="1" dirty="0">
              <a:solidFill>
                <a:srgbClr val="00B0F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072304" y="913221"/>
            <a:ext cx="4808221" cy="58473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Department of PHYSICS</a:t>
            </a:r>
            <a:endParaRPr lang="en-US" sz="3200" dirty="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548740" y="549172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- </a:t>
            </a:r>
            <a:endParaRPr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10342" y="750602"/>
            <a:ext cx="9645288" cy="86177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/>
              <a:t>To introduce the fundamental principles of optical fibers.</a:t>
            </a:r>
            <a:endParaRPr lang="en-US" sz="1600" dirty="0"/>
          </a:p>
          <a:p>
            <a:r>
              <a:rPr lang="en-US" sz="1600" dirty="0"/>
              <a:t>To develop understanding of light generation, amplification, and transmission.</a:t>
            </a:r>
            <a:endParaRPr lang="en-US" sz="1600" dirty="0"/>
          </a:p>
          <a:p>
            <a:r>
              <a:rPr lang="en-US" sz="1600" dirty="0"/>
              <a:t>To explore applications of laser and fiber optic technologies in science, engineering, and communication systems.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9003030" cy="141577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 :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r>
              <a:rPr lang="en-US" sz="1600" b="0" i="0" dirty="0">
                <a:effectLst/>
                <a:latin typeface="Arial" panose="020B0604020202020204" pitchFamily="34" charset="0"/>
              </a:rPr>
              <a:t> </a:t>
            </a:r>
            <a:r>
              <a:rPr lang="en-IN" dirty="0"/>
              <a:t> 1. </a:t>
            </a:r>
            <a:r>
              <a:rPr lang="en-US" dirty="0"/>
              <a:t>Describe the working principles of lasers, including population inversion and stimulated emission. </a:t>
            </a:r>
            <a:endParaRPr lang="en-US" dirty="0"/>
          </a:p>
          <a:p>
            <a:r>
              <a:rPr lang="en-US" dirty="0"/>
              <a:t>2. Classify different types of optical fibers.</a:t>
            </a:r>
            <a:endParaRPr lang="en-US" dirty="0"/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160584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  <a:endParaRPr lang="en-US" sz="2400" dirty="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72230"/>
            <a:ext cx="9003030" cy="113877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800100" lvl="1" indent="-342900" fontAlgn="base">
              <a:buAutoNum type="arabicPeriod"/>
            </a:pPr>
            <a:r>
              <a:rPr lang="en-US" dirty="0"/>
              <a:t>Understand key concepts such as acceptance angle, Numerical aperture.</a:t>
            </a:r>
            <a:endParaRPr lang="en-IN" dirty="0"/>
          </a:p>
          <a:p>
            <a:pPr lvl="1" fontAlgn="base"/>
            <a:r>
              <a:rPr lang="en-IN" dirty="0"/>
              <a:t>2.   </a:t>
            </a:r>
            <a:r>
              <a:rPr lang="en-US" dirty="0"/>
              <a:t>Explain the operation of different optical fibers.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2118360" y="320675"/>
            <a:ext cx="8382000" cy="1017270"/>
          </a:xfr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eaLnBrk="1" hangingPunct="1">
              <a:lnSpc>
                <a:spcPct val="90000"/>
              </a:lnSpc>
              <a:buNone/>
            </a:pPr>
            <a:r>
              <a:rPr lang="en-US" alt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FIBERS</a:t>
            </a:r>
            <a:endParaRPr lang="en-US" altLang="en-US" sz="5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0297C369-0917-4736-899F-929360B65A31}" type="slidenum">
              <a:rPr lang="en-US" altLang="en-US" smtClean="0"/>
            </a:fld>
            <a:endParaRPr lang="en-US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43050" y="1265725"/>
            <a:ext cx="9521189" cy="50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210" y="1253330"/>
            <a:ext cx="4549140" cy="4593109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long thin transparent dielectric material , which made up of glass or plastic material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carries the EM waves (visible to infrared) form few meters to hundred of Km by means of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Internal Reflections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841810EB-FFF5-4F31-9139-FEF08851F2BB}" type="slidenum">
              <a:rPr lang="en-US" altLang="en-US" smtClean="0"/>
            </a:fld>
            <a:endParaRPr lang="en-US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44290" y="136525"/>
            <a:ext cx="4766310" cy="629285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24640" y="1027906"/>
            <a:ext cx="6571919" cy="481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4488180" cy="435133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Enormous Band width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size and Light weight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Isolation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Security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Transmission Loss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Immunity to cross talk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Ruggedness and Flexibility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Life Time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52600" y="304800"/>
            <a:ext cx="8915400" cy="1143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Optical Fibers in communications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6B93E981-83E9-40FF-ADAB-FA4E5111EE2A}" type="slidenum">
              <a:rPr lang="en-US" altLang="en-US" smtClean="0"/>
            </a:fld>
            <a:endParaRPr lang="en-US" altLang="en-US"/>
          </a:p>
        </p:txBody>
      </p:sp>
      <p:pic>
        <p:nvPicPr>
          <p:cNvPr id="5" name="Picture 4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BE9B17C6-45E2-42C6-8BD3-8BB689193025}" type="slidenum">
              <a:rPr lang="en-US" altLang="en-US" smtClean="0"/>
            </a:fld>
            <a:endParaRPr lang="en-US" altLang="en-US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28801" y="2895600"/>
            <a:ext cx="4116917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534400" cy="2620962"/>
          </a:xfrm>
        </p:spPr>
        <p:txBody>
          <a:bodyPr>
            <a:normAutofit fontScale="90000"/>
          </a:bodyPr>
          <a:lstStyle/>
          <a:p>
            <a:pPr algn="just"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1870 John Tyndall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that light propagate through optical fiber is similar to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 of water at curved surfaces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177" name="Picture 1" descr="C:\Users\DELL\Downloads\cUh0tk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2895600"/>
            <a:ext cx="3429000" cy="2590800"/>
          </a:xfrm>
          <a:prstGeom prst="rect">
            <a:avLst/>
          </a:prstGeom>
          <a:noFill/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olden days Radio waves and microwaves are used in communication system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 width of above waves are small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data transferred also small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has high band width which carries more data. Laser is used as carrier signal in optical fiber.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optical fiber can act as wave guide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51B9C392-C770-409C-BDB3-FF874DC74084}" type="slidenum">
              <a:rPr lang="en-US" altLang="en-US" smtClean="0"/>
            </a:fld>
            <a:endParaRPr lang="en-US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AS A WAVE GUIDE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358437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FD82F0AF-35CD-46AD-A505-A2259F77A38F}" type="slidenum">
              <a:rPr lang="en-US" altLang="en-US" smtClean="0"/>
            </a:fld>
            <a:endParaRPr lang="en-US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Optical Fiber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2" name="TextBox 6"/>
          <p:cNvSpPr txBox="1">
            <a:spLocks noChangeArrowheads="1"/>
          </p:cNvSpPr>
          <p:nvPr/>
        </p:nvSpPr>
        <p:spPr bwMode="auto">
          <a:xfrm>
            <a:off x="10510203" y="3672709"/>
            <a:ext cx="2209800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en-US" sz="4000" b="1" dirty="0"/>
              <a:t>n</a:t>
            </a:r>
            <a:r>
              <a:rPr lang="en-US" altLang="en-US" sz="4000" b="1" baseline="-25000" dirty="0"/>
              <a:t>1</a:t>
            </a:r>
            <a:r>
              <a:rPr lang="en-US" altLang="en-US" sz="4000" b="1" dirty="0"/>
              <a:t>&gt;n</a:t>
            </a:r>
            <a:r>
              <a:rPr lang="en-US" altLang="en-US" sz="4000" b="1" baseline="-25000" dirty="0"/>
              <a:t>2</a:t>
            </a:r>
            <a:endParaRPr lang="en-IN" altLang="en-US" sz="4000" b="1" baseline="-25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1175329"/>
            <a:ext cx="8877300" cy="5181021"/>
          </a:xfrm>
          <a:prstGeom prst="rect">
            <a:avLst/>
          </a:prstGeom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10203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5350A7E9-9407-4E10-931C-E76AB9755D4E}" type="slidenum">
              <a:rPr lang="en-US" altLang="en-US" smtClean="0"/>
            </a:fld>
            <a:endParaRPr lang="en-US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 of Optical Fiber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Internal Reflection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771775" y="1481138"/>
            <a:ext cx="6648450" cy="4525962"/>
          </a:xfr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4754" name="Ink 2"/>
              <p14:cNvContentPartPr/>
              <p14:nvPr/>
            </p14:nvContentPartPr>
            <p14:xfrm>
              <a:off x="8970963" y="460376"/>
              <a:ext cx="12700" cy="9525"/>
            </p14:xfrm>
          </p:contentPart>
        </mc:Choice>
        <mc:Fallback xmlns="">
          <p:pic>
            <p:nvPicPr>
              <p:cNvPr id="74754" name="Ink 2"/>
            </p:nvPicPr>
            <p:blipFill>
              <a:blip r:embed="rId3"/>
            </p:blipFill>
            <p:spPr>
              <a:xfrm>
                <a:off x="8970963" y="460376"/>
                <a:ext cx="1270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74755" name="Ink 3"/>
              <p14:cNvContentPartPr/>
              <p14:nvPr/>
            </p14:nvContentPartPr>
            <p14:xfrm>
              <a:off x="7327900" y="882650"/>
              <a:ext cx="2705100" cy="160338"/>
            </p14:xfrm>
          </p:contentPart>
        </mc:Choice>
        <mc:Fallback xmlns="">
          <p:pic>
            <p:nvPicPr>
              <p:cNvPr id="74755" name="Ink 3"/>
            </p:nvPicPr>
            <p:blipFill>
              <a:blip r:embed="rId5"/>
            </p:blipFill>
            <p:spPr>
              <a:xfrm>
                <a:off x="7327900" y="882650"/>
                <a:ext cx="2705100" cy="16033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4756" name="Ink 4"/>
              <p14:cNvContentPartPr/>
              <p14:nvPr/>
            </p14:nvContentPartPr>
            <p14:xfrm>
              <a:off x="7648575" y="1123951"/>
              <a:ext cx="52388" cy="80963"/>
            </p14:xfrm>
          </p:contentPart>
        </mc:Choice>
        <mc:Fallback xmlns="">
          <p:pic>
            <p:nvPicPr>
              <p:cNvPr id="74756" name="Ink 4"/>
            </p:nvPicPr>
            <p:blipFill>
              <a:blip r:embed="rId7"/>
            </p:blipFill>
            <p:spPr>
              <a:xfrm>
                <a:off x="7648575" y="1123951"/>
                <a:ext cx="52388" cy="8096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74757" name="Ink 5"/>
              <p14:cNvContentPartPr/>
              <p14:nvPr/>
            </p14:nvContentPartPr>
            <p14:xfrm>
              <a:off x="9301163" y="1460500"/>
              <a:ext cx="4762" cy="6350"/>
            </p14:xfrm>
          </p:contentPart>
        </mc:Choice>
        <mc:Fallback xmlns="">
          <p:pic>
            <p:nvPicPr>
              <p:cNvPr id="74757" name="Ink 5"/>
            </p:nvPicPr>
            <p:blipFill>
              <a:blip r:embed="rId9"/>
            </p:blipFill>
            <p:spPr>
              <a:xfrm>
                <a:off x="9301163" y="1460500"/>
                <a:ext cx="4762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74758" name="Ink 6"/>
              <p14:cNvContentPartPr/>
              <p14:nvPr/>
            </p14:nvContentPartPr>
            <p14:xfrm>
              <a:off x="7612063" y="2160589"/>
              <a:ext cx="6350" cy="7937"/>
            </p14:xfrm>
          </p:contentPart>
        </mc:Choice>
        <mc:Fallback xmlns="">
          <p:pic>
            <p:nvPicPr>
              <p:cNvPr id="74758" name="Ink 6"/>
            </p:nvPicPr>
            <p:blipFill>
              <a:blip r:embed="rId11"/>
            </p:blipFill>
            <p:spPr>
              <a:xfrm>
                <a:off x="7612063" y="2160589"/>
                <a:ext cx="6350" cy="793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74759" name="Ink 7"/>
              <p14:cNvContentPartPr/>
              <p14:nvPr/>
            </p14:nvContentPartPr>
            <p14:xfrm>
              <a:off x="3263901" y="5203826"/>
              <a:ext cx="11113" cy="4763"/>
            </p14:xfrm>
          </p:contentPart>
        </mc:Choice>
        <mc:Fallback xmlns="">
          <p:pic>
            <p:nvPicPr>
              <p:cNvPr id="74759" name="Ink 7"/>
            </p:nvPicPr>
            <p:blipFill>
              <a:blip r:embed="rId13"/>
            </p:blipFill>
            <p:spPr>
              <a:xfrm>
                <a:off x="3263901" y="5203826"/>
                <a:ext cx="11113" cy="476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74760" name="Ink 8"/>
              <p14:cNvContentPartPr/>
              <p14:nvPr/>
            </p14:nvContentPartPr>
            <p14:xfrm>
              <a:off x="4659313" y="5178425"/>
              <a:ext cx="36512" cy="122238"/>
            </p14:xfrm>
          </p:contentPart>
        </mc:Choice>
        <mc:Fallback xmlns="">
          <p:pic>
            <p:nvPicPr>
              <p:cNvPr id="74760" name="Ink 8"/>
            </p:nvPicPr>
            <p:blipFill>
              <a:blip r:embed="rId15"/>
            </p:blipFill>
            <p:spPr>
              <a:xfrm>
                <a:off x="4659313" y="5178425"/>
                <a:ext cx="36512" cy="12223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74761" name="Ink 9"/>
              <p14:cNvContentPartPr/>
              <p14:nvPr/>
            </p14:nvContentPartPr>
            <p14:xfrm>
              <a:off x="9391650" y="5688014"/>
              <a:ext cx="1588" cy="7937"/>
            </p14:xfrm>
          </p:contentPart>
        </mc:Choice>
        <mc:Fallback xmlns="">
          <p:pic>
            <p:nvPicPr>
              <p:cNvPr id="74761" name="Ink 9"/>
            </p:nvPicPr>
            <p:blipFill>
              <a:blip r:embed="rId17"/>
            </p:blipFill>
            <p:spPr>
              <a:xfrm>
                <a:off x="9391650" y="5688014"/>
                <a:ext cx="1588" cy="793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74762" name="Ink 10"/>
              <p14:cNvContentPartPr/>
              <p14:nvPr/>
            </p14:nvContentPartPr>
            <p14:xfrm>
              <a:off x="8983664" y="2794000"/>
              <a:ext cx="1074737" cy="673100"/>
            </p14:xfrm>
          </p:contentPart>
        </mc:Choice>
        <mc:Fallback xmlns="">
          <p:pic>
            <p:nvPicPr>
              <p:cNvPr id="74762" name="Ink 10"/>
            </p:nvPicPr>
            <p:blipFill>
              <a:blip r:embed="rId19"/>
            </p:blipFill>
            <p:spPr>
              <a:xfrm>
                <a:off x="8983664" y="2794000"/>
                <a:ext cx="1074737" cy="673100"/>
              </a:xfrm>
              <a:prstGeom prst="rect"/>
            </p:spPr>
          </p:pic>
        </mc:Fallback>
      </mc:AlternateContent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188595" y="14128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Optical Fiber Diagram How Do Fiber Optics Work: What Makes Light St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180629"/>
            <a:ext cx="6926580" cy="407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hat Is Refractive Index Of Core And Cladding at Savannah Holroyd blo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880" y="1706409"/>
            <a:ext cx="5151120" cy="265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61295" y="151929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865E8082-C39B-4516-AF68-13715CC4F7C0}" type="slidenum">
              <a:rPr lang="en-US" altLang="en-US" smtClean="0"/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4191001" y="304800"/>
            <a:ext cx="3914853" cy="70788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angle, </a:t>
            </a:r>
            <a:r>
              <a:rPr lang="el-G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2057400" y="1165226"/>
            <a:ext cx="8229600" cy="2031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minimum angle of incidence at which a light ray may strike the interface of two media and result in an angle of refraction of 90° or greater.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057" name="Picture 1" descr="C:\Users\DELL\Downloads\M0k7LtL.gif"/>
          <p:cNvPicPr>
            <a:picLocks noChangeAspect="1" noChangeArrowheads="1" noCrop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657600" y="3352801"/>
            <a:ext cx="5562600" cy="3128963"/>
          </a:xfrm>
          <a:prstGeom prst="rect">
            <a:avLst/>
          </a:prstGeom>
          <a:noFill/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83832" y="2780928"/>
            <a:ext cx="3493368" cy="900000"/>
          </a:xfrm>
          <a:prstGeom prst="rect">
            <a:avLst/>
          </a:prstGeom>
          <a:solidFill>
            <a:schemeClr val="accent4">
              <a:lumMod val="50000"/>
            </a:schemeClr>
          </a:solidFill>
          <a:scene3d>
            <a:camera prst="orthographicFront"/>
            <a:lightRig rig="threePt" dir="t"/>
          </a:scene3d>
          <a:sp3d>
            <a:bevelT w="203200" h="203200"/>
            <a:bevelB w="203200" h="2032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anchor="ctr"/>
          <a:lstStyle/>
          <a:p>
            <a:pPr algn="ctr">
              <a:defRPr/>
            </a:pPr>
            <a:r>
              <a:rPr lang="en-US" sz="4400" b="1" dirty="0">
                <a:solidFill>
                  <a:schemeClr val="bg1"/>
                </a:solidFill>
                <a:latin typeface="Century Schoolbook" pitchFamily="18" charset="0"/>
                <a:cs typeface="Times New Roman" panose="02020603050405020304" pitchFamily="18" charset="0"/>
              </a:rPr>
              <a:t>Session 17</a:t>
            </a:r>
            <a:endParaRPr lang="en-IN" sz="4400" b="1" dirty="0">
              <a:solidFill>
                <a:schemeClr val="bg1"/>
              </a:solidFill>
              <a:latin typeface="Century Schoolbook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B6F1EB-5613-4BC2-A99F-70DFABDCFF61}" type="datetime1">
              <a:rPr lang="en-US"/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EA382-FF43-4E68-8C5D-9F754782D3F0}" type="slidenum">
              <a:rPr lang="en-IN" smtClean="0"/>
            </a:fld>
            <a:endParaRPr lang="en-IN"/>
          </a:p>
        </p:txBody>
      </p:sp>
      <p:pic>
        <p:nvPicPr>
          <p:cNvPr id="6" name="Picture 5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1" y="1315403"/>
            <a:ext cx="3726179" cy="4724082"/>
          </a:xfrm>
          <a:noFill/>
          <a:ln w="57150" cmpd="thinThick">
            <a:noFill/>
          </a:ln>
        </p:spPr>
        <p:txBody>
          <a:bodyPr/>
          <a:lstStyle/>
          <a:p>
            <a:pPr algn="just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It is the maximum angle of incidence ,in which the incident ray undergoes into Total Internal Reflection at core cladding interface and propagate through the core of the  optical fiber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8EB5393E-08D0-4DD6-8156-CD42DCC147E4}" type="slidenum">
              <a:rPr lang="en-US" altLang="en-US" smtClean="0">
                <a:solidFill>
                  <a:schemeClr val="tx1"/>
                </a:solidFill>
              </a:rPr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2971800" y="228600"/>
            <a:ext cx="6324600" cy="769938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Acceptance Angle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C:\Users\DELL\Downloads\Total-internal-reflection-in-an-optical-fiber-The-black-light-rays-represent-incident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65053" y="1482884"/>
            <a:ext cx="8035506" cy="4114800"/>
          </a:xfrm>
          <a:prstGeom prst="rect">
            <a:avLst/>
          </a:prstGeom>
          <a:noFill/>
        </p:spPr>
      </p:pic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Acceptance cone</a:t>
            </a:r>
            <a:endParaRPr lang="en-IN" dirty="0"/>
          </a:p>
        </p:txBody>
      </p:sp>
      <p:sp>
        <p:nvSpPr>
          <p:cNvPr id="307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1F8F1B95-9E3E-4768-A4BD-D78EE91DB6FA}" type="slidenum">
              <a:rPr lang="en-US" altLang="en-US" smtClean="0"/>
            </a:fld>
            <a:endParaRPr lang="en-US" altLang="en-US"/>
          </a:p>
        </p:txBody>
      </p:sp>
      <p:pic>
        <p:nvPicPr>
          <p:cNvPr id="30725" name="Picture 6" descr="240_00EB.jpg                                                   000AE472Macintosh HD                   ABA78158: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62200" y="2743200"/>
            <a:ext cx="6934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80898" name="Ink 2"/>
              <p14:cNvContentPartPr/>
              <p14:nvPr/>
            </p14:nvContentPartPr>
            <p14:xfrm>
              <a:off x="4521201" y="2452689"/>
              <a:ext cx="47625" cy="46037"/>
            </p14:xfrm>
          </p:contentPart>
        </mc:Choice>
        <mc:Fallback xmlns="">
          <p:pic>
            <p:nvPicPr>
              <p:cNvPr id="80898" name="Ink 2"/>
            </p:nvPicPr>
            <p:blipFill>
              <a:blip r:embed="rId3"/>
            </p:blipFill>
            <p:spPr>
              <a:xfrm>
                <a:off x="4521201" y="2452689"/>
                <a:ext cx="47625" cy="46037"/>
              </a:xfrm>
              <a:prstGeom prst="rect"/>
            </p:spPr>
          </p:pic>
        </mc:Fallback>
      </mc:AlternateContent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201275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534" y="1003251"/>
            <a:ext cx="4701280" cy="2425749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638300" y="43523"/>
            <a:ext cx="8915400" cy="769441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Measurement of Acceptance Angle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256992" y="1580338"/>
            <a:ext cx="46147" cy="14676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87278" y="2031459"/>
            <a:ext cx="18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Ɵ</a:t>
            </a:r>
            <a:endParaRPr lang="en-IN" dirty="0"/>
          </a:p>
        </p:txBody>
      </p:sp>
      <p:sp>
        <p:nvSpPr>
          <p:cNvPr id="10" name="Block Arc 9"/>
          <p:cNvSpPr/>
          <p:nvPr/>
        </p:nvSpPr>
        <p:spPr>
          <a:xfrm rot="12297541" flipH="1">
            <a:off x="5095207" y="1993292"/>
            <a:ext cx="189827" cy="127820"/>
          </a:xfrm>
          <a:prstGeom prst="blockArc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L-Shape 12"/>
          <p:cNvSpPr/>
          <p:nvPr/>
        </p:nvSpPr>
        <p:spPr>
          <a:xfrm rot="10642658" flipH="1">
            <a:off x="5104447" y="2537844"/>
            <a:ext cx="171203" cy="260569"/>
          </a:xfrm>
          <a:prstGeom prst="corner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660152" y="2432862"/>
            <a:ext cx="51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90°</a:t>
            </a:r>
            <a:endParaRPr lang="en-IN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928650">
            <a:off x="4383426" y="2261541"/>
            <a:ext cx="155590" cy="1037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42574" y="209579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5250712" y="2693728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8515" y="205720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5035198" y="165952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2866821" y="2973325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(no)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76146" y="1549524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06503" y="2483462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55351" y="1580338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Cladding(n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03617" y="205720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&gt;n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29170" y="3727933"/>
            <a:ext cx="8223562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𝛥ABC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r + Ɵ + 90° = 180°      </a:t>
            </a:r>
            <a:r>
              <a:rPr lang="en-I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(The summation of all angles in triangle is 180° )</a:t>
            </a:r>
            <a:endParaRPr lang="en-IN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 + Ɵ = 180° - 90°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 + Ɵ = 90°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           Ɵ = 90° - r                 </a:t>
            </a:r>
            <a:r>
              <a:rPr lang="en-IN" sz="14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(1)</a:t>
            </a:r>
            <a:endParaRPr lang="en-IN" sz="14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/>
              <a:t>                   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7" name="Ink 46"/>
              <p14:cNvContentPartPr/>
              <p14:nvPr/>
            </p14:nvContentPartPr>
            <p14:xfrm>
              <a:off x="3567170" y="2408741"/>
              <a:ext cx="189000" cy="213840"/>
            </p14:xfrm>
          </p:contentPart>
        </mc:Choice>
        <mc:Fallback xmlns="">
          <p:pic>
            <p:nvPicPr>
              <p:cNvPr id="47" name="Ink 46"/>
            </p:nvPicPr>
            <p:blipFill>
              <a:blip r:embed="rId4"/>
            </p:blipFill>
            <p:spPr>
              <a:xfrm>
                <a:off x="3567170" y="2408741"/>
                <a:ext cx="189000" cy="213840"/>
              </a:xfrm>
              <a:prstGeom prst="rect"/>
            </p:spPr>
          </p:pic>
        </mc:Fallback>
      </mc:AlternateContent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884" y="5620046"/>
            <a:ext cx="823031" cy="164606"/>
          </a:xfrm>
          <a:prstGeom prst="rect">
            <a:avLst/>
          </a:prstGeom>
        </p:spPr>
      </p:pic>
      <p:pic>
        <p:nvPicPr>
          <p:cNvPr id="7" name="Picture 6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18501" y="820626"/>
                <a:ext cx="8721215" cy="5827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 Enters from air (no)              core (n</a:t>
                </a:r>
                <a:r>
                  <a:rPr lang="en-I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Snell’s law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µ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func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(2)  [      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µ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func>
                      </m:den>
                    </m:f>
                  </m:oMath>
                </a14:m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,   </a:t>
                </a:r>
                <a:r>
                  <a:rPr lang="en-IN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] 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Based upon refractive indices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µ can also be written as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µ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(3)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From (2) &amp; (3)</a:t>
                </a:r>
                <a:endParaRPr lang="en-I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m:rPr>
                                <m:nor/>
                              </m:rPr>
                              <a:rPr lang="el-GR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α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func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I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    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l-GR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</m:func>
                  </m:oMath>
                </a14:m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I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I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func>
                  </m:oMath>
                </a14:m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(4)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From (1)</a:t>
                </a:r>
                <a:r>
                  <a:rPr lang="en-IN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 = 90° - Ɵ</a:t>
                </a:r>
                <a:r>
                  <a:rPr lang="en-IN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IN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Equation No.(4) becomes </a:t>
                </a:r>
                <a:endParaRPr lang="en-I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I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    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l-GR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</m:func>
                  </m:oMath>
                </a14:m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I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I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n-I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90</m:t>
                        </m:r>
                        <m:r>
                          <m:rPr>
                            <m:nor/>
                          </m:rPr>
                          <a: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° − Ɵ</m:t>
                        </m:r>
                        <m:r>
                          <m:rPr>
                            <m:nor/>
                          </m:rPr>
                          <a:rPr lang="en-IN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I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    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l-GR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</m:func>
                  </m:oMath>
                </a14:m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I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  <m:r>
                      <a:rPr lang="en-IN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I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Ɵ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(5)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501" y="820626"/>
                <a:ext cx="8721215" cy="5827621"/>
              </a:xfrm>
              <a:prstGeom prst="rect">
                <a:avLst/>
              </a:prstGeom>
              <a:blipFill rotWithShape="1">
                <a:blip r:embed="rId1"/>
                <a:stretch>
                  <a:fillRect l="-4" t="-4" r="5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5555450" y="1128564"/>
            <a:ext cx="7374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336" y="2013130"/>
            <a:ext cx="823031" cy="1646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1" name="Ink 10"/>
              <p14:cNvContentPartPr/>
              <p14:nvPr/>
            </p14:nvContentPartPr>
            <p14:xfrm>
              <a:off x="5358170" y="2025588"/>
              <a:ext cx="360" cy="360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4"/>
            </p:blipFill>
            <p:spPr>
              <a:xfrm>
                <a:off x="5358170" y="2025588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2" name="Ink 11"/>
              <p14:cNvContentPartPr/>
              <p14:nvPr/>
            </p14:nvContentPartPr>
            <p14:xfrm>
              <a:off x="5555450" y="2015148"/>
              <a:ext cx="360" cy="360"/>
            </p14:xfrm>
          </p:contentPart>
        </mc:Choice>
        <mc:Fallback xmlns="">
          <p:pic>
            <p:nvPicPr>
              <p:cNvPr id="12" name="Ink 11"/>
            </p:nvPicPr>
            <p:blipFill>
              <a:blip r:embed="rId4"/>
            </p:blipFill>
            <p:spPr>
              <a:xfrm>
                <a:off x="5555450" y="2015148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3" name="Ink 12"/>
              <p14:cNvContentPartPr/>
              <p14:nvPr/>
            </p14:nvContentPartPr>
            <p14:xfrm>
              <a:off x="5466530" y="2143308"/>
              <a:ext cx="360" cy="360"/>
            </p14:xfrm>
          </p:contentPart>
        </mc:Choice>
        <mc:Fallback xmlns="">
          <p:pic>
            <p:nvPicPr>
              <p:cNvPr id="13" name="Ink 12"/>
            </p:nvPicPr>
            <p:blipFill>
              <a:blip r:embed="rId4"/>
            </p:blipFill>
            <p:spPr>
              <a:xfrm>
                <a:off x="5466530" y="2143308"/>
                <a:ext cx="360" cy="360"/>
              </a:xfrm>
              <a:prstGeom prst="rect"/>
            </p:spPr>
          </p:pic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110" y="2953172"/>
            <a:ext cx="823031" cy="16460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336" y="3969540"/>
            <a:ext cx="823031" cy="1646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869" y="3954473"/>
            <a:ext cx="823031" cy="16460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643" y="5873721"/>
            <a:ext cx="823031" cy="164606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9694606" y="1052052"/>
            <a:ext cx="88491" cy="25563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10260315" y="569284"/>
            <a:ext cx="161901" cy="3268854"/>
          </a:xfrm>
          <a:prstGeom prst="rect">
            <a:avLst/>
          </a:prstGeom>
        </p:spPr>
      </p:pic>
      <p:cxnSp>
        <p:nvCxnSpPr>
          <p:cNvPr id="27" name="Straight Connector 26"/>
          <p:cNvCxnSpPr/>
          <p:nvPr/>
        </p:nvCxnSpPr>
        <p:spPr>
          <a:xfrm flipV="1">
            <a:off x="9694606" y="1307690"/>
            <a:ext cx="1573162" cy="785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9783097" y="3091514"/>
            <a:ext cx="1573162" cy="785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426336" flipV="1">
            <a:off x="9601061" y="1688459"/>
            <a:ext cx="1741451" cy="12580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258246">
            <a:off x="8547068" y="2806617"/>
            <a:ext cx="1603387" cy="11583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8126" y="2242109"/>
            <a:ext cx="201185" cy="13412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356370">
            <a:off x="9946685" y="2054254"/>
            <a:ext cx="201185" cy="13412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63626" y="2145579"/>
            <a:ext cx="29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α</a:t>
            </a:r>
            <a:endParaRPr lang="en-IN" dirty="0"/>
          </a:p>
        </p:txBody>
      </p:sp>
      <p:sp>
        <p:nvSpPr>
          <p:cNvPr id="41" name="TextBox 40"/>
          <p:cNvSpPr txBox="1"/>
          <p:nvPr/>
        </p:nvSpPr>
        <p:spPr>
          <a:xfrm>
            <a:off x="10108521" y="1890028"/>
            <a:ext cx="15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</a:t>
            </a:r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11139948" y="1740310"/>
            <a:ext cx="87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n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701669" y="140274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(no)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961547" y="638514"/>
                <a:ext cx="8986684" cy="814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 is Travelling from core (n</a:t>
                </a:r>
                <a:r>
                  <a:rPr lang="en-IN" sz="2000" b="1" u="sng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)- Cladding (n</a:t>
                </a:r>
                <a:r>
                  <a:rPr lang="en-IN" sz="2000" b="1" u="sng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IN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I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    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l-GR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</m:func>
                  </m:oMath>
                </a14:m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I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  <m:r>
                      <a:rPr lang="en-IN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I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Ɵ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If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α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l-GR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α</m:t>
                    </m:r>
                  </m:oMath>
                </a14:m>
                <a:r>
                  <a:rPr lang="en-I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Ɵ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falls more than critical angle               Total Internal Reflection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Ɵ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I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Ɵ</m:t>
                    </m:r>
                  </m:oMath>
                </a14:m>
                <a:r>
                  <a:rPr lang="en-I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ˈ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90°</a:t>
                </a: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Core to Cladding (n</a:t>
                </a:r>
                <a:r>
                  <a:rPr lang="en-IN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n</a:t>
                </a:r>
                <a:r>
                  <a:rPr lang="en-IN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According to Snell’s law, µ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m:rPr>
                                <m:nor/>
                              </m:rPr>
                              <a:rPr lang="en-IN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Ɵ</m:t>
                            </m:r>
                            <m:r>
                              <m:rPr>
                                <m:nor/>
                              </m:rPr>
                              <a:rPr lang="en-IN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func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ˈ</m:t>
                        </m:r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(6)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Band Refractive indices  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µ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(7)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From Eq. No. (6) &amp; (7)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m:rPr>
                                <m:nor/>
                              </m:rPr>
                              <a:rPr lang="en-IN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Ɵ</m:t>
                            </m:r>
                            <m:r>
                              <m:rPr>
                                <m:nor/>
                              </m:rPr>
                              <a:rPr lang="en-IN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func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ˈ</m:t>
                        </m:r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I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Ɵ</m:t>
                    </m:r>
                  </m:oMath>
                </a14:m>
                <a:r>
                  <a:rPr lang="en-I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I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ˈ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90°</a:t>
                </a: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Ɵ</m:t>
                        </m:r>
                        <m:r>
                          <m:rPr>
                            <m:nor/>
                          </m:rPr>
                          <a:rPr lang="en-IN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func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(8)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547" y="638514"/>
                <a:ext cx="8986684" cy="8149923"/>
              </a:xfrm>
              <a:prstGeom prst="rect">
                <a:avLst/>
              </a:prstGeom>
              <a:blipFill rotWithShape="1">
                <a:blip r:embed="rId1"/>
                <a:stretch>
                  <a:fillRect l="-6" t="-4" r="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169" y="2129011"/>
            <a:ext cx="823031" cy="1646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138" y="2953735"/>
            <a:ext cx="823031" cy="1646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66" y="3530107"/>
            <a:ext cx="823031" cy="1646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95462"/>
            <a:ext cx="823031" cy="1646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858" y="6088709"/>
            <a:ext cx="823031" cy="16460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0137898" y="1239896"/>
            <a:ext cx="88491" cy="25563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317596" y="696031"/>
            <a:ext cx="171970" cy="3472147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flipV="1">
            <a:off x="10137898" y="1750921"/>
            <a:ext cx="2054102" cy="863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0226389" y="3033933"/>
            <a:ext cx="1801038" cy="413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10880233" y="1345125"/>
            <a:ext cx="72902" cy="11031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714271" y="2447941"/>
            <a:ext cx="467872" cy="8753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10182143" y="1781640"/>
            <a:ext cx="734541" cy="6663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136310">
            <a:off x="10632499" y="2123216"/>
            <a:ext cx="1361355" cy="65806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720505">
            <a:off x="11328913" y="1923340"/>
            <a:ext cx="1021682" cy="95553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03558">
            <a:off x="9975123" y="2451026"/>
            <a:ext cx="201185" cy="1341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763797" y="2385248"/>
            <a:ext cx="29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α</a:t>
            </a:r>
            <a:endParaRPr lang="en-IN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2384" y="1931196"/>
            <a:ext cx="201185" cy="1341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0599025" y="1919016"/>
                <a:ext cx="3441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Ɵ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9025" y="1919016"/>
                <a:ext cx="344129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70" t="-12" r="58" b="1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37" name="Ink 36"/>
              <p14:cNvContentPartPr/>
              <p14:nvPr/>
            </p14:nvContentPartPr>
            <p14:xfrm>
              <a:off x="11326250" y="2576590"/>
              <a:ext cx="178560" cy="163800"/>
            </p14:xfrm>
          </p:contentPart>
        </mc:Choice>
        <mc:Fallback xmlns="">
          <p:pic>
            <p:nvPicPr>
              <p:cNvPr id="37" name="Ink 36"/>
            </p:nvPicPr>
            <p:blipFill>
              <a:blip r:embed="rId8"/>
            </p:blipFill>
            <p:spPr>
              <a:xfrm>
                <a:off x="11326250" y="2576590"/>
                <a:ext cx="178560" cy="163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40" name="Ink 39"/>
              <p14:cNvContentPartPr/>
              <p14:nvPr/>
            </p14:nvContentPartPr>
            <p14:xfrm>
              <a:off x="11680490" y="2423590"/>
              <a:ext cx="263520" cy="190440"/>
            </p14:xfrm>
          </p:contentPart>
        </mc:Choice>
        <mc:Fallback xmlns="">
          <p:pic>
            <p:nvPicPr>
              <p:cNvPr id="40" name="Ink 39"/>
            </p:nvPicPr>
            <p:blipFill>
              <a:blip r:embed="rId10"/>
            </p:blipFill>
            <p:spPr>
              <a:xfrm>
                <a:off x="11680490" y="2423590"/>
                <a:ext cx="263520" cy="190440"/>
              </a:xfrm>
              <a:prstGeom prst="rect"/>
            </p:spPr>
          </p:pic>
        </mc:Fallback>
      </mc:AlternateContent>
      <p:sp>
        <p:nvSpPr>
          <p:cNvPr id="41" name="TextBox 40"/>
          <p:cNvSpPr txBox="1"/>
          <p:nvPr/>
        </p:nvSpPr>
        <p:spPr>
          <a:xfrm>
            <a:off x="11348336" y="191371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08671" y="285136"/>
                <a:ext cx="7502013" cy="6741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(5)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I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    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l-GR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</m:func>
                  </m:oMath>
                </a14:m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I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  <m:r>
                      <a:rPr lang="en-IN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I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Ɵ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Maximum Acceptance Angle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I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    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</m:fName>
                      <m:e>
                        <m:r>
                          <m:rPr>
                            <m:nor/>
                          </m:rPr>
                          <a:rPr lang="el-GR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</m:func>
                  </m:oMath>
                </a14:m>
                <a:r>
                  <a:rPr lang="en-IN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IN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I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  <m:r>
                      <a:rPr lang="en-IN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I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Ɵ</m:t>
                    </m:r>
                  </m:oMath>
                </a14:m>
                <a:r>
                  <a:rPr lang="en-I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IN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cs typeface="Times New Roman" panose="02020603050405020304" pitchFamily="18" charset="0"/>
                  </a:rPr>
                  <a:t>                                 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Ɵ</m:t>
                        </m:r>
                        <m:r>
                          <m:rPr>
                            <m:nor/>
                          </m:rPr>
                          <a:rPr lang="en-IN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rad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  <m:r>
                      <a:rPr lang="en-IN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ra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[From (8),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n-I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Ɵ</m:t>
                        </m:r>
                        <m:r>
                          <m:rPr>
                            <m:nor/>
                          </m:rPr>
                          <a:rPr lang="en-IN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func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 strike="sngStrik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strike="sngStrike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I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sSubSupPr>
                                    <m:ctrlPr>
                                      <a:rPr lang="en-IN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IN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IN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IN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rad>
                          </m:num>
                          <m:den>
                            <m:r>
                              <a:rPr lang="en-IN" i="1" strike="sngStrike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IN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den>
                        </m:f>
                      </m:e>
                    </m:box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I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    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</m:fName>
                      <m:e>
                        <m:r>
                          <m:rPr>
                            <m:nor/>
                          </m:rPr>
                          <a:rPr lang="el-GR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</m:func>
                  </m:oMath>
                </a14:m>
                <a:r>
                  <a:rPr lang="en-IN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endParaRPr lang="en-IN" strike="sngStrik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Acceptance Angle Depends on refractive indices of core and Cladding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671" y="285136"/>
                <a:ext cx="7502013" cy="6741654"/>
              </a:xfrm>
              <a:prstGeom prst="rect">
                <a:avLst/>
              </a:prstGeom>
              <a:blipFill rotWithShape="1">
                <a:blip r:embed="rId1"/>
                <a:stretch>
                  <a:fillRect l="-1" r="2" b="-162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827638" y="3506574"/>
                <a:ext cx="1602658" cy="9330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  <m:r>
                      <a:rPr lang="en-IN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IN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IN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rad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638" y="3506574"/>
                <a:ext cx="1602658" cy="933012"/>
              </a:xfrm>
              <a:prstGeom prst="rect">
                <a:avLst/>
              </a:prstGeom>
              <a:blipFill rotWithShape="1">
                <a:blip r:embed="rId2"/>
                <a:stretch>
                  <a:fillRect l="-23" t="-11" r="18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794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481138"/>
                <a:ext cx="8915400" cy="4525962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buNone/>
                </a:pPr>
                <a:r>
                  <a:rPr lang="en-US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It is defined as light gathering capacity of an optical fiber. </a:t>
                </a:r>
                <a:r>
                  <a:rPr lang="en-US" alt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US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r>
                  <a:rPr lang="en-US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It is measurement of the amount of light that can be accepted by the fiber</a:t>
                </a:r>
                <a:endParaRPr lang="en-US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endParaRPr lang="en-I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r>
                  <a:rPr lang="en-I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Numerical Aperture                                  </a:t>
                </a:r>
                <a:endParaRPr lang="en-I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None/>
                </a:pPr>
                <a:r>
                  <a:rPr lang="en-I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NA= sin(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α</m:t>
                    </m:r>
                  </m:oMath>
                </a14:m>
                <a:r>
                  <a:rPr lang="en-IN" alt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I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I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None/>
                </a:pPr>
                <a:r>
                  <a:rPr lang="en-IN" alt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</a:t>
                </a:r>
                <a:r>
                  <a:rPr lang="en-I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NA= sin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α</m:t>
                    </m:r>
                  </m:oMath>
                </a14:m>
                <a:r>
                  <a:rPr lang="en-IN" alt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I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I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r>
                  <a:rPr lang="en-I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</a:t>
                </a:r>
                <a:endParaRPr lang="en-I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794" name="Content Placeholder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481138"/>
                <a:ext cx="8915400" cy="4525962"/>
              </a:xfrm>
              <a:blipFill rotWithShape="1">
                <a:blip r:embed="rId1"/>
                <a:stretch>
                  <a:fillRect t="-54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 APERTURE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E855C0FB-D14D-475F-93B3-9AAD3B627C8D}" type="slidenum">
              <a:rPr lang="en-US" altLang="en-US" smtClean="0"/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86022" name="Ink 6"/>
              <p14:cNvContentPartPr/>
              <p14:nvPr/>
            </p14:nvContentPartPr>
            <p14:xfrm>
              <a:off x="6823075" y="3722688"/>
              <a:ext cx="84138" cy="11112"/>
            </p14:xfrm>
          </p:contentPart>
        </mc:Choice>
        <mc:Fallback xmlns="">
          <p:pic>
            <p:nvPicPr>
              <p:cNvPr id="86022" name="Ink 6"/>
            </p:nvPicPr>
            <p:blipFill>
              <a:blip r:embed="rId3"/>
            </p:blipFill>
            <p:spPr>
              <a:xfrm>
                <a:off x="6823075" y="3722688"/>
                <a:ext cx="84138" cy="1111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86025" name="Ink 9"/>
              <p14:cNvContentPartPr/>
              <p14:nvPr/>
            </p14:nvContentPartPr>
            <p14:xfrm>
              <a:off x="7432675" y="3948114"/>
              <a:ext cx="7938" cy="9525"/>
            </p14:xfrm>
          </p:contentPart>
        </mc:Choice>
        <mc:Fallback xmlns="">
          <p:pic>
            <p:nvPicPr>
              <p:cNvPr id="86025" name="Ink 9"/>
            </p:nvPicPr>
            <p:blipFill>
              <a:blip r:embed="rId5"/>
            </p:blipFill>
            <p:spPr>
              <a:xfrm>
                <a:off x="7432675" y="3948114"/>
                <a:ext cx="7938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86029" name="Ink 13"/>
              <p14:cNvContentPartPr/>
              <p14:nvPr/>
            </p14:nvContentPartPr>
            <p14:xfrm>
              <a:off x="6157913" y="5270501"/>
              <a:ext cx="30162" cy="15875"/>
            </p14:xfrm>
          </p:contentPart>
        </mc:Choice>
        <mc:Fallback xmlns="">
          <p:pic>
            <p:nvPicPr>
              <p:cNvPr id="86029" name="Ink 13"/>
            </p:nvPicPr>
            <p:blipFill>
              <a:blip r:embed="rId7"/>
            </p:blipFill>
            <p:spPr>
              <a:xfrm>
                <a:off x="6157913" y="5270501"/>
                <a:ext cx="30162" cy="15875"/>
              </a:xfrm>
              <a:prstGeom prst="rect"/>
            </p:spPr>
          </p:pic>
        </mc:Fallback>
      </mc:AlternateContent>
      <p:sp>
        <p:nvSpPr>
          <p:cNvPr id="2" name="Arrow: Down 1"/>
          <p:cNvSpPr/>
          <p:nvPr/>
        </p:nvSpPr>
        <p:spPr>
          <a:xfrm>
            <a:off x="2394488" y="4420305"/>
            <a:ext cx="183612" cy="531812"/>
          </a:xfrm>
          <a:prstGeom prst="downArrow">
            <a:avLst>
              <a:gd name="adj1" fmla="val 33935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524000" y="4686211"/>
            <a:ext cx="210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light gathered by an optical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982200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 APERTURE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979174" y="825910"/>
                <a:ext cx="7846142" cy="86372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NA=sin</a:t>
                </a:r>
                <a:r>
                  <a:rPr lang="en-I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α</m:t>
                    </m:r>
                  </m:oMath>
                </a14:m>
                <a:r>
                  <a:rPr lang="en-IN" alt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I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sz="20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I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en-IN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(1)</a:t>
                </a:r>
                <a:endPara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I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Let us consider a parameter 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𝛥 </a:t>
                </a:r>
                <a:r>
                  <a:rPr lang="en-I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is known as fractional changes of Refractive Indices of core and Cladding </a:t>
                </a:r>
                <a:endParaRPr lang="en-IN" sz="2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𝛥=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I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n</a:t>
                </a:r>
                <a:r>
                  <a:rPr lang="en-IN" sz="2000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 Refractive indices of core</a:t>
                </a:r>
                <a:endParaRPr lang="en-IN" sz="2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n</a:t>
                </a:r>
                <a:r>
                  <a:rPr lang="en-IN" sz="2000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- Refractive indices of Cladding</a:t>
                </a:r>
                <a:endParaRPr lang="en-IN" sz="2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𝛥=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sz="20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sz="20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sz="20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sz="20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I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(Let n</a:t>
                </a:r>
                <a:r>
                  <a:rPr lang="en-IN" sz="2000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~n</a:t>
                </a:r>
                <a:r>
                  <a:rPr lang="en-IN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endParaRPr lang="en-IN" sz="2000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𝛥=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IN" sz="2000" i="1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IN" sz="2000" i="1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IN" sz="2000" b="0" i="1" strike="sngStrik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IN" sz="2000" b="0" i="1" strike="sngStrik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sz="2000" b="0" i="1" strike="sngStrike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 strike="sngStrike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000" i="1" strike="sngStrike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I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(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IN" sz="20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IN" sz="20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=2</a:t>
                </a:r>
                <a:r>
                  <a:rPr lang="en-IN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IN" sz="20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endParaRPr lang="en-IN" sz="2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𝛥=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IN" sz="2000" i="1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IN" sz="2000" i="1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sz="20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IN" sz="2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I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174" y="825910"/>
                <a:ext cx="7846142" cy="8637236"/>
              </a:xfrm>
              <a:prstGeom prst="rect">
                <a:avLst/>
              </a:prstGeom>
              <a:blipFill rotWithShape="1">
                <a:blip r:embed="rId1"/>
                <a:stretch>
                  <a:fillRect l="-5" t="-5" r="6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969" y="1431405"/>
            <a:ext cx="823031" cy="1646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9" name="Ink 8"/>
              <p14:cNvContentPartPr/>
              <p14:nvPr/>
            </p14:nvContentPartPr>
            <p14:xfrm>
              <a:off x="5535290" y="4001268"/>
              <a:ext cx="105840" cy="10440"/>
            </p14:xfrm>
          </p:contentPart>
        </mc:Choice>
        <mc:Fallback xmlns="">
          <p:pic>
            <p:nvPicPr>
              <p:cNvPr id="9" name="Ink 8"/>
            </p:nvPicPr>
            <p:blipFill>
              <a:blip r:embed="rId4"/>
            </p:blipFill>
            <p:spPr>
              <a:xfrm>
                <a:off x="5535290" y="4001268"/>
                <a:ext cx="105840" cy="10440"/>
              </a:xfrm>
              <a:prstGeom prst="rect"/>
            </p:spPr>
          </p:pic>
        </mc:Fallback>
      </mc:AlternateContent>
      <p:sp>
        <p:nvSpPr>
          <p:cNvPr id="10" name="TextBox 9"/>
          <p:cNvSpPr txBox="1"/>
          <p:nvPr/>
        </p:nvSpPr>
        <p:spPr>
          <a:xfrm>
            <a:off x="5638800" y="297425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097161" y="786581"/>
                <a:ext cx="7688826" cy="5709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𝛥=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IN" dirty="0"/>
                  <a:t>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I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I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dirty="0"/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Numerical Aperture = NA= </a:t>
                </a:r>
                <a:r>
                  <a:rPr lang="en-I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2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α</m:t>
                    </m:r>
                  </m:oMath>
                </a14:m>
                <a:r>
                  <a:rPr lang="en-IN" altLang="en-US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I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I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num>
                      <m:den>
                        <m:r>
                          <a:rPr lang="en-I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sz="18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IN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𝛥</m:t>
                            </m:r>
                            <m:sSubSup>
                              <m:sSubSup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NA = </a:t>
                </a:r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IN" sz="18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IN" sz="18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𝛥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(n</a:t>
                </a:r>
                <a:r>
                  <a:rPr lang="en-I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Air’s Refractive Index)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                   </m:t>
                    </m:r>
                    <m:r>
                      <m:rPr>
                        <m:nor/>
                      </m:rPr>
                      <a:rPr lang="en-IN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𝛥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I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IN" i="1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IN" i="1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 depends upon core and Cladding’s Refractive indices 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161" y="786581"/>
                <a:ext cx="7688826" cy="5709705"/>
              </a:xfrm>
              <a:prstGeom prst="rect">
                <a:avLst/>
              </a:prstGeom>
              <a:blipFill rotWithShape="1">
                <a:blip r:embed="rId1"/>
                <a:stretch>
                  <a:fillRect l="-3" t="-8" r="7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1" cstate="print"/>
            <a:stretch>
              <a:fillRect t="-1213"/>
            </a:stretch>
          </a:blipFill>
        </p:spPr>
        <p:txBody>
          <a:bodyPr/>
          <a:lstStyle/>
          <a:p>
            <a:pPr>
              <a:defRPr/>
            </a:pPr>
            <a:r>
              <a:rPr lang="en-IN" dirty="0">
                <a:noFill/>
              </a:rPr>
              <a:t> </a:t>
            </a:r>
            <a:endParaRPr lang="en-IN" dirty="0">
              <a:noFill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880110"/>
            <a:ext cx="10515600" cy="810578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Conditions for  light propagation in the fiber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67684774-B42E-4B9F-8295-73DDA8FD71D4}" type="slidenum">
              <a:rPr lang="en-US" altLang="en-US" smtClean="0"/>
            </a:fld>
            <a:endParaRPr lang="en-US" altLang="en-US"/>
          </a:p>
        </p:txBody>
      </p:sp>
      <p:pic>
        <p:nvPicPr>
          <p:cNvPr id="5" name="Picture 4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863090" y="1155699"/>
          <a:ext cx="8347710" cy="5140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9EAA68-FA79-45E7-8F51-334C037A5676}" type="slidenum">
              <a:rPr lang="en-US" smtClean="0"/>
            </a:fld>
            <a:endParaRPr lang="en-US"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2057400" y="381000"/>
            <a:ext cx="8229600" cy="762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>
              <a:defRPr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Optical fibers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89090" name="Ink 2"/>
              <p14:cNvContentPartPr/>
              <p14:nvPr/>
            </p14:nvContentPartPr>
            <p14:xfrm>
              <a:off x="7931150" y="368301"/>
              <a:ext cx="26988" cy="17463"/>
            </p14:xfrm>
          </p:contentPart>
        </mc:Choice>
        <mc:Fallback xmlns="">
          <p:pic>
            <p:nvPicPr>
              <p:cNvPr id="89090" name="Ink 2"/>
            </p:nvPicPr>
            <p:blipFill>
              <a:blip r:embed="rId7"/>
            </p:blipFill>
            <p:spPr>
              <a:xfrm>
                <a:off x="7931150" y="368301"/>
                <a:ext cx="26988" cy="1746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9105" name="Ink 17"/>
              <p14:cNvContentPartPr/>
              <p14:nvPr/>
            </p14:nvContentPartPr>
            <p14:xfrm>
              <a:off x="4694238" y="34382075"/>
              <a:ext cx="0" cy="0"/>
            </p14:xfrm>
          </p:contentPart>
        </mc:Choice>
        <mc:Fallback xmlns="">
          <p:pic>
            <p:nvPicPr>
              <p:cNvPr id="89105" name="Ink 17"/>
            </p:nvPicPr>
            <p:blipFill>
              <a:blip r:embed="rId9"/>
            </p:blipFill>
            <p:spPr>
              <a:xfrm>
                <a:off x="4694238" y="34382075"/>
                <a:ext cx="0" cy="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89108" name="Ink 20"/>
              <p14:cNvContentPartPr/>
              <p14:nvPr/>
            </p14:nvContentPartPr>
            <p14:xfrm>
              <a:off x="15173325" y="46213713"/>
              <a:ext cx="0" cy="0"/>
            </p14:xfrm>
          </p:contentPart>
        </mc:Choice>
        <mc:Fallback xmlns="">
          <p:pic>
            <p:nvPicPr>
              <p:cNvPr id="89108" name="Ink 20"/>
            </p:nvPicPr>
            <p:blipFill>
              <a:blip r:embed="rId9"/>
            </p:blipFill>
            <p:spPr>
              <a:xfrm>
                <a:off x="15173325" y="46213713"/>
                <a:ext cx="0" cy="0"/>
              </a:xfrm>
              <a:prstGeom prst="rect"/>
            </p:spPr>
          </p:pic>
        </mc:Fallback>
      </mc:AlternateContent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Optical Fiber - Materials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278DB108-487C-4ADA-9B6E-CEF0DC457A94}" type="slidenum">
              <a:rPr lang="en-US" altLang="en-US" smtClean="0"/>
            </a:fld>
            <a:endParaRPr lang="en-US" altLang="en-US"/>
          </a:p>
        </p:txBody>
      </p:sp>
      <p:pic>
        <p:nvPicPr>
          <p:cNvPr id="28674" name="Picture 2" descr="C:\Users\DELL\Downloads\Inline Art - Corning Fiber - human hair compariso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514601" y="2286000"/>
            <a:ext cx="7586133" cy="4267200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2438400" y="114300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 Fiber</a:t>
            </a:r>
            <a:endParaRPr lang="en-IN" sz="4800" b="1" dirty="0">
              <a:solidFill>
                <a:srgbClr val="002060"/>
              </a:solidFill>
            </a:endParaRPr>
          </a:p>
        </p:txBody>
      </p:sp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Optical Fiber - Materials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278DB108-487C-4ADA-9B6E-CEF0DC457A94}" type="slidenum">
              <a:rPr lang="en-US" altLang="en-US" smtClean="0"/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1981200" y="1143001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 Core-Plastic Clad Fiber</a:t>
            </a:r>
            <a:endParaRPr lang="en-IN" sz="3600" b="1" dirty="0">
              <a:solidFill>
                <a:srgbClr val="002060"/>
              </a:solidFill>
            </a:endParaRPr>
          </a:p>
        </p:txBody>
      </p:sp>
      <p:pic>
        <p:nvPicPr>
          <p:cNvPr id="93186" name="Picture 2" descr="Hard plastic-clad silica and plastic-clad silica fibers – optical fibers  with Fused Silica core and plastic optical cladding – LEONI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0" y="2286001"/>
            <a:ext cx="6096000" cy="3705225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90114" name="Ink 2"/>
              <p14:cNvContentPartPr/>
              <p14:nvPr/>
            </p14:nvContentPartPr>
            <p14:xfrm>
              <a:off x="8220076" y="3979864"/>
              <a:ext cx="1247775" cy="820737"/>
            </p14:xfrm>
          </p:contentPart>
        </mc:Choice>
        <mc:Fallback xmlns="">
          <p:pic>
            <p:nvPicPr>
              <p:cNvPr id="90114" name="Ink 2"/>
            </p:nvPicPr>
            <p:blipFill>
              <a:blip r:embed="rId3"/>
            </p:blipFill>
            <p:spPr>
              <a:xfrm>
                <a:off x="8220076" y="3979864"/>
                <a:ext cx="1247775" cy="82073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90115" name="Ink 3"/>
              <p14:cNvContentPartPr/>
              <p14:nvPr/>
            </p14:nvContentPartPr>
            <p14:xfrm>
              <a:off x="5410200" y="3662364"/>
              <a:ext cx="234950" cy="909637"/>
            </p14:xfrm>
          </p:contentPart>
        </mc:Choice>
        <mc:Fallback xmlns="">
          <p:pic>
            <p:nvPicPr>
              <p:cNvPr id="90115" name="Ink 3"/>
            </p:nvPicPr>
            <p:blipFill>
              <a:blip r:embed="rId5"/>
            </p:blipFill>
            <p:spPr>
              <a:xfrm>
                <a:off x="5410200" y="3662364"/>
                <a:ext cx="234950" cy="90963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90116" name="Ink 4"/>
              <p14:cNvContentPartPr/>
              <p14:nvPr/>
            </p14:nvContentPartPr>
            <p14:xfrm>
              <a:off x="5426076" y="2965451"/>
              <a:ext cx="612775" cy="542925"/>
            </p14:xfrm>
          </p:contentPart>
        </mc:Choice>
        <mc:Fallback xmlns="">
          <p:pic>
            <p:nvPicPr>
              <p:cNvPr id="90116" name="Ink 4"/>
            </p:nvPicPr>
            <p:blipFill>
              <a:blip r:embed="rId7"/>
            </p:blipFill>
            <p:spPr>
              <a:xfrm>
                <a:off x="5426076" y="2965451"/>
                <a:ext cx="612775" cy="542925"/>
              </a:xfrm>
              <a:prstGeom prst="rect"/>
            </p:spPr>
          </p:pic>
        </mc:Fallback>
      </mc:AlternateContent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0201275" y="153987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Optical Fiber - Materials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278DB108-487C-4ADA-9B6E-CEF0DC457A94}" type="slidenum">
              <a:rPr lang="en-US" altLang="en-US" smtClean="0"/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2438400" y="114300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Plastic Fibers</a:t>
            </a:r>
            <a:endParaRPr lang="en-IN" sz="4800" b="1" dirty="0">
              <a:solidFill>
                <a:srgbClr val="002060"/>
              </a:solidFill>
            </a:endParaRPr>
          </a:p>
        </p:txBody>
      </p:sp>
      <p:pic>
        <p:nvPicPr>
          <p:cNvPr id="5" name="Picture 3" descr="C:\Users\DELL\Downloads\plastic-optical-2012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00400" y="2286001"/>
            <a:ext cx="6019800" cy="3381837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91138" name="Ink 2"/>
              <p14:cNvContentPartPr/>
              <p14:nvPr/>
            </p14:nvContentPartPr>
            <p14:xfrm>
              <a:off x="3722689" y="3222625"/>
              <a:ext cx="992187" cy="863600"/>
            </p14:xfrm>
          </p:contentPart>
        </mc:Choice>
        <mc:Fallback xmlns="">
          <p:pic>
            <p:nvPicPr>
              <p:cNvPr id="91138" name="Ink 2"/>
            </p:nvPicPr>
            <p:blipFill>
              <a:blip r:embed="rId3"/>
            </p:blipFill>
            <p:spPr>
              <a:xfrm>
                <a:off x="3722689" y="3222625"/>
                <a:ext cx="992187" cy="863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91139" name="Ink 3"/>
              <p14:cNvContentPartPr/>
              <p14:nvPr/>
            </p14:nvContentPartPr>
            <p14:xfrm>
              <a:off x="5175251" y="2479675"/>
              <a:ext cx="989013" cy="973138"/>
            </p14:xfrm>
          </p:contentPart>
        </mc:Choice>
        <mc:Fallback xmlns="">
          <p:pic>
            <p:nvPicPr>
              <p:cNvPr id="91139" name="Ink 3"/>
            </p:nvPicPr>
            <p:blipFill>
              <a:blip r:embed="rId5"/>
            </p:blipFill>
            <p:spPr>
              <a:xfrm>
                <a:off x="5175251" y="2479675"/>
                <a:ext cx="989013" cy="973138"/>
              </a:xfrm>
              <a:prstGeom prst="rect"/>
            </p:spPr>
          </p:pic>
        </mc:Fallback>
      </mc:AlternateContent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086975" y="13652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9EAA68-FA79-45E7-8F51-334C037A5676}" type="slidenum">
              <a:rPr lang="en-US" smtClean="0"/>
            </a:fld>
            <a:endParaRPr lang="en-US"/>
          </a:p>
        </p:txBody>
      </p:sp>
      <p:pic>
        <p:nvPicPr>
          <p:cNvPr id="104450" name="Picture 2" descr="C:\Users\DELL\Downloads\plastic-optical-fiber.gif"/>
          <p:cNvPicPr>
            <a:picLocks noChangeAspect="1" noChangeArrowheads="1" noCrop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743200" y="762000"/>
            <a:ext cx="6858000" cy="5177790"/>
          </a:xfrm>
          <a:prstGeom prst="rect">
            <a:avLst/>
          </a:prstGeom>
          <a:noFill/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Optical Fiber  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 of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Propogation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278DB108-487C-4ADA-9B6E-CEF0DC457A94}" type="slidenum">
              <a:rPr lang="en-US" altLang="en-US" smtClean="0"/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2209800" y="1524001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Mode &amp; Multimode</a:t>
            </a:r>
            <a:endParaRPr lang="en-IN" sz="3600" b="1" dirty="0">
              <a:solidFill>
                <a:srgbClr val="002060"/>
              </a:solidFill>
            </a:endParaRPr>
          </a:p>
        </p:txBody>
      </p:sp>
      <p:pic>
        <p:nvPicPr>
          <p:cNvPr id="92166" name="Picture 6" descr="C:\Users\DELL\Downloads\FIBRTYPE.gif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733800" y="2286001"/>
            <a:ext cx="5410200" cy="3948677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92164" name="Ink 4"/>
              <p14:cNvContentPartPr/>
              <p14:nvPr/>
            </p14:nvContentPartPr>
            <p14:xfrm>
              <a:off x="2954338" y="2470151"/>
              <a:ext cx="3662362" cy="2797175"/>
            </p14:xfrm>
          </p:contentPart>
        </mc:Choice>
        <mc:Fallback xmlns="">
          <p:pic>
            <p:nvPicPr>
              <p:cNvPr id="92164" name="Ink 4"/>
            </p:nvPicPr>
            <p:blipFill>
              <a:blip r:embed="rId3"/>
            </p:blipFill>
            <p:spPr>
              <a:xfrm>
                <a:off x="2954338" y="2470151"/>
                <a:ext cx="3662362" cy="279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92167" name="Ink 7"/>
              <p14:cNvContentPartPr/>
              <p14:nvPr/>
            </p14:nvContentPartPr>
            <p14:xfrm>
              <a:off x="6383339" y="5338763"/>
              <a:ext cx="15875" cy="12700"/>
            </p14:xfrm>
          </p:contentPart>
        </mc:Choice>
        <mc:Fallback xmlns="">
          <p:pic>
            <p:nvPicPr>
              <p:cNvPr id="92167" name="Ink 7"/>
            </p:nvPicPr>
            <p:blipFill>
              <a:blip r:embed="rId5"/>
            </p:blipFill>
            <p:spPr>
              <a:xfrm>
                <a:off x="6383339" y="5338763"/>
                <a:ext cx="15875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92168" name="Ink 8"/>
              <p14:cNvContentPartPr/>
              <p14:nvPr/>
            </p14:nvContentPartPr>
            <p14:xfrm>
              <a:off x="4075114" y="3309939"/>
              <a:ext cx="1587" cy="3175"/>
            </p14:xfrm>
          </p:contentPart>
        </mc:Choice>
        <mc:Fallback xmlns="">
          <p:pic>
            <p:nvPicPr>
              <p:cNvPr id="92168" name="Ink 8"/>
            </p:nvPicPr>
            <p:blipFill>
              <a:blip r:embed="rId7"/>
            </p:blipFill>
            <p:spPr>
              <a:xfrm>
                <a:off x="4075114" y="3309939"/>
                <a:ext cx="1587" cy="3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92169" name="Ink 9"/>
              <p14:cNvContentPartPr/>
              <p14:nvPr/>
            </p14:nvContentPartPr>
            <p14:xfrm>
              <a:off x="4513264" y="3903663"/>
              <a:ext cx="47625" cy="87312"/>
            </p14:xfrm>
          </p:contentPart>
        </mc:Choice>
        <mc:Fallback xmlns="">
          <p:pic>
            <p:nvPicPr>
              <p:cNvPr id="92169" name="Ink 9"/>
            </p:nvPicPr>
            <p:blipFill>
              <a:blip r:embed="rId9"/>
            </p:blipFill>
            <p:spPr>
              <a:xfrm>
                <a:off x="4513264" y="3903663"/>
                <a:ext cx="47625" cy="87312"/>
              </a:xfrm>
              <a:prstGeom prst="rect"/>
            </p:spPr>
          </p:pic>
        </mc:Fallback>
      </mc:AlternateContent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Optical Fiber  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 of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Propogation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278DB108-487C-4ADA-9B6E-CEF0DC457A94}" type="slidenum">
              <a:rPr lang="en-US" altLang="en-US" smtClean="0"/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2209800" y="1524001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Mode &amp; Multimode</a:t>
            </a:r>
            <a:endParaRPr lang="en-IN" sz="3600" b="1" dirty="0">
              <a:solidFill>
                <a:srgbClr val="002060"/>
              </a:solidFill>
            </a:endParaRPr>
          </a:p>
        </p:txBody>
      </p:sp>
      <p:pic>
        <p:nvPicPr>
          <p:cNvPr id="98306" name="Picture 2" descr="C:\Users\DELL\Downloads\_1587527696_EVzlmqrv3z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981201" y="2209800"/>
            <a:ext cx="8136893" cy="4648200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93191" name="Ink 7"/>
              <p14:cNvContentPartPr/>
              <p14:nvPr/>
            </p14:nvContentPartPr>
            <p14:xfrm>
              <a:off x="61618813" y="10229850"/>
              <a:ext cx="0" cy="0"/>
            </p14:xfrm>
          </p:contentPart>
        </mc:Choice>
        <mc:Fallback xmlns="">
          <p:pic>
            <p:nvPicPr>
              <p:cNvPr id="93191" name="Ink 7"/>
            </p:nvPicPr>
            <p:blipFill>
              <a:blip r:embed="rId3"/>
            </p:blipFill>
            <p:spPr>
              <a:xfrm>
                <a:off x="61618813" y="10229850"/>
                <a:ext cx="0" cy="0"/>
              </a:xfrm>
              <a:prstGeom prst="rect"/>
            </p:spPr>
          </p:pic>
        </mc:Fallback>
      </mc:AlternateContent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Optical Fiber  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 of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Propogation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278DB108-487C-4ADA-9B6E-CEF0DC457A94}" type="slidenum">
              <a:rPr lang="en-US" altLang="en-US" smtClean="0"/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2209800" y="1219201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Mode &amp; Multimode</a:t>
            </a:r>
            <a:endParaRPr lang="en-IN" sz="3600" b="1" dirty="0">
              <a:solidFill>
                <a:srgbClr val="002060"/>
              </a:solidFill>
            </a:endParaRPr>
          </a:p>
        </p:txBody>
      </p:sp>
      <p:pic>
        <p:nvPicPr>
          <p:cNvPr id="99330" name="Picture 2" descr="C:\Users\DELL\Downloads\unnamed (2)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0" y="1905000"/>
            <a:ext cx="9144000" cy="4953000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94212" name="Ink 4"/>
              <p14:cNvContentPartPr/>
              <p14:nvPr/>
            </p14:nvContentPartPr>
            <p14:xfrm>
              <a:off x="9580563" y="2498725"/>
              <a:ext cx="227012" cy="1428750"/>
            </p14:xfrm>
          </p:contentPart>
        </mc:Choice>
        <mc:Fallback xmlns="">
          <p:pic>
            <p:nvPicPr>
              <p:cNvPr id="94212" name="Ink 4"/>
            </p:nvPicPr>
            <p:blipFill>
              <a:blip r:embed="rId3"/>
            </p:blipFill>
            <p:spPr>
              <a:xfrm>
                <a:off x="9580563" y="2498725"/>
                <a:ext cx="227012" cy="1428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94213" name="Ink 5"/>
              <p14:cNvContentPartPr/>
              <p14:nvPr/>
            </p14:nvContentPartPr>
            <p14:xfrm>
              <a:off x="9471025" y="4406900"/>
              <a:ext cx="115888" cy="6350"/>
            </p14:xfrm>
          </p:contentPart>
        </mc:Choice>
        <mc:Fallback xmlns="">
          <p:pic>
            <p:nvPicPr>
              <p:cNvPr id="94213" name="Ink 5"/>
            </p:nvPicPr>
            <p:blipFill>
              <a:blip r:embed="rId5"/>
            </p:blipFill>
            <p:spPr>
              <a:xfrm>
                <a:off x="9471025" y="4406900"/>
                <a:ext cx="115888" cy="6350"/>
              </a:xfrm>
              <a:prstGeom prst="rect"/>
            </p:spPr>
          </p:pic>
        </mc:Fallback>
      </mc:AlternateContent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9EAA68-FA79-45E7-8F51-334C037A5676}" type="slidenum">
              <a:rPr lang="en-US" smtClean="0"/>
            </a:fld>
            <a:endParaRPr lang="en-US"/>
          </a:p>
        </p:txBody>
      </p:sp>
      <p:sp>
        <p:nvSpPr>
          <p:cNvPr id="8" name="Title 2"/>
          <p:cNvSpPr txBox="1"/>
          <p:nvPr/>
        </p:nvSpPr>
        <p:spPr>
          <a:xfrm>
            <a:off x="1752600" y="304800"/>
            <a:ext cx="8686800" cy="114300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100" b="1" dirty="0">
                <a:solidFill>
                  <a:srgbClr val="FF000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Multi Mode-Step Index Fiber</a:t>
            </a:r>
            <a:endParaRPr lang="en-IN" sz="4100" b="1" dirty="0">
              <a:solidFill>
                <a:srgbClr val="FF000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0357" name="Picture 5" descr="C:\Users\DELL\Downloads\multimode-fiber-modal-dispersion.gif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590801" y="1447800"/>
            <a:ext cx="7328243" cy="4648200"/>
          </a:xfrm>
          <a:prstGeom prst="rect">
            <a:avLst/>
          </a:prstGeom>
          <a:noFill/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0"/>
            <a:ext cx="8686800" cy="1143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Multimode-Graded Index Fiber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278DB108-487C-4ADA-9B6E-CEF0DC457A94}" type="slidenum">
              <a:rPr lang="en-US" altLang="en-US" smtClean="0"/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2209800" y="1219201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Multimode – Step Index Fiber</a:t>
            </a:r>
            <a:endParaRPr lang="en-IN" sz="3600" b="1" dirty="0">
              <a:solidFill>
                <a:srgbClr val="002060"/>
              </a:solidFill>
            </a:endParaRPr>
          </a:p>
        </p:txBody>
      </p:sp>
      <p:pic>
        <p:nvPicPr>
          <p:cNvPr id="99330" name="Picture 2" descr="C:\Users\DELL\Downloads\unnamed (2).jpg"/>
          <p:cNvPicPr>
            <a:picLocks noChangeAspect="1" noChangeArrowheads="1"/>
          </p:cNvPicPr>
          <p:nvPr/>
        </p:nvPicPr>
        <p:blipFill>
          <a:blip r:embed="rId1"/>
          <a:srcRect b="61538"/>
          <a:stretch>
            <a:fillRect/>
          </a:stretch>
        </p:blipFill>
        <p:spPr bwMode="auto">
          <a:xfrm>
            <a:off x="1752600" y="2057400"/>
            <a:ext cx="8686800" cy="3657600"/>
          </a:xfrm>
          <a:prstGeom prst="rect">
            <a:avLst/>
          </a:prstGeom>
          <a:noFill/>
        </p:spPr>
      </p:pic>
      <p:pic>
        <p:nvPicPr>
          <p:cNvPr id="101377" name="Picture 1" descr="C:\Users\DELL\Downloads\GI fiber blue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343025"/>
            <a:ext cx="7620000" cy="4171950"/>
          </a:xfrm>
          <a:prstGeom prst="rect">
            <a:avLst/>
          </a:prstGeom>
          <a:noFill/>
        </p:spPr>
      </p:pic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Index Optical Fiber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403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280A62CA-1F6F-4255-AA3C-BF12B333AD53}" type="slidenum">
              <a:rPr lang="en-US" altLang="en-US" smtClean="0"/>
            </a:fld>
            <a:endParaRPr lang="en-US" altLang="en-US"/>
          </a:p>
        </p:txBody>
      </p:sp>
      <p:pic>
        <p:nvPicPr>
          <p:cNvPr id="44037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09800" y="1143001"/>
            <a:ext cx="8167688" cy="476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8" name="TextBox 1"/>
          <p:cNvSpPr txBox="1">
            <a:spLocks noChangeArrowheads="1"/>
          </p:cNvSpPr>
          <p:nvPr/>
        </p:nvSpPr>
        <p:spPr bwMode="auto">
          <a:xfrm>
            <a:off x="3625850" y="4845050"/>
            <a:ext cx="1093056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en-US"/>
              <a:t>Skew rays</a:t>
            </a:r>
            <a:endParaRPr lang="en-IN" altLang="en-US"/>
          </a:p>
        </p:txBody>
      </p:sp>
      <p:sp>
        <p:nvSpPr>
          <p:cNvPr id="44039" name="TextBox 3"/>
          <p:cNvSpPr txBox="1">
            <a:spLocks noChangeArrowheads="1"/>
          </p:cNvSpPr>
          <p:nvPr/>
        </p:nvSpPr>
        <p:spPr bwMode="auto">
          <a:xfrm>
            <a:off x="5943601" y="4475163"/>
            <a:ext cx="125810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en-US"/>
              <a:t>Zig-zag rays</a:t>
            </a:r>
            <a:endParaRPr lang="en-IN" altLang="en-US"/>
          </a:p>
        </p:txBody>
      </p:sp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1"/>
          <p:cNvSpPr>
            <a:spLocks noGrp="1"/>
          </p:cNvSpPr>
          <p:nvPr>
            <p:ph idx="1"/>
          </p:nvPr>
        </p:nvSpPr>
        <p:spPr>
          <a:xfrm>
            <a:off x="838200" y="1154430"/>
            <a:ext cx="10515600" cy="4179888"/>
          </a:xfrm>
        </p:spPr>
        <p:txBody>
          <a:bodyPr/>
          <a:lstStyle/>
          <a:p>
            <a:r>
              <a:rPr lang="en-US" altLang="en-US" dirty="0"/>
              <a:t>Signal transmitted through fiber is in digital form .</a:t>
            </a:r>
            <a:r>
              <a:rPr lang="en-US" altLang="en-US" dirty="0" err="1"/>
              <a:t>i.e</a:t>
            </a:r>
            <a:r>
              <a:rPr lang="en-US" altLang="en-US" dirty="0"/>
              <a:t> ‘0’ and ‘1’</a:t>
            </a:r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7855"/>
          </a:xfrm>
        </p:spPr>
        <p:txBody>
          <a:bodyPr/>
          <a:lstStyle/>
          <a:p>
            <a:pPr>
              <a:defRPr/>
            </a:pPr>
            <a:r>
              <a:rPr lang="en-US" dirty="0"/>
              <a:t>Types of Optical Fibers</a:t>
            </a:r>
            <a:endParaRPr lang="en-IN" dirty="0"/>
          </a:p>
        </p:txBody>
      </p:sp>
      <p:sp>
        <p:nvSpPr>
          <p:cNvPr id="4813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79ED3327-6336-4C5A-86F8-E5B329FAA1A1}" type="slidenum">
              <a:rPr lang="en-US" altLang="en-US" smtClean="0"/>
            </a:fld>
            <a:endParaRPr lang="en-US" altLang="en-US"/>
          </a:p>
        </p:txBody>
      </p:sp>
      <p:pic>
        <p:nvPicPr>
          <p:cNvPr id="48134" name="Content Placeholder 3" descr="FIBER.bm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22120" y="1813559"/>
            <a:ext cx="8713470" cy="4395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58437" y="168591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ubtitle 2"/>
          <p:cNvSpPr>
            <a:spLocks noGrp="1"/>
          </p:cNvSpPr>
          <p:nvPr>
            <p:ph type="subTitle" idx="1"/>
          </p:nvPr>
        </p:nvSpPr>
        <p:spPr>
          <a:xfrm>
            <a:off x="2514600" y="3352800"/>
            <a:ext cx="6400800" cy="457200"/>
          </a:xfrm>
        </p:spPr>
        <p:txBody>
          <a:bodyPr>
            <a:normAutofit fontScale="40000" lnSpcReduction="20000"/>
          </a:bodyPr>
          <a:lstStyle/>
          <a:p>
            <a:r>
              <a:rPr lang="en-US" sz="7200" b="1">
                <a:solidFill>
                  <a:srgbClr val="00B0F0"/>
                </a:solidFill>
                <a:latin typeface="Aharoni" pitchFamily="2" charset="-79"/>
                <a:cs typeface="Aharoni" pitchFamily="2" charset="-79"/>
              </a:rPr>
              <a:t>  </a:t>
            </a:r>
            <a:endParaRPr lang="en-IN" sz="720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1" y="0"/>
            <a:ext cx="6766597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4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Based on refractive index</a:t>
            </a:r>
            <a:endParaRPr lang="en-IN" sz="4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81200" y="457200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defRPr/>
            </a:pPr>
            <a:r>
              <a:rPr lang="en-US" sz="3200" b="1" dirty="0">
                <a:ln w="11430"/>
                <a:solidFill>
                  <a:srgbClr val="00B0F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1.Step index:                       2. Graded Index index:</a:t>
            </a:r>
            <a:endParaRPr lang="en-IN" sz="3200" b="1" dirty="0">
              <a:ln w="11430"/>
              <a:solidFill>
                <a:srgbClr val="00B0F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52600" y="977900"/>
            <a:ext cx="4267200" cy="222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1" y="1143000"/>
            <a:ext cx="39338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600" y="3249614"/>
            <a:ext cx="2895600" cy="345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91400" y="3352800"/>
            <a:ext cx="2971800" cy="318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895600" y="5391150"/>
            <a:ext cx="8382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000" b="1"/>
              <a:t>Core</a:t>
            </a:r>
            <a:endParaRPr lang="en-IN" b="1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772400" y="5257800"/>
            <a:ext cx="8382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000" b="1"/>
              <a:t>Core</a:t>
            </a:r>
            <a:endParaRPr lang="en-IN" sz="2000" b="1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981200" y="5878513"/>
            <a:ext cx="8382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000" b="1"/>
              <a:t>Cladd</a:t>
            </a:r>
            <a:endParaRPr lang="en-IN" sz="2000" b="1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7010400" y="5878513"/>
            <a:ext cx="8382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2000" b="1"/>
              <a:t>Cladd</a:t>
            </a:r>
            <a:endParaRPr lang="en-IN" sz="2000" b="1"/>
          </a:p>
        </p:txBody>
      </p:sp>
      <p:sp>
        <p:nvSpPr>
          <p:cNvPr id="50190" name="TextBox 17"/>
          <p:cNvSpPr txBox="1">
            <a:spLocks noChangeArrowheads="1"/>
          </p:cNvSpPr>
          <p:nvPr/>
        </p:nvSpPr>
        <p:spPr bwMode="auto">
          <a:xfrm>
            <a:off x="6172200" y="4191000"/>
            <a:ext cx="18415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en-IN"/>
          </a:p>
        </p:txBody>
      </p:sp>
      <p:sp>
        <p:nvSpPr>
          <p:cNvPr id="50191" name="TextBox 18"/>
          <p:cNvSpPr txBox="1">
            <a:spLocks noChangeArrowheads="1"/>
          </p:cNvSpPr>
          <p:nvPr/>
        </p:nvSpPr>
        <p:spPr bwMode="auto">
          <a:xfrm>
            <a:off x="6248400" y="3657600"/>
            <a:ext cx="1140056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n(r)=n(1-2</a:t>
            </a:r>
            <a:endParaRPr lang="en-IN" baseline="-2500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D36A7C-A560-45F1-ADD7-CBA79696D82E}" type="slidenum">
              <a:rPr lang="en-US" smtClean="0"/>
            </a:fld>
            <a:endParaRPr lang="en-US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9EAA68-FA79-45E7-8F51-334C037A5676}" type="slidenum">
              <a:rPr lang="en-US" smtClean="0"/>
            </a:fld>
            <a:endParaRPr lang="en-US"/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28800" y="304800"/>
            <a:ext cx="8458200" cy="6324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EB49A5-A963-4BE0-8D32-4461021CD127}" type="slidenum">
              <a:rPr lang="en-US" smtClean="0"/>
            </a:fld>
            <a:endParaRPr lang="en-US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133600" y="457201"/>
            <a:ext cx="80772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447800"/>
            <a:ext cx="8496300" cy="4837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9EAA68-FA79-45E7-8F51-334C037A5676}" type="slidenum">
              <a:rPr lang="en-US" smtClean="0"/>
            </a:fld>
            <a:endParaRPr lang="en-US"/>
          </a:p>
        </p:txBody>
      </p:sp>
      <p:pic>
        <p:nvPicPr>
          <p:cNvPr id="102402" name="Picture 2" descr="C:\Users\DELL\Downloads\https___haygot.s3.amazonaws.com_443_cheatsheet_31219_c369a862fb44410e8efe34973384c2b6.jpg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99330" name="Ink 2"/>
              <p14:cNvContentPartPr/>
              <p14:nvPr/>
            </p14:nvContentPartPr>
            <p14:xfrm>
              <a:off x="4495801" y="3440113"/>
              <a:ext cx="2024063" cy="2266950"/>
            </p14:xfrm>
          </p:contentPart>
        </mc:Choice>
        <mc:Fallback xmlns="">
          <p:pic>
            <p:nvPicPr>
              <p:cNvPr id="99330" name="Ink 2"/>
            </p:nvPicPr>
            <p:blipFill>
              <a:blip r:embed="rId3"/>
            </p:blipFill>
            <p:spPr>
              <a:xfrm>
                <a:off x="4495801" y="3440113"/>
                <a:ext cx="2024063" cy="2266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99331" name="Ink 3"/>
              <p14:cNvContentPartPr/>
              <p14:nvPr/>
            </p14:nvContentPartPr>
            <p14:xfrm>
              <a:off x="54417913" y="16529050"/>
              <a:ext cx="0" cy="0"/>
            </p14:xfrm>
          </p:contentPart>
        </mc:Choice>
        <mc:Fallback xmlns="">
          <p:pic>
            <p:nvPicPr>
              <p:cNvPr id="99331" name="Ink 3"/>
            </p:nvPicPr>
            <p:blipFill>
              <a:blip r:embed="rId5"/>
            </p:blipFill>
            <p:spPr>
              <a:xfrm>
                <a:off x="54417913" y="16529050"/>
                <a:ext cx="0" cy="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99332" name="Ink 4"/>
              <p14:cNvContentPartPr/>
              <p14:nvPr/>
            </p14:nvContentPartPr>
            <p14:xfrm>
              <a:off x="4557714" y="3617914"/>
              <a:ext cx="28575" cy="3175"/>
            </p14:xfrm>
          </p:contentPart>
        </mc:Choice>
        <mc:Fallback xmlns="">
          <p:pic>
            <p:nvPicPr>
              <p:cNvPr id="99332" name="Ink 4"/>
            </p:nvPicPr>
            <p:blipFill>
              <a:blip r:embed="rId7"/>
            </p:blipFill>
            <p:spPr>
              <a:xfrm>
                <a:off x="4557714" y="3617914"/>
                <a:ext cx="28575" cy="3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99333" name="Ink 5"/>
              <p14:cNvContentPartPr/>
              <p14:nvPr/>
            </p14:nvContentPartPr>
            <p14:xfrm>
              <a:off x="2382838" y="4700588"/>
              <a:ext cx="6350" cy="6350"/>
            </p14:xfrm>
          </p:contentPart>
        </mc:Choice>
        <mc:Fallback xmlns="">
          <p:pic>
            <p:nvPicPr>
              <p:cNvPr id="99333" name="Ink 5"/>
            </p:nvPicPr>
            <p:blipFill>
              <a:blip r:embed="rId9"/>
            </p:blipFill>
            <p:spPr>
              <a:xfrm>
                <a:off x="2382838" y="4700588"/>
                <a:ext cx="6350" cy="6350"/>
              </a:xfrm>
              <a:prstGeom prst="rect"/>
            </p:spPr>
          </p:pic>
        </mc:Fallback>
      </mc:AlternateContent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Fiber-optic communication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237649" y="1515428"/>
            <a:ext cx="4160520" cy="455390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method of transmitting information from one place to another by sending light through an optical fiber.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light forms an electromagnetic carrier wave that is modulated to carry information</a:t>
            </a:r>
            <a:r>
              <a:rPr lang="en-US" altLang="en-US" sz="2400" dirty="0"/>
              <a:t>.</a:t>
            </a:r>
            <a:endParaRPr lang="en-US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9EAA68-FA79-45E7-8F51-334C037A5676}" type="slidenum">
              <a:rPr lang="en-US" smtClean="0"/>
            </a:fld>
            <a:endParaRPr lang="en-US"/>
          </a:p>
        </p:txBody>
      </p:sp>
      <p:pic>
        <p:nvPicPr>
          <p:cNvPr id="3" name="Picture 2" descr="C:\Users\DELL\Downloads\Dispersion.gif"/>
          <p:cNvPicPr>
            <a:picLocks noChangeAspect="1" noChangeArrowheads="1" noCrop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63929" y="1690688"/>
            <a:ext cx="7428071" cy="4419600"/>
          </a:xfrm>
          <a:prstGeom prst="rect">
            <a:avLst/>
          </a:prstGeom>
          <a:noFill/>
        </p:spPr>
      </p:pic>
      <p:sp>
        <p:nvSpPr>
          <p:cNvPr id="5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 </a:t>
            </a:r>
            <a:endParaRPr lang="en-US" sz="2400" dirty="0"/>
          </a:p>
        </p:txBody>
      </p:sp>
      <p:pic>
        <p:nvPicPr>
          <p:cNvPr id="7" name="Picture 6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75595" y="119063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251062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Areas of Application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19800" y="1447800"/>
            <a:ext cx="4038600" cy="4624388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Area Networks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Cable TV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Sensors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362201" y="1676401"/>
            <a:ext cx="3019425" cy="3787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FA3E76-0E02-4EDA-9B00-F3F208B53583}" type="slidenum">
              <a:rPr lang="en-US" smtClean="0"/>
            </a:fld>
            <a:endParaRPr lang="en-US"/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" y="1888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850" y="1517015"/>
            <a:ext cx="443103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Gastroscope: to examine the stomach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Tumours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ulcers)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Branchoscope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used to see upper passages Lungs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Orthoscope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Small spaces  within the joints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Couldoscope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test the female pelvic organs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applications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7385386B-0F46-4477-B357-784EE0DF85EA}" type="slidenum">
              <a:rPr lang="en-US" altLang="en-US" smtClean="0"/>
            </a:fld>
            <a:endParaRPr lang="en-US" alt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269230" y="1514476"/>
            <a:ext cx="4088130" cy="463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92590" y="1514476"/>
            <a:ext cx="2402769" cy="463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93655" y="22313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4676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Enormous Band width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size and Light weight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Isolation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Security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Transmission Loss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Immunity to cross talk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Ruggedness and Flexibility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Life Time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8610" y="297180"/>
            <a:ext cx="6503670" cy="1143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Optical Fibers in communications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246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fld id="{024424B6-D576-464D-8354-19C4E9A8B2B0}" type="slidenum">
              <a:rPr lang="en-US" altLang="en-US" smtClean="0"/>
            </a:fld>
            <a:endParaRPr lang="en-US" altLang="en-US"/>
          </a:p>
        </p:txBody>
      </p:sp>
      <p:sp>
        <p:nvSpPr>
          <p:cNvPr id="4" name="Title 2"/>
          <p:cNvSpPr txBox="1"/>
          <p:nvPr/>
        </p:nvSpPr>
        <p:spPr>
          <a:xfrm>
            <a:off x="6812280" y="365125"/>
            <a:ext cx="5379720" cy="132556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Optical Fibers in communications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1"/>
          <p:cNvSpPr txBox="1"/>
          <p:nvPr/>
        </p:nvSpPr>
        <p:spPr>
          <a:xfrm>
            <a:off x="6423660" y="1619567"/>
            <a:ext cx="519684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and initial cost is high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connector and interfacing  between the optical fiber and light source is cost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550" y="879269"/>
            <a:ext cx="10683825" cy="5312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Textbooks:</a:t>
            </a:r>
            <a:endParaRPr lang="en-US" b="1" dirty="0"/>
          </a:p>
          <a:p>
            <a:r>
              <a:rPr lang="en-US" dirty="0"/>
              <a:t>1 Material Science and Engineering - An introduction, Callister D. William. 6th Edition, 2007, Wiley India Pvt Ltd. </a:t>
            </a:r>
            <a:endParaRPr lang="en-IN" dirty="0"/>
          </a:p>
          <a:p>
            <a:r>
              <a:rPr lang="en-US" dirty="0"/>
              <a:t>2 Perspectives of Modern Physics, Arthur Beiser, 4th Edition, 2005, Tata McGraw Hill, India. </a:t>
            </a:r>
            <a:endParaRPr lang="en-IN" dirty="0"/>
          </a:p>
          <a:p>
            <a:r>
              <a:rPr lang="en-US" dirty="0"/>
              <a:t>3. Introduction to Quantum Mechanics, David J. Griffiths, 4th Edition, 2003, Prentice Hall Inc., USA.</a:t>
            </a:r>
            <a:endParaRPr lang="en-IN" dirty="0"/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r>
              <a:rPr lang="en-IN" dirty="0"/>
              <a:t> </a:t>
            </a:r>
            <a:r>
              <a:rPr lang="en-US" dirty="0"/>
              <a:t>1. Lasers: Fundamentals and Applications, Thyagarajan. K. and Ajoy Ghatak, 2nd Edition, 2011 Springer, US. </a:t>
            </a:r>
            <a:endParaRPr lang="en-US" dirty="0"/>
          </a:p>
          <a:p>
            <a:r>
              <a:rPr lang="en-US" dirty="0"/>
              <a:t>2. Introduction To Fiber Optics, Ajoy Ghatak and K Thyagarajan, 3rd Edition, 2017, Cambridge University Press, UK. </a:t>
            </a:r>
            <a:endParaRPr lang="en-IN" dirty="0"/>
          </a:p>
          <a:p>
            <a:r>
              <a:rPr lang="en-US" dirty="0"/>
              <a:t>3. Introduction to Quantum Mechanics, David J. Griffiths, 4th Edition, 2003, Prentice Hall Inc., USA.</a:t>
            </a:r>
            <a:endParaRPr lang="en-IN" dirty="0"/>
          </a:p>
          <a:p>
            <a:pPr>
              <a:lnSpc>
                <a:spcPct val="150000"/>
              </a:lnSpc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  <a:endParaRPr lang="en-US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https://onlinecourses.nptel.ac.in/noc24_ph45/preview 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https://onlinecourses.nptel.ac.in/noc24_ph43/preview 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https://archive.nptel.ac.in/noc/courses/noc17/SEM1/noc17-ph03/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0584" y="1865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786618"/>
            <a:ext cx="10660965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Textbooks: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IN" dirty="0"/>
              <a:t>1 Material Science and Engineering - An introduction, Callister D. William. 6th Edition, 2007, Wiley India Pvt Ltd.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2 Perspectives of Modern Physics, Arthur Beiser, 4th Edition, 2005, Tata McGraw Hill, India.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3. Introduction to Quantum Mechanics, David J. Griffiths, 4th Edition, 2003, Prentice Hall Inc., USA.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Lasers: Fundamentals and Applications, Thyagarajan. K. and Ajoy Ghatak, </a:t>
            </a:r>
            <a:endParaRPr lang="en-I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2nd Edition, 2011 Springer, US. 2. Introduction To Fiber Optics, Ajoy Ghatak and K Thyagarajan, 3rd Edition, 2017, Cambridge University Press, UK. </a:t>
            </a:r>
            <a:endParaRPr lang="en-I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Introduction to Quantum Mechanics, David J. Griffiths, 4th Edition, 2003, Prentice Hall Inc., USA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IN" dirty="0"/>
              <a:t>1.https://onlinecourses.nptel.ac.in/noc24_ph45/preview 2.https://onlinecourses.nptel.ac.in/noc24_ph43/preview 3.https://archive.nptel.ac.in/noc/courses/noc17/SEM1/noc17-ph03/ </a:t>
            </a:r>
            <a:endParaRPr lang="en-IN" dirty="0"/>
          </a:p>
          <a:p>
            <a:pPr>
              <a:lnSpc>
                <a:spcPct val="150000"/>
              </a:lnSpc>
            </a:pPr>
            <a:endParaRPr lang="en-US" b="1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0584" y="18654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Course Name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BD0A98-E68B-4DAA-8964-2F739D6D4075}">
  <ds:schemaRefs/>
</ds:datastoreItem>
</file>

<file path=customXml/itemProps2.xml><?xml version="1.0" encoding="utf-8"?>
<ds:datastoreItem xmlns:ds="http://schemas.openxmlformats.org/officeDocument/2006/customXml" ds:itemID="{C89A6ECA-0C1B-4F00-836D-A696F073E5C2}">
  <ds:schemaRefs/>
</ds:datastoreItem>
</file>

<file path=customXml/itemProps3.xml><?xml version="1.0" encoding="utf-8"?>
<ds:datastoreItem xmlns:ds="http://schemas.openxmlformats.org/officeDocument/2006/customXml" ds:itemID="{3DA00F5F-5366-4B1C-9406-30DECA796AB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25162</Words>
  <Application>WPS Presentation</Application>
  <PresentationFormat>Widescreen</PresentationFormat>
  <Paragraphs>1516</Paragraphs>
  <Slides>153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153</vt:i4>
      </vt:variant>
    </vt:vector>
  </HeadingPairs>
  <TitlesOfParts>
    <vt:vector size="187" baseType="lpstr">
      <vt:lpstr>Arial</vt:lpstr>
      <vt:lpstr>SimSun</vt:lpstr>
      <vt:lpstr>Wingdings</vt:lpstr>
      <vt:lpstr>Arial</vt:lpstr>
      <vt:lpstr>Calibri</vt:lpstr>
      <vt:lpstr>Poppins</vt:lpstr>
      <vt:lpstr>Segoe Print</vt:lpstr>
      <vt:lpstr>BioRhyme ExtraBold</vt:lpstr>
      <vt:lpstr>Poppins</vt:lpstr>
      <vt:lpstr>Poppins</vt:lpstr>
      <vt:lpstr>Impact</vt:lpstr>
      <vt:lpstr>Times New Roman</vt:lpstr>
      <vt:lpstr>Calibri</vt:lpstr>
      <vt:lpstr>Arial Narrow</vt:lpstr>
      <vt:lpstr>Microsoft YaHei</vt:lpstr>
      <vt:lpstr>Arial Unicode MS</vt:lpstr>
      <vt:lpstr>Wingdings 3</vt:lpstr>
      <vt:lpstr>Symbol</vt:lpstr>
      <vt:lpstr>Comic Sans MS</vt:lpstr>
      <vt:lpstr>Open Sans</vt:lpstr>
      <vt:lpstr>Lucida Sans Unicode</vt:lpstr>
      <vt:lpstr>Cambria</vt:lpstr>
      <vt:lpstr>Century Schoolbook</vt:lpstr>
      <vt:lpstr>Century</vt:lpstr>
      <vt:lpstr>Cambria Math</vt:lpstr>
      <vt:lpstr>Aharoni</vt:lpstr>
      <vt:lpstr>Wingdings 2</vt:lpstr>
      <vt:lpstr>Calibri Light</vt:lpstr>
      <vt:lpstr>BatangChe</vt:lpstr>
      <vt:lpstr>PMingLiU</vt:lpstr>
      <vt:lpstr>MingLiU-ExtB</vt:lpstr>
      <vt:lpstr>1_Office Theme</vt:lpstr>
      <vt:lpstr>2_Office Theme</vt:lpstr>
      <vt:lpstr>Word.Document.8</vt:lpstr>
      <vt:lpstr>PowerPoint 演示文稿</vt:lpstr>
      <vt:lpstr>PowerPoint 演示文稿</vt:lpstr>
      <vt:lpstr>PowerPoint 演示文稿</vt:lpstr>
      <vt:lpstr>PowerPoint 演示文稿</vt:lpstr>
      <vt:lpstr>INTRODUCTION</vt:lpstr>
      <vt:lpstr>ELECTROMAGNETIC SPECTRUM</vt:lpstr>
      <vt:lpstr>PowerPoint 演示文稿</vt:lpstr>
      <vt:lpstr>Characteristics of LASERS</vt:lpstr>
      <vt:lpstr>Properties of Laser light</vt:lpstr>
      <vt:lpstr>PowerPoint 演示文稿</vt:lpstr>
      <vt:lpstr>PowerPoint 演示文稿</vt:lpstr>
      <vt:lpstr>PowerPoint 演示文稿</vt:lpstr>
      <vt:lpstr>Coherence </vt:lpstr>
      <vt:lpstr>Coherence </vt:lpstr>
      <vt:lpstr>High Intensity</vt:lpstr>
      <vt:lpstr>Comparison </vt:lpstr>
      <vt:lpstr>PowerPoint 演示文稿</vt:lpstr>
      <vt:lpstr>Absorption, Spontaneous, Stimulated Emission </vt:lpstr>
      <vt:lpstr>Absorption </vt:lpstr>
      <vt:lpstr>Spontaneous Emission</vt:lpstr>
      <vt:lpstr>                   Stimulated Emission</vt:lpstr>
      <vt:lpstr>PowerPoint 演示文稿</vt:lpstr>
      <vt:lpstr>PowerPoint 演示文稿</vt:lpstr>
      <vt:lpstr>PowerPoint 演示文稿</vt:lpstr>
      <vt:lpstr>PowerPoint 演示文稿</vt:lpstr>
      <vt:lpstr>Absorption and Spontaneous Emission of Photons</vt:lpstr>
      <vt:lpstr>Stimulated Emission of Photons in a Metastable State</vt:lpstr>
      <vt:lpstr>PowerPoint 演示文稿</vt:lpstr>
      <vt:lpstr>PowerPoint 演示文稿</vt:lpstr>
      <vt:lpstr>Population Inversion</vt:lpstr>
      <vt:lpstr>Why META STABLE State?</vt:lpstr>
      <vt:lpstr>PowerPoint 演示文稿</vt:lpstr>
      <vt:lpstr>PowerPoint 演示文稿</vt:lpstr>
      <vt:lpstr>PowerPoint 演示文稿</vt:lpstr>
      <vt:lpstr>PowerPoint 演示文稿</vt:lpstr>
      <vt:lpstr>Three &amp; Four Level LASER</vt:lpstr>
      <vt:lpstr>WARNING LABELS</vt:lpstr>
      <vt:lpstr>INTERNATIONAL LASER WARNING LABELS</vt:lpstr>
      <vt:lpstr>Classes of Lasers Based on the Biological Damage the Laser can cause</vt:lpstr>
      <vt:lpstr>PowerPoint 演示文稿</vt:lpstr>
      <vt:lpstr>CLASS 2</vt:lpstr>
      <vt:lpstr>CLASS 3R	(Formerly 3a)</vt:lpstr>
      <vt:lpstr>CLASS 3B</vt:lpstr>
      <vt:lpstr>CLASS 4</vt:lpstr>
      <vt:lpstr>LASER SAFETY EYEWEAR</vt:lpstr>
      <vt:lpstr>BASIC LASER COMPONENTS</vt:lpstr>
      <vt:lpstr>Construction of laser</vt:lpstr>
      <vt:lpstr>PowerPoint 演示文稿</vt:lpstr>
      <vt:lpstr>Lasing Action</vt:lpstr>
      <vt:lpstr>Types of Resonator</vt:lpstr>
      <vt:lpstr>PowerPoint 演示文稿</vt:lpstr>
      <vt:lpstr>Lasing Action Diagram</vt:lpstr>
      <vt:lpstr>PowerPoint 演示文稿</vt:lpstr>
      <vt:lpstr>PowerPoint 演示文稿</vt:lpstr>
      <vt:lpstr>Click to edit Master title style</vt:lpstr>
      <vt:lpstr>Types of LASER’s</vt:lpstr>
      <vt:lpstr>Ruby LASER</vt:lpstr>
      <vt:lpstr>Basics of Ruby LASER</vt:lpstr>
      <vt:lpstr>PowerPoint 演示文稿</vt:lpstr>
      <vt:lpstr>Construction of Ruby LASER</vt:lpstr>
      <vt:lpstr>Working of Ruby LASER</vt:lpstr>
      <vt:lpstr>Energy Level Diagram</vt:lpstr>
      <vt:lpstr>PowerPoint 演示文稿</vt:lpstr>
      <vt:lpstr>PowerPoint 演示文稿</vt:lpstr>
      <vt:lpstr>PowerPoint 演示文稿</vt:lpstr>
      <vt:lpstr>Applications </vt:lpstr>
      <vt:lpstr>Advantages </vt:lpstr>
      <vt:lpstr>Drawbacks </vt:lpstr>
      <vt:lpstr>PowerPoint 演示文稿</vt:lpstr>
      <vt:lpstr>PowerPoint 演示文稿</vt:lpstr>
      <vt:lpstr>PowerPoint 演示文稿</vt:lpstr>
      <vt:lpstr>Semiconductor LASER</vt:lpstr>
      <vt:lpstr>Basics of Semiconductor LASER</vt:lpstr>
      <vt:lpstr>PowerPoint 演示文稿</vt:lpstr>
      <vt:lpstr>PowerPoint 演示文稿</vt:lpstr>
      <vt:lpstr>Semiconductor Laser</vt:lpstr>
      <vt:lpstr>PowerPoint 演示文稿</vt:lpstr>
      <vt:lpstr>Working of Semiconductor LASER</vt:lpstr>
      <vt:lpstr>Energy Level Diagram</vt:lpstr>
      <vt:lpstr>Applications </vt:lpstr>
      <vt:lpstr>PowerPoint 演示文稿</vt:lpstr>
      <vt:lpstr>Drawbacks </vt:lpstr>
      <vt:lpstr>Applications of laser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Laser skin rejuvenation</vt:lpstr>
      <vt:lpstr>Laser hair removal</vt:lpstr>
      <vt:lpstr>Laser	removal of port-wine stain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Laser in Data Storage</vt:lpstr>
      <vt:lpstr>PowerPoint 演示文稿</vt:lpstr>
      <vt:lpstr>Laser In Spectroscopy</vt:lpstr>
      <vt:lpstr>Laser In Barcode  Scanning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OPTICAL FIBER</vt:lpstr>
      <vt:lpstr>Advantages of Optical Fibers in communications </vt:lpstr>
      <vt:lpstr>IN 1870 John Tyndall demonstrated that light propagate through optical fiber is similar to the stream of water at curved surfaces </vt:lpstr>
      <vt:lpstr>OPTICAL FIBER AS A WAVE GUIDE</vt:lpstr>
      <vt:lpstr>Structure of Optical Fiber</vt:lpstr>
      <vt:lpstr>Principle of Optical Fiber Total Internal Reflection</vt:lpstr>
      <vt:lpstr>PowerPoint 演示文稿</vt:lpstr>
      <vt:lpstr>PowerPoint 演示文稿</vt:lpstr>
      <vt:lpstr>PowerPoint 演示文稿</vt:lpstr>
      <vt:lpstr>PowerPoint 演示文稿</vt:lpstr>
      <vt:lpstr>Acceptance cone</vt:lpstr>
      <vt:lpstr>PowerPoint 演示文稿</vt:lpstr>
      <vt:lpstr>PowerPoint 演示文稿</vt:lpstr>
      <vt:lpstr>PowerPoint 演示文稿</vt:lpstr>
      <vt:lpstr>PowerPoint 演示文稿</vt:lpstr>
      <vt:lpstr>NUMERICAL  APERTURE</vt:lpstr>
      <vt:lpstr>PowerPoint 演示文稿</vt:lpstr>
      <vt:lpstr>PowerPoint 演示文稿</vt:lpstr>
      <vt:lpstr>Conditions for  light propagation in the fiber</vt:lpstr>
      <vt:lpstr>Classification of Optical fibers</vt:lpstr>
      <vt:lpstr>Types of Optical Fiber - Materials </vt:lpstr>
      <vt:lpstr>Types of Optical Fiber - Materials </vt:lpstr>
      <vt:lpstr>Types of Optical Fiber - Materials </vt:lpstr>
      <vt:lpstr>PowerPoint 演示文稿</vt:lpstr>
      <vt:lpstr>Types of Optical Fiber   Modes of Propogation</vt:lpstr>
      <vt:lpstr>Types of Optical Fiber   Modes of Propogation</vt:lpstr>
      <vt:lpstr>Types of Optical Fiber   Modes of Propogation</vt:lpstr>
      <vt:lpstr>PowerPoint 演示文稿</vt:lpstr>
      <vt:lpstr>Multimode-Graded Index Fiber</vt:lpstr>
      <vt:lpstr> Index Optical Fiber</vt:lpstr>
      <vt:lpstr>Types of Optical Fibers</vt:lpstr>
      <vt:lpstr>PowerPoint 演示文稿</vt:lpstr>
      <vt:lpstr>PowerPoint 演示文稿</vt:lpstr>
      <vt:lpstr>PowerPoint 演示文稿</vt:lpstr>
      <vt:lpstr>PowerPoint 演示文稿</vt:lpstr>
      <vt:lpstr>Fiber-optic communication</vt:lpstr>
      <vt:lpstr>Areas of Application</vt:lpstr>
      <vt:lpstr>Medical applications</vt:lpstr>
      <vt:lpstr>Advantages of Optical Fibers in communications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Dr. Venkateswarlu Mandalapu</cp:lastModifiedBy>
  <cp:revision>182</cp:revision>
  <dcterms:created xsi:type="dcterms:W3CDTF">2020-02-08T09:57:00Z</dcterms:created>
  <dcterms:modified xsi:type="dcterms:W3CDTF">2026-07-07T03:57:37Z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KSOProductBuildVer">
    <vt:lpwstr>1033-12.1.0.26880</vt:lpwstr>
  </property>
  <property fmtid="{D5CDD505-2E9C-101B-9397-08002B2CF9AE}" pid="4" name="ICV">
    <vt:lpwstr>F3292C6FF6BC40E4B569A1E5FFC968FF_13</vt:lpwstr>
  </property>
</Properties>
</file>